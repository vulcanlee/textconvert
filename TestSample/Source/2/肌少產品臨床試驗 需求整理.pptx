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7"/>
  </p:notesMasterIdLst>
  <p:handoutMasterIdLst>
    <p:handoutMasterId r:id="rId18"/>
  </p:handoutMasterIdLst>
  <p:sldIdLst>
    <p:sldId id="3337" r:id="rId3"/>
    <p:sldId id="3342" r:id="rId4"/>
    <p:sldId id="3353" r:id="rId5"/>
    <p:sldId id="3341" r:id="rId6"/>
    <p:sldId id="3343" r:id="rId7"/>
    <p:sldId id="3350" r:id="rId8"/>
    <p:sldId id="3345" r:id="rId9"/>
    <p:sldId id="3346" r:id="rId10"/>
    <p:sldId id="3347" r:id="rId11"/>
    <p:sldId id="3344" r:id="rId12"/>
    <p:sldId id="3348" r:id="rId13"/>
    <p:sldId id="3354" r:id="rId14"/>
    <p:sldId id="3349" r:id="rId15"/>
    <p:sldId id="335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課程介紹" id="{D513FA53-AB41-DA45-87C6-BD537CD369F9}">
          <p14:sldIdLst>
            <p14:sldId id="3337"/>
            <p14:sldId id="3342"/>
            <p14:sldId id="3353"/>
            <p14:sldId id="3341"/>
            <p14:sldId id="3343"/>
            <p14:sldId id="3350"/>
            <p14:sldId id="3345"/>
            <p14:sldId id="3346"/>
            <p14:sldId id="3347"/>
            <p14:sldId id="3344"/>
            <p14:sldId id="3348"/>
            <p14:sldId id="3354"/>
            <p14:sldId id="3349"/>
            <p14:sldId id="3352"/>
          </p14:sldIdLst>
        </p14:section>
      </p14:sectionLst>
    </p:ext>
    <p:ext uri="{EFAFB233-063F-42B5-8137-9DF3F51BA10A}">
      <p15:sldGuideLst xmlns:p15="http://schemas.microsoft.com/office/powerpoint/2012/main">
        <p15:guide id="1" pos="3863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3E"/>
    <a:srgbClr val="FFEE58"/>
    <a:srgbClr val="5AC54B"/>
    <a:srgbClr val="69CB5C"/>
    <a:srgbClr val="73DF67"/>
    <a:srgbClr val="DCFDEA"/>
    <a:srgbClr val="C0F7A4"/>
    <a:srgbClr val="6AAA53"/>
    <a:srgbClr val="CFAC17"/>
    <a:srgbClr val="0F52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4903" autoAdjust="0"/>
  </p:normalViewPr>
  <p:slideViewPr>
    <p:cSldViewPr snapToGrid="0">
      <p:cViewPr varScale="1">
        <p:scale>
          <a:sx n="66" d="100"/>
          <a:sy n="66" d="100"/>
        </p:scale>
        <p:origin x="1277" y="48"/>
      </p:cViewPr>
      <p:guideLst>
        <p:guide pos="3863"/>
        <p:guide orient="horz" pos="2183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59041DB8-B66F-4DC8-A96E-33677E0F90FF}" type="datetimeFigureOut">
              <a:rPr lang="en-US" altLang="zh-TW" smtClean="0"/>
              <a:t>4/11/2025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1604A0D4-B89B-4ADD-AF9E-38636B40EE4E}" type="slidenum">
              <a:rPr lang="zh-TW" smtClean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DEB49C4A-65AC-492D-9701-81B46C3AD0E4}" type="datetimeFigureOut">
              <a:t>2025/4/11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82869989-EB00-4EE7-BCB5-25BDC5BB29F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https://www.ithome.com.tw/news/158286</a:t>
            </a:r>
          </a:p>
          <a:p>
            <a:r>
              <a:rPr lang="en-US" altLang="zh-TW" dirty="0"/>
              <a:t>https://expo.bioasiataiwan.com/visitorExhibitorDetail.asp?comNo=296957&amp;sno=199020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50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https://www.ntuh.gov.tw/NCTRC/Fpage.action?muid=10&amp;fid=8223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7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file:///C:/Users/vulca/Downloads/1130416_%E5%81%A5%E4%BF%9D%E7%BD%B2-FHIR%E6%87%89%E7%94%A8%E5%88%86%E4%BA%AB.pdf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86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https://www.landseed.com.tw/news-list/view/C14F68869dcb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820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https://www.landseed.com.tw/news-list/view/C14F68869dcb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924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https://www.ntuh.gov.tw/NCTRC/Fpage.action?fid=8223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256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https://www.hst.org.tw/tw/partner/news_content/170/852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36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https://t011.hosp.ncku.edu.tw/</a:t>
            </a:r>
          </a:p>
          <a:p>
            <a:r>
              <a:rPr lang="en-US" altLang="zh-TW"/>
              <a:t>https://caie.hosp.ncku.edu.tw/p/406-1111-265830,r2744.php?Lang=zh-tw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422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A709-0DD9-DE27-7D7F-C9D3ADF5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455962-A4B2-267F-8D9C-F16075E13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923CEA0-40F1-4AE1-969B-026CC5001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https://www.nhi.gov.tw/ch/dl-80470-14cce8904eb74e25b5aabdd2cc2e041e-1.pdf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06A403-28B6-7B53-17F2-166C84ACB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TW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14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1293846" y="631178"/>
            <a:ext cx="9604311" cy="4937353"/>
          </a:xfrm>
        </p:spPr>
        <p:txBody>
          <a:bodyPr anchor="t">
            <a:normAutofit/>
          </a:bodyPr>
          <a:lstStyle>
            <a:lvl1pPr algn="l" latinLnBrk="0">
              <a:lnSpc>
                <a:spcPct val="120000"/>
              </a:lnSpc>
              <a:defRPr lang="zh-TW" sz="8000" cap="none" baseline="0">
                <a:solidFill>
                  <a:schemeClr val="tx2">
                    <a:lumMod val="50000"/>
                  </a:schemeClr>
                </a:solidFill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r>
              <a:rPr lang="en-US" altLang="zh-TW" dirty="0"/>
              <a:t>0</a:t>
            </a:r>
            <a:endParaRPr lang="zh-TW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3846" y="5661163"/>
            <a:ext cx="9604311" cy="457200"/>
          </a:xfrm>
          <a:noFill/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zh-TW" sz="2000" b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 dirty="0"/>
              <a:t>按一下以編輯母片副標題樣式</a:t>
            </a:r>
            <a:endParaRPr lang="zh-TW" dirty="0"/>
          </a:p>
        </p:txBody>
      </p:sp>
      <p:cxnSp>
        <p:nvCxnSpPr>
          <p:cNvPr id="58" name="直線接點 57"/>
          <p:cNvCxnSpPr/>
          <p:nvPr userDrawn="1"/>
        </p:nvCxnSpPr>
        <p:spPr>
          <a:xfrm>
            <a:off x="1295400" y="565006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3" cy="222436"/>
          </a:xfrm>
        </p:spPr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09599" y="120764"/>
            <a:ext cx="10993423" cy="617761"/>
          </a:xfrm>
        </p:spPr>
        <p:txBody>
          <a:bodyPr/>
          <a:lstStyle>
            <a:lvl1pPr>
              <a:defRPr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r>
              <a:rPr lang="en-US" altLang="zh-TW" dirty="0"/>
              <a:t>0</a:t>
            </a:r>
            <a:endParaRPr 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09601" y="745152"/>
            <a:ext cx="10993422" cy="5052677"/>
          </a:xfrm>
          <a:noFill/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aseline="0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  <a:lvl2pPr>
              <a:lnSpc>
                <a:spcPct val="120000"/>
              </a:lnSpc>
              <a:defRPr sz="2400" baseline="0">
                <a:solidFill>
                  <a:schemeClr val="tx2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20000"/>
              </a:lnSpc>
              <a:defRPr sz="2000" baseline="0">
                <a:solidFill>
                  <a:schemeClr val="tx2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20000"/>
              </a:lnSpc>
              <a:defRPr sz="1800" baseline="0">
                <a:solidFill>
                  <a:schemeClr val="tx2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20000"/>
              </a:lnSpc>
              <a:defRPr sz="1800" baseline="0">
                <a:solidFill>
                  <a:schemeClr val="tx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02</a:t>
            </a:r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03</a:t>
            </a:r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04</a:t>
            </a:r>
          </a:p>
          <a:p>
            <a:pPr lvl="4"/>
            <a:r>
              <a:rPr lang="zh-TW" altLang="en-US" dirty="0"/>
              <a:t>第五層</a:t>
            </a:r>
            <a:r>
              <a:rPr lang="en-US" altLang="zh-TW" dirty="0"/>
              <a:t>05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8" name="直線接點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群組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線接點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群組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線接點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線接點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線接點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接點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群組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線接點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接點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接點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接點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接點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線接點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687709"/>
            <a:ext cx="9601200" cy="4597064"/>
          </a:xfrm>
        </p:spPr>
        <p:txBody>
          <a:bodyPr anchor="t">
            <a:normAutofit/>
          </a:bodyPr>
          <a:lstStyle>
            <a:lvl1pPr algn="ctr" latinLnBrk="0">
              <a:lnSpc>
                <a:spcPct val="120000"/>
              </a:lnSpc>
              <a:defRPr lang="zh-TW" sz="6000" cap="none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  <a:noFill/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000" b="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/>
            </a:lvl2pPr>
            <a:lvl3pPr marL="914400" indent="0" latinLnBrk="0">
              <a:buNone/>
              <a:defRPr lang="zh-TW" sz="1800"/>
            </a:lvl3pPr>
            <a:lvl4pPr marL="1371600" indent="0" latinLnBrk="0">
              <a:buNone/>
              <a:defRPr lang="zh-TW" sz="1600"/>
            </a:lvl4pPr>
            <a:lvl5pPr marL="1828800" indent="0" latinLnBrk="0">
              <a:buNone/>
              <a:defRPr lang="zh-TW" sz="1600"/>
            </a:lvl5pPr>
            <a:lvl6pPr marL="2286000" indent="0" latinLnBrk="0">
              <a:buNone/>
              <a:defRPr lang="zh-TW" sz="1600"/>
            </a:lvl6pPr>
            <a:lvl7pPr marL="2743200" indent="0" latinLnBrk="0">
              <a:buNone/>
              <a:defRPr lang="zh-TW" sz="1600"/>
            </a:lvl7pPr>
            <a:lvl8pPr marL="3200400" indent="0" latinLnBrk="0">
              <a:buNone/>
              <a:defRPr lang="zh-TW" sz="1600"/>
            </a:lvl8pPr>
            <a:lvl9pPr marL="3657600" indent="0" latinLnBrk="0">
              <a:buNone/>
              <a:defRPr lang="zh-TW"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cxnSp>
        <p:nvCxnSpPr>
          <p:cNvPr id="58" name="直線接點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3" cy="222436"/>
          </a:xfrm>
        </p:spPr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r>
              <a:rPr lang="en-US" altLang="zh-TW" dirty="0"/>
              <a:t>01</a:t>
            </a:r>
            <a:endParaRPr 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09600" y="751115"/>
            <a:ext cx="5257801" cy="5040087"/>
          </a:xfrm>
          <a:noFill/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lang="zh-TW" sz="2400"/>
            </a:lvl1pPr>
            <a:lvl2pPr latinLnBrk="0">
              <a:lnSpc>
                <a:spcPct val="120000"/>
              </a:lnSpc>
              <a:defRPr lang="zh-TW" sz="2000"/>
            </a:lvl2pPr>
            <a:lvl3pPr latinLnBrk="0">
              <a:lnSpc>
                <a:spcPct val="120000"/>
              </a:lnSpc>
              <a:defRPr lang="zh-TW" sz="1800"/>
            </a:lvl3pPr>
            <a:lvl4pPr latinLnBrk="0">
              <a:lnSpc>
                <a:spcPct val="120000"/>
              </a:lnSpc>
              <a:defRPr lang="zh-TW" sz="1600"/>
            </a:lvl4pPr>
            <a:lvl5pPr latinLnBrk="0">
              <a:lnSpc>
                <a:spcPct val="120000"/>
              </a:lnSpc>
              <a:defRPr lang="zh-TW" sz="1600"/>
            </a:lvl5pPr>
            <a:lvl6pPr latinLnBrk="0">
              <a:defRPr lang="zh-TW" sz="1800"/>
            </a:lvl6pPr>
            <a:lvl7pPr latinLnBrk="0">
              <a:defRPr lang="zh-TW" sz="1800"/>
            </a:lvl7pPr>
            <a:lvl8pPr latinLnBrk="0">
              <a:defRPr lang="zh-TW" sz="1800"/>
            </a:lvl8pPr>
            <a:lvl9pPr latinLnBrk="0">
              <a:defRPr lang="zh-TW" sz="1800"/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02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03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04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r>
              <a:rPr lang="en-US" altLang="zh-TW" dirty="0"/>
              <a:t>05</a:t>
            </a:r>
            <a:endParaRPr lang="zh-TW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324600" y="751115"/>
            <a:ext cx="5259593" cy="5040087"/>
          </a:xfrm>
          <a:noFill/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lang="zh-TW" sz="2400"/>
            </a:lvl1pPr>
            <a:lvl2pPr latinLnBrk="0">
              <a:lnSpc>
                <a:spcPct val="120000"/>
              </a:lnSpc>
              <a:defRPr lang="zh-TW" sz="2000"/>
            </a:lvl2pPr>
            <a:lvl3pPr latinLnBrk="0">
              <a:lnSpc>
                <a:spcPct val="120000"/>
              </a:lnSpc>
              <a:defRPr lang="zh-TW" sz="1800"/>
            </a:lvl3pPr>
            <a:lvl4pPr latinLnBrk="0">
              <a:lnSpc>
                <a:spcPct val="120000"/>
              </a:lnSpc>
              <a:defRPr lang="zh-TW" sz="1600"/>
            </a:lvl4pPr>
            <a:lvl5pPr latinLnBrk="0">
              <a:lnSpc>
                <a:spcPct val="120000"/>
              </a:lnSpc>
              <a:defRPr lang="zh-TW" sz="1600"/>
            </a:lvl5pPr>
            <a:lvl6pPr latinLnBrk="0">
              <a:defRPr lang="zh-TW" sz="1800"/>
            </a:lvl6pPr>
            <a:lvl7pPr latinLnBrk="0">
              <a:defRPr lang="zh-TW" sz="1800"/>
            </a:lvl7pPr>
            <a:lvl8pPr latinLnBrk="0">
              <a:defRPr lang="zh-TW" sz="1800"/>
            </a:lvl8pPr>
            <a:lvl9pPr latinLnBrk="0">
              <a:defRPr lang="zh-TW" sz="1800"/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02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03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04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r>
              <a:rPr lang="en-US" altLang="zh-TW" dirty="0"/>
              <a:t>05</a:t>
            </a:r>
            <a:endParaRPr lang="zh-TW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 vert="horz" lIns="91440" tIns="45720" rIns="91440" bIns="45720" rtlCol="0" anchor="t">
            <a:normAutofit/>
          </a:bodyPr>
          <a:lstStyle>
            <a:lvl1pPr>
              <a:defRPr lang="zh-TW" dirty="0"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  <a:r>
              <a:rPr lang="en-US" altLang="zh-TW" dirty="0"/>
              <a:t>01</a:t>
            </a:r>
            <a:endParaRPr lang="zh-TW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609600" y="791287"/>
            <a:ext cx="5271777" cy="641350"/>
          </a:xfrm>
          <a:noFill/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400" b="1" baseline="0">
                <a:solidFill>
                  <a:srgbClr val="0070C0"/>
                </a:solidFill>
                <a:effectLst/>
                <a:latin typeface="+mn-lt"/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09600" y="1602878"/>
            <a:ext cx="5257801" cy="4188324"/>
          </a:xfrm>
          <a:noFill/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lang="zh-TW" sz="2400" baseline="0">
                <a:latin typeface="+mn-lt"/>
              </a:defRPr>
            </a:lvl1pPr>
            <a:lvl2pPr latinLnBrk="0">
              <a:lnSpc>
                <a:spcPct val="120000"/>
              </a:lnSpc>
              <a:defRPr lang="zh-TW" sz="2000"/>
            </a:lvl2pPr>
            <a:lvl3pPr latinLnBrk="0">
              <a:lnSpc>
                <a:spcPct val="120000"/>
              </a:lnSpc>
              <a:defRPr lang="zh-TW" sz="1800"/>
            </a:lvl3pPr>
            <a:lvl4pPr latinLnBrk="0">
              <a:lnSpc>
                <a:spcPct val="120000"/>
              </a:lnSpc>
              <a:defRPr lang="zh-TW" sz="1600"/>
            </a:lvl4pPr>
            <a:lvl5pPr latinLnBrk="0">
              <a:lnSpc>
                <a:spcPct val="120000"/>
              </a:lnSpc>
              <a:defRPr lang="zh-TW" sz="1600"/>
            </a:lvl5pPr>
            <a:lvl6pPr latinLnBrk="0">
              <a:defRPr lang="zh-TW" sz="1600"/>
            </a:lvl6pPr>
            <a:lvl7pPr latinLnBrk="0">
              <a:defRPr lang="zh-TW" sz="1600"/>
            </a:lvl7pPr>
            <a:lvl8pPr latinLnBrk="0">
              <a:defRPr lang="zh-TW" sz="1600"/>
            </a:lvl8pPr>
            <a:lvl9pPr latinLnBrk="0">
              <a:defRPr lang="zh-TW" sz="1600"/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02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03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04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r>
              <a:rPr lang="en-US" altLang="zh-TW" dirty="0"/>
              <a:t>05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324600" y="791287"/>
            <a:ext cx="5259593" cy="641350"/>
          </a:xfrm>
          <a:noFill/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400" b="1">
                <a:solidFill>
                  <a:srgbClr val="0070C0"/>
                </a:solidFill>
                <a:effectLst/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324600" y="1602878"/>
            <a:ext cx="5259592" cy="4188324"/>
          </a:xfrm>
          <a:noFill/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lang="zh-TW" sz="2400"/>
            </a:lvl1pPr>
            <a:lvl2pPr latinLnBrk="0">
              <a:lnSpc>
                <a:spcPct val="120000"/>
              </a:lnSpc>
              <a:defRPr lang="zh-TW" sz="2000"/>
            </a:lvl2pPr>
            <a:lvl3pPr latinLnBrk="0">
              <a:lnSpc>
                <a:spcPct val="120000"/>
              </a:lnSpc>
              <a:defRPr lang="zh-TW" sz="1800"/>
            </a:lvl3pPr>
            <a:lvl4pPr latinLnBrk="0">
              <a:lnSpc>
                <a:spcPct val="120000"/>
              </a:lnSpc>
              <a:defRPr lang="zh-TW" sz="1600"/>
            </a:lvl4pPr>
            <a:lvl5pPr latinLnBrk="0">
              <a:lnSpc>
                <a:spcPct val="120000"/>
              </a:lnSpc>
              <a:defRPr lang="zh-TW" sz="1600"/>
            </a:lvl5pPr>
            <a:lvl6pPr latinLnBrk="0">
              <a:defRPr lang="zh-TW" sz="1600"/>
            </a:lvl6pPr>
            <a:lvl7pPr latinLnBrk="0">
              <a:defRPr lang="zh-TW" sz="1600"/>
            </a:lvl7pPr>
            <a:lvl8pPr latinLnBrk="0">
              <a:defRPr lang="zh-TW" sz="1600"/>
            </a:lvl8pPr>
            <a:lvl9pPr latinLnBrk="0">
              <a:defRPr lang="zh-TW" sz="1600"/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01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02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03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04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r>
              <a:rPr lang="en-US" altLang="zh-TW" dirty="0"/>
              <a:t>05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  <p:sp>
        <p:nvSpPr>
          <p:cNvPr id="10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2066095" y="6282116"/>
            <a:ext cx="5317864" cy="222436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日期版面配置區 211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 dirty="0"/>
          </a:p>
        </p:txBody>
      </p:sp>
      <p:sp>
        <p:nvSpPr>
          <p:cNvPr id="213" name="頁尾版面配置區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14" name="投影片編號版面配置區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pPr/>
              <a:t>‹#›</a:t>
            </a:fld>
            <a:endParaRPr lang="zh-TW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3"/>
          </p:nvPr>
        </p:nvSpPr>
        <p:spPr>
          <a:xfrm>
            <a:off x="609599" y="908051"/>
            <a:ext cx="10993423" cy="492290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1" name="標題 1"/>
          <p:cNvSpPr>
            <a:spLocks noGrp="1"/>
          </p:cNvSpPr>
          <p:nvPr>
            <p:ph type="title"/>
          </p:nvPr>
        </p:nvSpPr>
        <p:spPr>
          <a:xfrm>
            <a:off x="609599" y="120764"/>
            <a:ext cx="10993423" cy="61776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zh-TW" dirty="0"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gradFill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 userDrawn="1"/>
        </p:nvGrpSpPr>
        <p:grpSpPr bwMode="hidden">
          <a:xfrm>
            <a:off x="-2" y="0"/>
            <a:ext cx="12192003" cy="6858000"/>
            <a:chOff x="-1" y="0"/>
            <a:chExt cx="12192002" cy="6858000"/>
          </a:xfrm>
        </p:grpSpPr>
        <p:cxnSp>
          <p:nvCxnSpPr>
            <p:cNvPr id="10" name="直線接點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群組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線接點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群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線接點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線接點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線接點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線接點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群組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線接點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群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線接點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接點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接點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線接點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接點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線接點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 userDrawn="1"/>
        </p:nvSpPr>
        <p:spPr>
          <a:xfrm>
            <a:off x="0" y="0"/>
            <a:ext cx="88378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37859" y="571500"/>
            <a:ext cx="3354140" cy="2197100"/>
          </a:xfrm>
        </p:spPr>
        <p:txBody>
          <a:bodyPr anchor="t">
            <a:normAutofit/>
          </a:bodyPr>
          <a:lstStyle>
            <a:lvl1pPr algn="ctr" latinLnBrk="0">
              <a:lnSpc>
                <a:spcPct val="120000"/>
              </a:lnSpc>
              <a:defRPr lang="zh-TW" sz="2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3197" y="269422"/>
            <a:ext cx="8136808" cy="6017079"/>
          </a:xfrm>
          <a:noFill/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lang="zh-TW" sz="2400"/>
            </a:lvl1pPr>
            <a:lvl2pPr latinLnBrk="0">
              <a:lnSpc>
                <a:spcPct val="120000"/>
              </a:lnSpc>
              <a:defRPr lang="zh-TW" sz="2000"/>
            </a:lvl2pPr>
            <a:lvl3pPr latinLnBrk="0">
              <a:lnSpc>
                <a:spcPct val="120000"/>
              </a:lnSpc>
              <a:defRPr lang="zh-TW" sz="1800"/>
            </a:lvl3pPr>
            <a:lvl4pPr latinLnBrk="0">
              <a:lnSpc>
                <a:spcPct val="120000"/>
              </a:lnSpc>
              <a:defRPr lang="zh-TW" sz="1600"/>
            </a:lvl4pPr>
            <a:lvl5pPr latinLnBrk="0">
              <a:lnSpc>
                <a:spcPct val="120000"/>
              </a:lnSpc>
              <a:defRPr lang="zh-TW" sz="1600"/>
            </a:lvl5pPr>
            <a:lvl6pPr latinLnBrk="0">
              <a:defRPr lang="zh-TW" sz="2000"/>
            </a:lvl6pPr>
            <a:lvl7pPr latinLnBrk="0">
              <a:defRPr lang="zh-TW" sz="2000"/>
            </a:lvl7pPr>
            <a:lvl8pPr latinLnBrk="0">
              <a:defRPr lang="zh-TW" sz="2000"/>
            </a:lvl8pPr>
            <a:lvl9pPr latinLnBrk="0">
              <a:defRPr lang="zh-TW"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TW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834215" y="2995012"/>
            <a:ext cx="3357557" cy="2285950"/>
          </a:xfrm>
          <a:noFill/>
        </p:spPr>
        <p:txBody>
          <a:bodyPr>
            <a:normAutofit/>
          </a:bodyPr>
          <a:lstStyle>
            <a:lvl1pPr marL="0" indent="0" latinLnBrk="0">
              <a:lnSpc>
                <a:spcPct val="120000"/>
              </a:lnSpc>
              <a:spcBef>
                <a:spcPts val="1200"/>
              </a:spcBef>
              <a:buNone/>
              <a:defRPr lang="zh-TW" sz="16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cxnSp>
        <p:nvCxnSpPr>
          <p:cNvPr id="60" name="直線接點 59"/>
          <p:cNvCxnSpPr/>
          <p:nvPr userDrawn="1"/>
        </p:nvCxnSpPr>
        <p:spPr>
          <a:xfrm>
            <a:off x="9142160" y="2895600"/>
            <a:ext cx="27802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pPr/>
              <a:t>‹#›</a:t>
            </a:fld>
            <a:endParaRPr lang="zh-TW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992AC28E-14A4-4D06-8266-25A88167DE4C}"/>
              </a:ext>
            </a:extLst>
          </p:cNvPr>
          <p:cNvSpPr txBox="1"/>
          <p:nvPr userDrawn="1"/>
        </p:nvSpPr>
        <p:spPr>
          <a:xfrm>
            <a:off x="10027684" y="6562222"/>
            <a:ext cx="21838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solidFill>
                  <a:srgbClr val="B4B1AD"/>
                </a:solidFill>
                <a:latin typeface="+mn-ea"/>
                <a:ea typeface="+mn-ea"/>
              </a:rPr>
              <a:t>我的技能樹 </a:t>
            </a:r>
            <a:r>
              <a:rPr lang="en-US" altLang="zh-TW" sz="1050" dirty="0">
                <a:solidFill>
                  <a:srgbClr val="B4B1AD"/>
                </a:solidFill>
                <a:latin typeface="+mn-ea"/>
                <a:ea typeface="+mn-ea"/>
              </a:rPr>
              <a:t>– https://skilltree.my</a:t>
            </a:r>
            <a:endParaRPr lang="zh-TW" altLang="en-US" sz="1050" dirty="0">
              <a:solidFill>
                <a:srgbClr val="B4B1AD"/>
              </a:solidFill>
              <a:latin typeface="+mn-ea"/>
              <a:ea typeface="+mn-ea"/>
            </a:endParaRPr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4035EBD8-852C-42F4-A80A-64979E802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871" y="6533302"/>
            <a:ext cx="877384" cy="2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含標題的圖片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 bwMode="hidden">
          <a:xfrm>
            <a:off x="0" y="0"/>
            <a:ext cx="12192003" cy="6858000"/>
            <a:chOff x="-1" y="0"/>
            <a:chExt cx="12192002" cy="6858000"/>
          </a:xfrm>
        </p:grpSpPr>
        <p:cxnSp>
          <p:nvCxnSpPr>
            <p:cNvPr id="9" name="直線接點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群組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直線接點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群組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直線接點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線接點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直線接點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群組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直線接點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群組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直線接點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接點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接點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接點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線接點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直線接點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矩形 59"/>
          <p:cNvSpPr/>
          <p:nvPr/>
        </p:nvSpPr>
        <p:spPr>
          <a:xfrm>
            <a:off x="-1" y="0"/>
            <a:ext cx="8916732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11" y="-1697"/>
            <a:ext cx="8912319" cy="6858000"/>
          </a:xfrm>
          <a:solidFill>
            <a:schemeClr val="bg1">
              <a:lumMod val="95000"/>
            </a:schemeClr>
          </a:solidFill>
        </p:spPr>
        <p:txBody>
          <a:bodyPr tIns="457200">
            <a:normAutofit/>
          </a:bodyPr>
          <a:lstStyle>
            <a:lvl1pPr marL="0" indent="0" algn="ctr" latinLnBrk="0">
              <a:buNone/>
              <a:defRPr lang="zh-TW" sz="20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 dirty="0"/>
              <a:t>按一下圖示以新增圖片</a:t>
            </a:r>
            <a:endParaRPr lang="zh-TW" dirty="0"/>
          </a:p>
        </p:txBody>
      </p:sp>
      <p:sp>
        <p:nvSpPr>
          <p:cNvPr id="61" name="標題 1"/>
          <p:cNvSpPr>
            <a:spLocks noGrp="1"/>
          </p:cNvSpPr>
          <p:nvPr>
            <p:ph type="title"/>
          </p:nvPr>
        </p:nvSpPr>
        <p:spPr>
          <a:xfrm>
            <a:off x="8958527" y="571500"/>
            <a:ext cx="3233245" cy="2197100"/>
          </a:xfrm>
        </p:spPr>
        <p:txBody>
          <a:bodyPr anchor="t">
            <a:normAutofit/>
          </a:bodyPr>
          <a:lstStyle>
            <a:lvl1pPr algn="ctr" latinLnBrk="0">
              <a:lnSpc>
                <a:spcPct val="120000"/>
              </a:lnSpc>
              <a:defRPr lang="zh-TW" sz="26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dirty="0"/>
          </a:p>
        </p:txBody>
      </p:sp>
      <p:sp>
        <p:nvSpPr>
          <p:cNvPr id="63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937316" y="2995012"/>
            <a:ext cx="3254457" cy="2285950"/>
          </a:xfrm>
          <a:noFill/>
        </p:spPr>
        <p:txBody>
          <a:bodyPr>
            <a:normAutofit/>
          </a:bodyPr>
          <a:lstStyle>
            <a:lvl1pPr marL="0" indent="0" latinLnBrk="0">
              <a:lnSpc>
                <a:spcPct val="120000"/>
              </a:lnSpc>
              <a:spcBef>
                <a:spcPts val="1200"/>
              </a:spcBef>
              <a:buNone/>
              <a:defRPr lang="zh-TW" sz="16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cxnSp>
        <p:nvCxnSpPr>
          <p:cNvPr id="64" name="直線接點 63"/>
          <p:cNvCxnSpPr/>
          <p:nvPr userDrawn="1"/>
        </p:nvCxnSpPr>
        <p:spPr>
          <a:xfrm>
            <a:off x="9142160" y="2895600"/>
            <a:ext cx="27802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3" cy="222436"/>
          </a:xfrm>
        </p:spPr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 vert="horz" lIns="91440" tIns="45720" rIns="91440" bIns="45720" rtlCol="0" anchor="t">
            <a:normAutofit/>
          </a:bodyPr>
          <a:lstStyle>
            <a:lvl1pPr>
              <a:defRPr lang="zh-TW" dirty="0"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  <a:r>
              <a:rPr lang="en-US" altLang="zh-TW" dirty="0"/>
              <a:t>01</a:t>
            </a:r>
            <a:endParaRPr lang="zh-TW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3ECC49E-AE3F-23A8-D95E-002BA74554F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524302" y="6283422"/>
            <a:ext cx="3600450" cy="254000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rgbClr val="FFC000"/>
                </a:solidFill>
              </a:defRPr>
            </a:lvl1pPr>
          </a:lstStyle>
          <a:p>
            <a:pPr lvl="0"/>
            <a:r>
              <a:rPr lang="zh-TW" altLang="en-US" dirty="0"/>
              <a:t>範例路徑</a:t>
            </a:r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全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>
            <a:lvl1pPr>
              <a:defRPr lang="zh-TW" altLang="en-US" dirty="0"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en-US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319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超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en-US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944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>
            <a:lvl1pPr>
              <a:defRPr lang="zh-TW" dirty="0"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  <a:endParaRPr lang="zh-TW" dirty="0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noFill/>
        </p:spPr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9896907" y="489857"/>
            <a:ext cx="1687287" cy="5301343"/>
          </a:xfrm>
        </p:spPr>
        <p:txBody>
          <a:bodyPr vert="eaVert"/>
          <a:lstStyle>
            <a:lvl1pPr>
              <a:defRPr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dirty="0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489858"/>
            <a:ext cx="8906933" cy="5301343"/>
          </a:xfrm>
          <a:noFill/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FE26B7-E415-463B-ABAC-26CA538B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AA4203-0A93-40FB-82B8-36D58A16A464}"/>
              </a:ext>
            </a:extLst>
          </p:cNvPr>
          <p:cNvSpPr/>
          <p:nvPr userDrawn="1"/>
        </p:nvSpPr>
        <p:spPr>
          <a:xfrm>
            <a:off x="1" y="1535837"/>
            <a:ext cx="12192000" cy="203390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源泉圓體 B" panose="020B0800000000000000" pitchFamily="34" charset="-120"/>
              <a:ea typeface="源泉圓體 B" panose="020B0800000000000000" pitchFamily="34" charset="-120"/>
              <a:cs typeface="+mn-ea"/>
              <a:sym typeface="+mn-lt"/>
            </a:endParaRPr>
          </a:p>
        </p:txBody>
      </p:sp>
      <p:sp>
        <p:nvSpPr>
          <p:cNvPr id="7" name="ïśḻïdé">
            <a:extLst>
              <a:ext uri="{FF2B5EF4-FFF2-40B4-BE49-F238E27FC236}">
                <a16:creationId xmlns:a16="http://schemas.microsoft.com/office/drawing/2014/main" id="{C0657539-D9DF-4C21-860C-B5D78AB91215}"/>
              </a:ext>
            </a:extLst>
          </p:cNvPr>
          <p:cNvSpPr/>
          <p:nvPr userDrawn="1"/>
        </p:nvSpPr>
        <p:spPr bwMode="auto">
          <a:xfrm>
            <a:off x="7883135" y="1297938"/>
            <a:ext cx="3155004" cy="4876800"/>
          </a:xfrm>
          <a:custGeom>
            <a:avLst/>
            <a:gdLst>
              <a:gd name="T0" fmla="*/ 179 w 1208"/>
              <a:gd name="T1" fmla="*/ 1688 h 1871"/>
              <a:gd name="T2" fmla="*/ 202 w 1208"/>
              <a:gd name="T3" fmla="*/ 1722 h 1871"/>
              <a:gd name="T4" fmla="*/ 213 w 1208"/>
              <a:gd name="T5" fmla="*/ 1871 h 1871"/>
              <a:gd name="T6" fmla="*/ 1031 w 1208"/>
              <a:gd name="T7" fmla="*/ 1871 h 1871"/>
              <a:gd name="T8" fmla="*/ 1055 w 1208"/>
              <a:gd name="T9" fmla="*/ 1729 h 1871"/>
              <a:gd name="T10" fmla="*/ 1100 w 1208"/>
              <a:gd name="T11" fmla="*/ 1530 h 1871"/>
              <a:gd name="T12" fmla="*/ 1167 w 1208"/>
              <a:gd name="T13" fmla="*/ 1351 h 1871"/>
              <a:gd name="T14" fmla="*/ 1196 w 1208"/>
              <a:gd name="T15" fmla="*/ 1037 h 1871"/>
              <a:gd name="T16" fmla="*/ 1100 w 1208"/>
              <a:gd name="T17" fmla="*/ 823 h 1871"/>
              <a:gd name="T18" fmla="*/ 945 w 1208"/>
              <a:gd name="T19" fmla="*/ 690 h 1871"/>
              <a:gd name="T20" fmla="*/ 925 w 1208"/>
              <a:gd name="T21" fmla="*/ 639 h 1871"/>
              <a:gd name="T22" fmla="*/ 890 w 1208"/>
              <a:gd name="T23" fmla="*/ 576 h 1871"/>
              <a:gd name="T24" fmla="*/ 949 w 1208"/>
              <a:gd name="T25" fmla="*/ 452 h 1871"/>
              <a:gd name="T26" fmla="*/ 925 w 1208"/>
              <a:gd name="T27" fmla="*/ 121 h 1871"/>
              <a:gd name="T28" fmla="*/ 810 w 1208"/>
              <a:gd name="T29" fmla="*/ 28 h 1871"/>
              <a:gd name="T30" fmla="*/ 796 w 1208"/>
              <a:gd name="T31" fmla="*/ 24 h 1871"/>
              <a:gd name="T32" fmla="*/ 733 w 1208"/>
              <a:gd name="T33" fmla="*/ 8 h 1871"/>
              <a:gd name="T34" fmla="*/ 508 w 1208"/>
              <a:gd name="T35" fmla="*/ 56 h 1871"/>
              <a:gd name="T36" fmla="*/ 386 w 1208"/>
              <a:gd name="T37" fmla="*/ 160 h 1871"/>
              <a:gd name="T38" fmla="*/ 402 w 1208"/>
              <a:gd name="T39" fmla="*/ 190 h 1871"/>
              <a:gd name="T40" fmla="*/ 396 w 1208"/>
              <a:gd name="T41" fmla="*/ 263 h 1871"/>
              <a:gd name="T42" fmla="*/ 410 w 1208"/>
              <a:gd name="T43" fmla="*/ 426 h 1871"/>
              <a:gd name="T44" fmla="*/ 386 w 1208"/>
              <a:gd name="T45" fmla="*/ 527 h 1871"/>
              <a:gd name="T46" fmla="*/ 418 w 1208"/>
              <a:gd name="T47" fmla="*/ 588 h 1871"/>
              <a:gd name="T48" fmla="*/ 226 w 1208"/>
              <a:gd name="T49" fmla="*/ 673 h 1871"/>
              <a:gd name="T50" fmla="*/ 153 w 1208"/>
              <a:gd name="T51" fmla="*/ 963 h 1871"/>
              <a:gd name="T52" fmla="*/ 120 w 1208"/>
              <a:gd name="T53" fmla="*/ 1022 h 1871"/>
              <a:gd name="T54" fmla="*/ 106 w 1208"/>
              <a:gd name="T55" fmla="*/ 1057 h 1871"/>
              <a:gd name="T56" fmla="*/ 6 w 1208"/>
              <a:gd name="T57" fmla="*/ 1371 h 1871"/>
              <a:gd name="T58" fmla="*/ 175 w 1208"/>
              <a:gd name="T59" fmla="*/ 1664 h 1871"/>
              <a:gd name="T60" fmla="*/ 326 w 1208"/>
              <a:gd name="T61" fmla="*/ 888 h 1871"/>
              <a:gd name="T62" fmla="*/ 373 w 1208"/>
              <a:gd name="T63" fmla="*/ 811 h 1871"/>
              <a:gd name="T64" fmla="*/ 441 w 1208"/>
              <a:gd name="T65" fmla="*/ 773 h 1871"/>
              <a:gd name="T66" fmla="*/ 484 w 1208"/>
              <a:gd name="T67" fmla="*/ 746 h 1871"/>
              <a:gd name="T68" fmla="*/ 526 w 1208"/>
              <a:gd name="T69" fmla="*/ 718 h 1871"/>
              <a:gd name="T70" fmla="*/ 569 w 1208"/>
              <a:gd name="T71" fmla="*/ 738 h 1871"/>
              <a:gd name="T72" fmla="*/ 453 w 1208"/>
              <a:gd name="T73" fmla="*/ 813 h 1871"/>
              <a:gd name="T74" fmla="*/ 341 w 1208"/>
              <a:gd name="T75" fmla="*/ 911 h 1871"/>
              <a:gd name="T76" fmla="*/ 300 w 1208"/>
              <a:gd name="T77" fmla="*/ 998 h 1871"/>
              <a:gd name="T78" fmla="*/ 261 w 1208"/>
              <a:gd name="T79" fmla="*/ 1014 h 1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08" h="1871">
                <a:moveTo>
                  <a:pt x="175" y="1664"/>
                </a:moveTo>
                <a:cubicBezTo>
                  <a:pt x="179" y="1668"/>
                  <a:pt x="181" y="1678"/>
                  <a:pt x="179" y="1688"/>
                </a:cubicBezTo>
                <a:cubicBezTo>
                  <a:pt x="177" y="1696"/>
                  <a:pt x="177" y="1704"/>
                  <a:pt x="175" y="1716"/>
                </a:cubicBezTo>
                <a:cubicBezTo>
                  <a:pt x="181" y="1716"/>
                  <a:pt x="190" y="1720"/>
                  <a:pt x="202" y="1722"/>
                </a:cubicBezTo>
                <a:cubicBezTo>
                  <a:pt x="212" y="1725"/>
                  <a:pt x="220" y="1727"/>
                  <a:pt x="226" y="1727"/>
                </a:cubicBezTo>
                <a:cubicBezTo>
                  <a:pt x="224" y="1758"/>
                  <a:pt x="220" y="1806"/>
                  <a:pt x="213" y="1871"/>
                </a:cubicBezTo>
                <a:cubicBezTo>
                  <a:pt x="1031" y="1871"/>
                  <a:pt x="1031" y="1871"/>
                  <a:pt x="1031" y="1871"/>
                </a:cubicBezTo>
                <a:cubicBezTo>
                  <a:pt x="1031" y="1871"/>
                  <a:pt x="1031" y="1871"/>
                  <a:pt x="1031" y="1871"/>
                </a:cubicBezTo>
                <a:cubicBezTo>
                  <a:pt x="1035" y="1856"/>
                  <a:pt x="1039" y="1846"/>
                  <a:pt x="1041" y="1842"/>
                </a:cubicBezTo>
                <a:cubicBezTo>
                  <a:pt x="1045" y="1818"/>
                  <a:pt x="1051" y="1781"/>
                  <a:pt x="1055" y="1729"/>
                </a:cubicBezTo>
                <a:cubicBezTo>
                  <a:pt x="1059" y="1676"/>
                  <a:pt x="1065" y="1639"/>
                  <a:pt x="1071" y="1615"/>
                </a:cubicBezTo>
                <a:cubicBezTo>
                  <a:pt x="1076" y="1593"/>
                  <a:pt x="1086" y="1564"/>
                  <a:pt x="1100" y="1530"/>
                </a:cubicBezTo>
                <a:cubicBezTo>
                  <a:pt x="1123" y="1471"/>
                  <a:pt x="1135" y="1440"/>
                  <a:pt x="1135" y="1440"/>
                </a:cubicBezTo>
                <a:cubicBezTo>
                  <a:pt x="1155" y="1382"/>
                  <a:pt x="1165" y="1351"/>
                  <a:pt x="1167" y="1351"/>
                </a:cubicBezTo>
                <a:cubicBezTo>
                  <a:pt x="1180" y="1319"/>
                  <a:pt x="1194" y="1294"/>
                  <a:pt x="1208" y="1278"/>
                </a:cubicBezTo>
                <a:cubicBezTo>
                  <a:pt x="1206" y="1164"/>
                  <a:pt x="1202" y="1083"/>
                  <a:pt x="1196" y="1037"/>
                </a:cubicBezTo>
                <a:cubicBezTo>
                  <a:pt x="1188" y="957"/>
                  <a:pt x="1167" y="899"/>
                  <a:pt x="1135" y="856"/>
                </a:cubicBezTo>
                <a:cubicBezTo>
                  <a:pt x="1129" y="848"/>
                  <a:pt x="1116" y="836"/>
                  <a:pt x="1100" y="823"/>
                </a:cubicBezTo>
                <a:cubicBezTo>
                  <a:pt x="1080" y="805"/>
                  <a:pt x="1067" y="793"/>
                  <a:pt x="1061" y="787"/>
                </a:cubicBezTo>
                <a:cubicBezTo>
                  <a:pt x="1014" y="740"/>
                  <a:pt x="976" y="708"/>
                  <a:pt x="945" y="690"/>
                </a:cubicBezTo>
                <a:cubicBezTo>
                  <a:pt x="945" y="681"/>
                  <a:pt x="939" y="665"/>
                  <a:pt x="927" y="645"/>
                </a:cubicBezTo>
                <a:cubicBezTo>
                  <a:pt x="927" y="643"/>
                  <a:pt x="925" y="641"/>
                  <a:pt x="925" y="639"/>
                </a:cubicBezTo>
                <a:cubicBezTo>
                  <a:pt x="912" y="614"/>
                  <a:pt x="904" y="594"/>
                  <a:pt x="904" y="580"/>
                </a:cubicBezTo>
                <a:cubicBezTo>
                  <a:pt x="900" y="576"/>
                  <a:pt x="896" y="576"/>
                  <a:pt x="890" y="576"/>
                </a:cubicBezTo>
                <a:cubicBezTo>
                  <a:pt x="886" y="576"/>
                  <a:pt x="880" y="574"/>
                  <a:pt x="871" y="574"/>
                </a:cubicBezTo>
                <a:cubicBezTo>
                  <a:pt x="906" y="549"/>
                  <a:pt x="931" y="509"/>
                  <a:pt x="949" y="452"/>
                </a:cubicBezTo>
                <a:cubicBezTo>
                  <a:pt x="965" y="397"/>
                  <a:pt x="971" y="340"/>
                  <a:pt x="967" y="280"/>
                </a:cubicBezTo>
                <a:cubicBezTo>
                  <a:pt x="963" y="217"/>
                  <a:pt x="949" y="162"/>
                  <a:pt x="925" y="121"/>
                </a:cubicBezTo>
                <a:cubicBezTo>
                  <a:pt x="896" y="73"/>
                  <a:pt x="859" y="44"/>
                  <a:pt x="812" y="36"/>
                </a:cubicBezTo>
                <a:cubicBezTo>
                  <a:pt x="806" y="36"/>
                  <a:pt x="806" y="32"/>
                  <a:pt x="810" y="28"/>
                </a:cubicBezTo>
                <a:cubicBezTo>
                  <a:pt x="812" y="24"/>
                  <a:pt x="812" y="22"/>
                  <a:pt x="808" y="22"/>
                </a:cubicBezTo>
                <a:cubicBezTo>
                  <a:pt x="802" y="20"/>
                  <a:pt x="798" y="20"/>
                  <a:pt x="796" y="24"/>
                </a:cubicBezTo>
                <a:cubicBezTo>
                  <a:pt x="794" y="28"/>
                  <a:pt x="792" y="32"/>
                  <a:pt x="790" y="32"/>
                </a:cubicBezTo>
                <a:cubicBezTo>
                  <a:pt x="782" y="22"/>
                  <a:pt x="763" y="14"/>
                  <a:pt x="733" y="8"/>
                </a:cubicBezTo>
                <a:cubicBezTo>
                  <a:pt x="706" y="2"/>
                  <a:pt x="680" y="0"/>
                  <a:pt x="657" y="0"/>
                </a:cubicBezTo>
                <a:cubicBezTo>
                  <a:pt x="614" y="6"/>
                  <a:pt x="565" y="24"/>
                  <a:pt x="508" y="56"/>
                </a:cubicBezTo>
                <a:cubicBezTo>
                  <a:pt x="477" y="75"/>
                  <a:pt x="437" y="99"/>
                  <a:pt x="386" y="129"/>
                </a:cubicBezTo>
                <a:cubicBezTo>
                  <a:pt x="390" y="140"/>
                  <a:pt x="388" y="150"/>
                  <a:pt x="386" y="160"/>
                </a:cubicBezTo>
                <a:cubicBezTo>
                  <a:pt x="382" y="166"/>
                  <a:pt x="377" y="174"/>
                  <a:pt x="373" y="190"/>
                </a:cubicBezTo>
                <a:cubicBezTo>
                  <a:pt x="384" y="192"/>
                  <a:pt x="394" y="192"/>
                  <a:pt x="402" y="190"/>
                </a:cubicBezTo>
                <a:cubicBezTo>
                  <a:pt x="412" y="186"/>
                  <a:pt x="418" y="186"/>
                  <a:pt x="420" y="186"/>
                </a:cubicBezTo>
                <a:cubicBezTo>
                  <a:pt x="416" y="202"/>
                  <a:pt x="408" y="229"/>
                  <a:pt x="396" y="263"/>
                </a:cubicBezTo>
                <a:cubicBezTo>
                  <a:pt x="388" y="292"/>
                  <a:pt x="386" y="324"/>
                  <a:pt x="386" y="353"/>
                </a:cubicBezTo>
                <a:cubicBezTo>
                  <a:pt x="414" y="369"/>
                  <a:pt x="422" y="393"/>
                  <a:pt x="410" y="426"/>
                </a:cubicBezTo>
                <a:cubicBezTo>
                  <a:pt x="404" y="444"/>
                  <a:pt x="390" y="472"/>
                  <a:pt x="369" y="511"/>
                </a:cubicBezTo>
                <a:cubicBezTo>
                  <a:pt x="369" y="519"/>
                  <a:pt x="375" y="523"/>
                  <a:pt x="386" y="527"/>
                </a:cubicBezTo>
                <a:cubicBezTo>
                  <a:pt x="390" y="529"/>
                  <a:pt x="398" y="531"/>
                  <a:pt x="412" y="531"/>
                </a:cubicBezTo>
                <a:cubicBezTo>
                  <a:pt x="412" y="556"/>
                  <a:pt x="414" y="574"/>
                  <a:pt x="418" y="588"/>
                </a:cubicBezTo>
                <a:cubicBezTo>
                  <a:pt x="422" y="596"/>
                  <a:pt x="431" y="608"/>
                  <a:pt x="443" y="625"/>
                </a:cubicBezTo>
                <a:cubicBezTo>
                  <a:pt x="367" y="608"/>
                  <a:pt x="296" y="625"/>
                  <a:pt x="226" y="673"/>
                </a:cubicBezTo>
                <a:cubicBezTo>
                  <a:pt x="218" y="698"/>
                  <a:pt x="206" y="744"/>
                  <a:pt x="194" y="815"/>
                </a:cubicBezTo>
                <a:cubicBezTo>
                  <a:pt x="181" y="884"/>
                  <a:pt x="167" y="933"/>
                  <a:pt x="153" y="963"/>
                </a:cubicBezTo>
                <a:cubicBezTo>
                  <a:pt x="149" y="972"/>
                  <a:pt x="143" y="984"/>
                  <a:pt x="132" y="1002"/>
                </a:cubicBezTo>
                <a:cubicBezTo>
                  <a:pt x="128" y="1010"/>
                  <a:pt x="124" y="1016"/>
                  <a:pt x="120" y="1022"/>
                </a:cubicBezTo>
                <a:cubicBezTo>
                  <a:pt x="116" y="1030"/>
                  <a:pt x="112" y="1039"/>
                  <a:pt x="110" y="1045"/>
                </a:cubicBezTo>
                <a:cubicBezTo>
                  <a:pt x="108" y="1049"/>
                  <a:pt x="108" y="1053"/>
                  <a:pt x="106" y="1057"/>
                </a:cubicBezTo>
                <a:cubicBezTo>
                  <a:pt x="73" y="1134"/>
                  <a:pt x="53" y="1181"/>
                  <a:pt x="47" y="1201"/>
                </a:cubicBezTo>
                <a:cubicBezTo>
                  <a:pt x="24" y="1262"/>
                  <a:pt x="10" y="1319"/>
                  <a:pt x="6" y="1371"/>
                </a:cubicBezTo>
                <a:cubicBezTo>
                  <a:pt x="0" y="1457"/>
                  <a:pt x="8" y="1528"/>
                  <a:pt x="26" y="1578"/>
                </a:cubicBezTo>
                <a:cubicBezTo>
                  <a:pt x="55" y="1647"/>
                  <a:pt x="104" y="1676"/>
                  <a:pt x="175" y="1664"/>
                </a:cubicBezTo>
                <a:close/>
                <a:moveTo>
                  <a:pt x="296" y="917"/>
                </a:moveTo>
                <a:cubicBezTo>
                  <a:pt x="300" y="911"/>
                  <a:pt x="312" y="901"/>
                  <a:pt x="326" y="888"/>
                </a:cubicBezTo>
                <a:cubicBezTo>
                  <a:pt x="341" y="876"/>
                  <a:pt x="351" y="864"/>
                  <a:pt x="357" y="856"/>
                </a:cubicBezTo>
                <a:cubicBezTo>
                  <a:pt x="363" y="846"/>
                  <a:pt x="369" y="832"/>
                  <a:pt x="373" y="811"/>
                </a:cubicBezTo>
                <a:cubicBezTo>
                  <a:pt x="379" y="789"/>
                  <a:pt x="386" y="773"/>
                  <a:pt x="390" y="763"/>
                </a:cubicBezTo>
                <a:cubicBezTo>
                  <a:pt x="410" y="771"/>
                  <a:pt x="426" y="775"/>
                  <a:pt x="441" y="773"/>
                </a:cubicBezTo>
                <a:cubicBezTo>
                  <a:pt x="455" y="771"/>
                  <a:pt x="471" y="767"/>
                  <a:pt x="490" y="759"/>
                </a:cubicBezTo>
                <a:cubicBezTo>
                  <a:pt x="490" y="754"/>
                  <a:pt x="488" y="750"/>
                  <a:pt x="484" y="746"/>
                </a:cubicBezTo>
                <a:cubicBezTo>
                  <a:pt x="479" y="742"/>
                  <a:pt x="479" y="738"/>
                  <a:pt x="479" y="734"/>
                </a:cubicBezTo>
                <a:cubicBezTo>
                  <a:pt x="494" y="738"/>
                  <a:pt x="510" y="734"/>
                  <a:pt x="526" y="718"/>
                </a:cubicBezTo>
                <a:cubicBezTo>
                  <a:pt x="545" y="704"/>
                  <a:pt x="561" y="700"/>
                  <a:pt x="575" y="706"/>
                </a:cubicBezTo>
                <a:cubicBezTo>
                  <a:pt x="577" y="714"/>
                  <a:pt x="577" y="726"/>
                  <a:pt x="569" y="738"/>
                </a:cubicBezTo>
                <a:cubicBezTo>
                  <a:pt x="559" y="754"/>
                  <a:pt x="555" y="765"/>
                  <a:pt x="553" y="767"/>
                </a:cubicBezTo>
                <a:cubicBezTo>
                  <a:pt x="543" y="775"/>
                  <a:pt x="508" y="791"/>
                  <a:pt x="453" y="813"/>
                </a:cubicBezTo>
                <a:cubicBezTo>
                  <a:pt x="410" y="832"/>
                  <a:pt x="382" y="850"/>
                  <a:pt x="365" y="870"/>
                </a:cubicBezTo>
                <a:cubicBezTo>
                  <a:pt x="357" y="878"/>
                  <a:pt x="351" y="892"/>
                  <a:pt x="341" y="911"/>
                </a:cubicBezTo>
                <a:cubicBezTo>
                  <a:pt x="333" y="929"/>
                  <a:pt x="324" y="943"/>
                  <a:pt x="316" y="951"/>
                </a:cubicBezTo>
                <a:cubicBezTo>
                  <a:pt x="314" y="968"/>
                  <a:pt x="308" y="984"/>
                  <a:pt x="300" y="998"/>
                </a:cubicBezTo>
                <a:cubicBezTo>
                  <a:pt x="296" y="1008"/>
                  <a:pt x="286" y="1020"/>
                  <a:pt x="275" y="1037"/>
                </a:cubicBezTo>
                <a:cubicBezTo>
                  <a:pt x="267" y="1030"/>
                  <a:pt x="263" y="1022"/>
                  <a:pt x="261" y="1014"/>
                </a:cubicBezTo>
                <a:cubicBezTo>
                  <a:pt x="253" y="990"/>
                  <a:pt x="265" y="957"/>
                  <a:pt x="296" y="91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>
                <a:lumMod val="1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>
              <a:cs typeface="+mn-ea"/>
              <a:sym typeface="+mn-l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D7AF132-4DF8-451E-8C7A-77682021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146" y="1821907"/>
            <a:ext cx="7720846" cy="61776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994C946B-E874-442D-9202-9D6D546F10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63" y="2575881"/>
            <a:ext cx="7720012" cy="853119"/>
          </a:xfrm>
        </p:spPr>
        <p:txBody>
          <a:bodyPr/>
          <a:lstStyle>
            <a:lvl1pPr algn="ctr">
              <a:buNone/>
              <a:defRPr sz="2800" b="1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1" name="文字版面配置區 12">
            <a:extLst>
              <a:ext uri="{FF2B5EF4-FFF2-40B4-BE49-F238E27FC236}">
                <a16:creationId xmlns:a16="http://schemas.microsoft.com/office/drawing/2014/main" id="{C0ACAB23-B8BF-4FEF-BC7A-59FF0C4248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98111" y="6226484"/>
            <a:ext cx="4867199" cy="370077"/>
          </a:xfrm>
        </p:spPr>
        <p:txBody>
          <a:bodyPr anchor="ctr">
            <a:normAutofit/>
          </a:bodyPr>
          <a:lstStyle>
            <a:lvl1pPr algn="r">
              <a:buNone/>
              <a:defRPr sz="1600">
                <a:solidFill>
                  <a:srgbClr val="00B0F0"/>
                </a:solidFill>
              </a:defRPr>
            </a:lvl1pPr>
          </a:lstStyle>
          <a:p>
            <a:pPr lvl="0"/>
            <a:r>
              <a:rPr lang="zh-TW" altLang="en-US" dirty="0"/>
              <a:t>範本檔案名稱</a:t>
            </a:r>
          </a:p>
        </p:txBody>
      </p:sp>
    </p:spTree>
    <p:extLst>
      <p:ext uri="{BB962C8B-B14F-4D97-AF65-F5344CB8AC3E}">
        <p14:creationId xmlns:p14="http://schemas.microsoft.com/office/powerpoint/2010/main" val="11759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示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6AAF9E-B714-4316-A18B-B86E496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grpSp>
        <p:nvGrpSpPr>
          <p:cNvPr id="7" name="2176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D5EB8FB-CE30-4466-B19B-63A7A1CA01C3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0" y="2819"/>
            <a:ext cx="5791203" cy="6855181"/>
            <a:chOff x="-3" y="2821"/>
            <a:chExt cx="5791203" cy="6855181"/>
          </a:xfrm>
        </p:grpSpPr>
        <p:sp>
          <p:nvSpPr>
            <p:cNvPr id="210" name="ïṡlíḓê">
              <a:extLst>
                <a:ext uri="{FF2B5EF4-FFF2-40B4-BE49-F238E27FC236}">
                  <a16:creationId xmlns:a16="http://schemas.microsoft.com/office/drawing/2014/main" id="{BCBFEDF4-A64C-4214-8060-26D9CA21D964}"/>
                </a:ext>
              </a:extLst>
            </p:cNvPr>
            <p:cNvSpPr/>
            <p:nvPr/>
          </p:nvSpPr>
          <p:spPr>
            <a:xfrm rot="5400000">
              <a:off x="-532420" y="535238"/>
              <a:ext cx="6855181" cy="57903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9" name="îS1iḋé">
              <a:extLst>
                <a:ext uri="{FF2B5EF4-FFF2-40B4-BE49-F238E27FC236}">
                  <a16:creationId xmlns:a16="http://schemas.microsoft.com/office/drawing/2014/main" id="{D4E67980-22C0-4829-A394-A6F6505FDD78}"/>
                </a:ext>
              </a:extLst>
            </p:cNvPr>
            <p:cNvGrpSpPr/>
            <p:nvPr/>
          </p:nvGrpSpPr>
          <p:grpSpPr>
            <a:xfrm>
              <a:off x="0" y="2698766"/>
              <a:ext cx="5791200" cy="4156414"/>
              <a:chOff x="0" y="2698766"/>
              <a:chExt cx="5791200" cy="4156414"/>
            </a:xfrm>
          </p:grpSpPr>
          <p:sp>
            <p:nvSpPr>
              <p:cNvPr id="11" name="iṧḻîḋê">
                <a:extLst>
                  <a:ext uri="{FF2B5EF4-FFF2-40B4-BE49-F238E27FC236}">
                    <a16:creationId xmlns:a16="http://schemas.microsoft.com/office/drawing/2014/main" id="{32449FF8-9BF4-4070-98E1-BF1363A34ED9}"/>
                  </a:ext>
                </a:extLst>
              </p:cNvPr>
              <p:cNvSpPr/>
              <p:nvPr/>
            </p:nvSpPr>
            <p:spPr bwMode="auto">
              <a:xfrm>
                <a:off x="594629" y="4307980"/>
                <a:ext cx="1525363" cy="43024"/>
              </a:xfrm>
              <a:custGeom>
                <a:avLst/>
                <a:gdLst>
                  <a:gd name="T0" fmla="*/ 389 w 780"/>
                  <a:gd name="T1" fmla="*/ 19 h 20"/>
                  <a:gd name="T2" fmla="*/ 0 w 780"/>
                  <a:gd name="T3" fmla="*/ 19 h 20"/>
                  <a:gd name="T4" fmla="*/ 0 w 780"/>
                  <a:gd name="T5" fmla="*/ 0 h 20"/>
                  <a:gd name="T6" fmla="*/ 779 w 780"/>
                  <a:gd name="T7" fmla="*/ 0 h 20"/>
                  <a:gd name="T8" fmla="*/ 779 w 780"/>
                  <a:gd name="T9" fmla="*/ 19 h 20"/>
                  <a:gd name="T10" fmla="*/ 389 w 780"/>
                  <a:gd name="T11" fmla="*/ 19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0" h="20">
                    <a:moveTo>
                      <a:pt x="389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779" y="0"/>
                    </a:lnTo>
                    <a:lnTo>
                      <a:pt x="779" y="19"/>
                    </a:lnTo>
                    <a:lnTo>
                      <a:pt x="389" y="19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" name="îS1iḋè">
                <a:extLst>
                  <a:ext uri="{FF2B5EF4-FFF2-40B4-BE49-F238E27FC236}">
                    <a16:creationId xmlns:a16="http://schemas.microsoft.com/office/drawing/2014/main" id="{F4F68D92-AA30-4789-A9EB-98C234A39168}"/>
                  </a:ext>
                </a:extLst>
              </p:cNvPr>
              <p:cNvSpPr/>
              <p:nvPr/>
            </p:nvSpPr>
            <p:spPr bwMode="auto">
              <a:xfrm>
                <a:off x="586014" y="4299372"/>
                <a:ext cx="1542594" cy="43030"/>
              </a:xfrm>
              <a:custGeom>
                <a:avLst/>
                <a:gdLst>
                  <a:gd name="T0" fmla="*/ 781 w 788"/>
                  <a:gd name="T1" fmla="*/ 17 h 23"/>
                  <a:gd name="T2" fmla="*/ 781 w 788"/>
                  <a:gd name="T3" fmla="*/ 5 h 23"/>
                  <a:gd name="T4" fmla="*/ 6 w 788"/>
                  <a:gd name="T5" fmla="*/ 5 h 23"/>
                  <a:gd name="T6" fmla="*/ 6 w 788"/>
                  <a:gd name="T7" fmla="*/ 17 h 23"/>
                  <a:gd name="T8" fmla="*/ 781 w 788"/>
                  <a:gd name="T9" fmla="*/ 17 h 23"/>
                  <a:gd name="T10" fmla="*/ 784 w 788"/>
                  <a:gd name="T11" fmla="*/ 0 h 23"/>
                  <a:gd name="T12" fmla="*/ 787 w 788"/>
                  <a:gd name="T13" fmla="*/ 2 h 23"/>
                  <a:gd name="T14" fmla="*/ 787 w 788"/>
                  <a:gd name="T15" fmla="*/ 19 h 23"/>
                  <a:gd name="T16" fmla="*/ 784 w 788"/>
                  <a:gd name="T17" fmla="*/ 22 h 23"/>
                  <a:gd name="T18" fmla="*/ 3 w 788"/>
                  <a:gd name="T19" fmla="*/ 22 h 23"/>
                  <a:gd name="T20" fmla="*/ 0 w 788"/>
                  <a:gd name="T21" fmla="*/ 19 h 23"/>
                  <a:gd name="T22" fmla="*/ 0 w 788"/>
                  <a:gd name="T23" fmla="*/ 2 h 23"/>
                  <a:gd name="T24" fmla="*/ 3 w 788"/>
                  <a:gd name="T25" fmla="*/ 0 h 23"/>
                  <a:gd name="T26" fmla="*/ 784 w 788"/>
                  <a:gd name="T2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8" h="23">
                    <a:moveTo>
                      <a:pt x="781" y="17"/>
                    </a:moveTo>
                    <a:lnTo>
                      <a:pt x="781" y="5"/>
                    </a:lnTo>
                    <a:lnTo>
                      <a:pt x="6" y="5"/>
                    </a:lnTo>
                    <a:lnTo>
                      <a:pt x="6" y="17"/>
                    </a:lnTo>
                    <a:lnTo>
                      <a:pt x="781" y="17"/>
                    </a:lnTo>
                    <a:close/>
                    <a:moveTo>
                      <a:pt x="784" y="0"/>
                    </a:moveTo>
                    <a:cubicBezTo>
                      <a:pt x="785" y="0"/>
                      <a:pt x="787" y="0"/>
                      <a:pt x="787" y="2"/>
                    </a:cubicBezTo>
                    <a:lnTo>
                      <a:pt x="787" y="19"/>
                    </a:lnTo>
                    <a:cubicBezTo>
                      <a:pt x="787" y="21"/>
                      <a:pt x="785" y="22"/>
                      <a:pt x="784" y="22"/>
                    </a:cubicBezTo>
                    <a:lnTo>
                      <a:pt x="3" y="22"/>
                    </a:lnTo>
                    <a:cubicBezTo>
                      <a:pt x="1" y="22"/>
                      <a:pt x="0" y="21"/>
                      <a:pt x="0" y="19"/>
                    </a:cubicBezTo>
                    <a:lnTo>
                      <a:pt x="0" y="2"/>
                    </a:lnTo>
                    <a:cubicBezTo>
                      <a:pt x="0" y="0"/>
                      <a:pt x="1" y="0"/>
                      <a:pt x="3" y="0"/>
                    </a:cubicBez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" name="íṩḻídè">
                <a:extLst>
                  <a:ext uri="{FF2B5EF4-FFF2-40B4-BE49-F238E27FC236}">
                    <a16:creationId xmlns:a16="http://schemas.microsoft.com/office/drawing/2014/main" id="{ED260CCA-18EE-4F7C-AA8A-42173030BBBD}"/>
                  </a:ext>
                </a:extLst>
              </p:cNvPr>
              <p:cNvSpPr/>
              <p:nvPr/>
            </p:nvSpPr>
            <p:spPr bwMode="auto">
              <a:xfrm>
                <a:off x="560158" y="4282161"/>
                <a:ext cx="51707" cy="94662"/>
              </a:xfrm>
              <a:custGeom>
                <a:avLst/>
                <a:gdLst>
                  <a:gd name="T0" fmla="*/ 13 w 27"/>
                  <a:gd name="T1" fmla="*/ 0 h 50"/>
                  <a:gd name="T2" fmla="*/ 26 w 27"/>
                  <a:gd name="T3" fmla="*/ 13 h 50"/>
                  <a:gd name="T4" fmla="*/ 26 w 27"/>
                  <a:gd name="T5" fmla="*/ 35 h 50"/>
                  <a:gd name="T6" fmla="*/ 13 w 27"/>
                  <a:gd name="T7" fmla="*/ 49 h 50"/>
                  <a:gd name="T8" fmla="*/ 0 w 27"/>
                  <a:gd name="T9" fmla="*/ 35 h 50"/>
                  <a:gd name="T10" fmla="*/ 0 w 27"/>
                  <a:gd name="T11" fmla="*/ 13 h 50"/>
                  <a:gd name="T12" fmla="*/ 13 w 27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50">
                    <a:moveTo>
                      <a:pt x="13" y="0"/>
                    </a:moveTo>
                    <a:cubicBezTo>
                      <a:pt x="20" y="0"/>
                      <a:pt x="26" y="6"/>
                      <a:pt x="26" y="13"/>
                    </a:cubicBezTo>
                    <a:lnTo>
                      <a:pt x="26" y="35"/>
                    </a:lnTo>
                    <a:cubicBezTo>
                      <a:pt x="26" y="43"/>
                      <a:pt x="20" y="49"/>
                      <a:pt x="13" y="49"/>
                    </a:cubicBezTo>
                    <a:cubicBezTo>
                      <a:pt x="6" y="49"/>
                      <a:pt x="0" y="43"/>
                      <a:pt x="0" y="35"/>
                    </a:cubicBezTo>
                    <a:lnTo>
                      <a:pt x="0" y="13"/>
                    </a:lnTo>
                    <a:cubicBezTo>
                      <a:pt x="0" y="6"/>
                      <a:pt x="6" y="0"/>
                      <a:pt x="13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iSḷîḑé">
                <a:extLst>
                  <a:ext uri="{FF2B5EF4-FFF2-40B4-BE49-F238E27FC236}">
                    <a16:creationId xmlns:a16="http://schemas.microsoft.com/office/drawing/2014/main" id="{19D0127D-F9C3-4526-9DCC-4AE400E89066}"/>
                  </a:ext>
                </a:extLst>
              </p:cNvPr>
              <p:cNvSpPr/>
              <p:nvPr/>
            </p:nvSpPr>
            <p:spPr bwMode="auto">
              <a:xfrm>
                <a:off x="551543" y="4273558"/>
                <a:ext cx="68943" cy="111868"/>
              </a:xfrm>
              <a:custGeom>
                <a:avLst/>
                <a:gdLst>
                  <a:gd name="T0" fmla="*/ 27 w 34"/>
                  <a:gd name="T1" fmla="*/ 39 h 57"/>
                  <a:gd name="T2" fmla="*/ 27 w 34"/>
                  <a:gd name="T3" fmla="*/ 17 h 57"/>
                  <a:gd name="T4" fmla="*/ 17 w 34"/>
                  <a:gd name="T5" fmla="*/ 6 h 57"/>
                  <a:gd name="T6" fmla="*/ 7 w 34"/>
                  <a:gd name="T7" fmla="*/ 17 h 57"/>
                  <a:gd name="T8" fmla="*/ 7 w 34"/>
                  <a:gd name="T9" fmla="*/ 39 h 57"/>
                  <a:gd name="T10" fmla="*/ 17 w 34"/>
                  <a:gd name="T11" fmla="*/ 49 h 57"/>
                  <a:gd name="T12" fmla="*/ 27 w 34"/>
                  <a:gd name="T13" fmla="*/ 39 h 57"/>
                  <a:gd name="T14" fmla="*/ 17 w 34"/>
                  <a:gd name="T15" fmla="*/ 0 h 57"/>
                  <a:gd name="T16" fmla="*/ 33 w 34"/>
                  <a:gd name="T17" fmla="*/ 17 h 57"/>
                  <a:gd name="T18" fmla="*/ 33 w 34"/>
                  <a:gd name="T19" fmla="*/ 39 h 57"/>
                  <a:gd name="T20" fmla="*/ 17 w 34"/>
                  <a:gd name="T21" fmla="*/ 56 h 57"/>
                  <a:gd name="T22" fmla="*/ 0 w 34"/>
                  <a:gd name="T23" fmla="*/ 39 h 57"/>
                  <a:gd name="T24" fmla="*/ 0 w 34"/>
                  <a:gd name="T25" fmla="*/ 17 h 57"/>
                  <a:gd name="T26" fmla="*/ 17 w 34"/>
                  <a:gd name="T2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57">
                    <a:moveTo>
                      <a:pt x="27" y="39"/>
                    </a:moveTo>
                    <a:lnTo>
                      <a:pt x="27" y="17"/>
                    </a:lnTo>
                    <a:cubicBezTo>
                      <a:pt x="27" y="11"/>
                      <a:pt x="23" y="6"/>
                      <a:pt x="17" y="6"/>
                    </a:cubicBezTo>
                    <a:cubicBezTo>
                      <a:pt x="11" y="6"/>
                      <a:pt x="7" y="11"/>
                      <a:pt x="7" y="17"/>
                    </a:cubicBezTo>
                    <a:lnTo>
                      <a:pt x="7" y="39"/>
                    </a:lnTo>
                    <a:cubicBezTo>
                      <a:pt x="7" y="45"/>
                      <a:pt x="11" y="49"/>
                      <a:pt x="17" y="49"/>
                    </a:cubicBezTo>
                    <a:cubicBezTo>
                      <a:pt x="23" y="49"/>
                      <a:pt x="27" y="45"/>
                      <a:pt x="27" y="39"/>
                    </a:cubicBezTo>
                    <a:close/>
                    <a:moveTo>
                      <a:pt x="17" y="0"/>
                    </a:moveTo>
                    <a:cubicBezTo>
                      <a:pt x="26" y="0"/>
                      <a:pt x="33" y="8"/>
                      <a:pt x="33" y="17"/>
                    </a:cubicBezTo>
                    <a:lnTo>
                      <a:pt x="33" y="39"/>
                    </a:lnTo>
                    <a:cubicBezTo>
                      <a:pt x="33" y="48"/>
                      <a:pt x="26" y="56"/>
                      <a:pt x="17" y="56"/>
                    </a:cubicBezTo>
                    <a:cubicBezTo>
                      <a:pt x="8" y="56"/>
                      <a:pt x="0" y="48"/>
                      <a:pt x="0" y="39"/>
                    </a:cubicBezTo>
                    <a:lnTo>
                      <a:pt x="0" y="17"/>
                    </a:ln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" name="ïṡļíďê">
                <a:extLst>
                  <a:ext uri="{FF2B5EF4-FFF2-40B4-BE49-F238E27FC236}">
                    <a16:creationId xmlns:a16="http://schemas.microsoft.com/office/drawing/2014/main" id="{EC17A906-C413-4F18-9866-612A9187A534}"/>
                  </a:ext>
                </a:extLst>
              </p:cNvPr>
              <p:cNvSpPr/>
              <p:nvPr/>
            </p:nvSpPr>
            <p:spPr bwMode="auto">
              <a:xfrm>
                <a:off x="2111372" y="4282161"/>
                <a:ext cx="51707" cy="94662"/>
              </a:xfrm>
              <a:custGeom>
                <a:avLst/>
                <a:gdLst>
                  <a:gd name="T0" fmla="*/ 13 w 27"/>
                  <a:gd name="T1" fmla="*/ 0 h 50"/>
                  <a:gd name="T2" fmla="*/ 26 w 27"/>
                  <a:gd name="T3" fmla="*/ 13 h 50"/>
                  <a:gd name="T4" fmla="*/ 26 w 27"/>
                  <a:gd name="T5" fmla="*/ 35 h 50"/>
                  <a:gd name="T6" fmla="*/ 13 w 27"/>
                  <a:gd name="T7" fmla="*/ 49 h 50"/>
                  <a:gd name="T8" fmla="*/ 0 w 27"/>
                  <a:gd name="T9" fmla="*/ 35 h 50"/>
                  <a:gd name="T10" fmla="*/ 0 w 27"/>
                  <a:gd name="T11" fmla="*/ 13 h 50"/>
                  <a:gd name="T12" fmla="*/ 13 w 27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50">
                    <a:moveTo>
                      <a:pt x="13" y="0"/>
                    </a:moveTo>
                    <a:cubicBezTo>
                      <a:pt x="20" y="0"/>
                      <a:pt x="26" y="6"/>
                      <a:pt x="26" y="13"/>
                    </a:cubicBezTo>
                    <a:lnTo>
                      <a:pt x="26" y="35"/>
                    </a:lnTo>
                    <a:cubicBezTo>
                      <a:pt x="26" y="43"/>
                      <a:pt x="21" y="49"/>
                      <a:pt x="13" y="49"/>
                    </a:cubicBezTo>
                    <a:cubicBezTo>
                      <a:pt x="6" y="49"/>
                      <a:pt x="0" y="43"/>
                      <a:pt x="0" y="35"/>
                    </a:cubicBezTo>
                    <a:lnTo>
                      <a:pt x="0" y="13"/>
                    </a:lnTo>
                    <a:cubicBezTo>
                      <a:pt x="0" y="6"/>
                      <a:pt x="5" y="0"/>
                      <a:pt x="13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" name="iś1íḓe">
                <a:extLst>
                  <a:ext uri="{FF2B5EF4-FFF2-40B4-BE49-F238E27FC236}">
                    <a16:creationId xmlns:a16="http://schemas.microsoft.com/office/drawing/2014/main" id="{50E53C4C-48F3-43AE-9B4B-0A67572F8002}"/>
                  </a:ext>
                </a:extLst>
              </p:cNvPr>
              <p:cNvSpPr/>
              <p:nvPr/>
            </p:nvSpPr>
            <p:spPr bwMode="auto">
              <a:xfrm>
                <a:off x="2102757" y="4273558"/>
                <a:ext cx="60322" cy="111868"/>
              </a:xfrm>
              <a:custGeom>
                <a:avLst/>
                <a:gdLst>
                  <a:gd name="T0" fmla="*/ 26 w 33"/>
                  <a:gd name="T1" fmla="*/ 39 h 57"/>
                  <a:gd name="T2" fmla="*/ 26 w 33"/>
                  <a:gd name="T3" fmla="*/ 17 h 57"/>
                  <a:gd name="T4" fmla="*/ 16 w 33"/>
                  <a:gd name="T5" fmla="*/ 6 h 57"/>
                  <a:gd name="T6" fmla="*/ 6 w 33"/>
                  <a:gd name="T7" fmla="*/ 17 h 57"/>
                  <a:gd name="T8" fmla="*/ 6 w 33"/>
                  <a:gd name="T9" fmla="*/ 39 h 57"/>
                  <a:gd name="T10" fmla="*/ 16 w 33"/>
                  <a:gd name="T11" fmla="*/ 49 h 57"/>
                  <a:gd name="T12" fmla="*/ 26 w 33"/>
                  <a:gd name="T13" fmla="*/ 39 h 57"/>
                  <a:gd name="T14" fmla="*/ 16 w 33"/>
                  <a:gd name="T15" fmla="*/ 0 h 57"/>
                  <a:gd name="T16" fmla="*/ 32 w 33"/>
                  <a:gd name="T17" fmla="*/ 17 h 57"/>
                  <a:gd name="T18" fmla="*/ 32 w 33"/>
                  <a:gd name="T19" fmla="*/ 39 h 57"/>
                  <a:gd name="T20" fmla="*/ 16 w 33"/>
                  <a:gd name="T21" fmla="*/ 56 h 57"/>
                  <a:gd name="T22" fmla="*/ 0 w 33"/>
                  <a:gd name="T23" fmla="*/ 39 h 57"/>
                  <a:gd name="T24" fmla="*/ 0 w 33"/>
                  <a:gd name="T25" fmla="*/ 17 h 57"/>
                  <a:gd name="T26" fmla="*/ 16 w 33"/>
                  <a:gd name="T2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57">
                    <a:moveTo>
                      <a:pt x="26" y="39"/>
                    </a:moveTo>
                    <a:lnTo>
                      <a:pt x="26" y="17"/>
                    </a:lnTo>
                    <a:cubicBezTo>
                      <a:pt x="26" y="11"/>
                      <a:pt x="21" y="6"/>
                      <a:pt x="16" y="6"/>
                    </a:cubicBezTo>
                    <a:cubicBezTo>
                      <a:pt x="10" y="6"/>
                      <a:pt x="6" y="11"/>
                      <a:pt x="6" y="17"/>
                    </a:cubicBezTo>
                    <a:lnTo>
                      <a:pt x="6" y="39"/>
                    </a:lnTo>
                    <a:cubicBezTo>
                      <a:pt x="6" y="45"/>
                      <a:pt x="10" y="49"/>
                      <a:pt x="16" y="49"/>
                    </a:cubicBezTo>
                    <a:cubicBezTo>
                      <a:pt x="21" y="49"/>
                      <a:pt x="26" y="45"/>
                      <a:pt x="26" y="39"/>
                    </a:cubicBezTo>
                    <a:close/>
                    <a:moveTo>
                      <a:pt x="16" y="0"/>
                    </a:moveTo>
                    <a:cubicBezTo>
                      <a:pt x="25" y="0"/>
                      <a:pt x="32" y="8"/>
                      <a:pt x="32" y="17"/>
                    </a:cubicBezTo>
                    <a:lnTo>
                      <a:pt x="32" y="39"/>
                    </a:lnTo>
                    <a:cubicBezTo>
                      <a:pt x="32" y="48"/>
                      <a:pt x="25" y="56"/>
                      <a:pt x="16" y="56"/>
                    </a:cubicBezTo>
                    <a:cubicBezTo>
                      <a:pt x="6" y="56"/>
                      <a:pt x="0" y="48"/>
                      <a:pt x="0" y="39"/>
                    </a:cubicBezTo>
                    <a:lnTo>
                      <a:pt x="0" y="17"/>
                    </a:lnTo>
                    <a:cubicBezTo>
                      <a:pt x="0" y="8"/>
                      <a:pt x="6" y="0"/>
                      <a:pt x="16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" name="iṡ1íḍè">
                <a:extLst>
                  <a:ext uri="{FF2B5EF4-FFF2-40B4-BE49-F238E27FC236}">
                    <a16:creationId xmlns:a16="http://schemas.microsoft.com/office/drawing/2014/main" id="{3AD443CD-D375-4E77-9053-9FDA57DA12DE}"/>
                  </a:ext>
                </a:extLst>
              </p:cNvPr>
              <p:cNvSpPr/>
              <p:nvPr/>
            </p:nvSpPr>
            <p:spPr bwMode="auto">
              <a:xfrm>
                <a:off x="629101" y="4264950"/>
                <a:ext cx="60328" cy="1058468"/>
              </a:xfrm>
              <a:custGeom>
                <a:avLst/>
                <a:gdLst>
                  <a:gd name="T0" fmla="*/ 0 w 30"/>
                  <a:gd name="T1" fmla="*/ 0 h 542"/>
                  <a:gd name="T2" fmla="*/ 22 w 30"/>
                  <a:gd name="T3" fmla="*/ 0 h 542"/>
                  <a:gd name="T4" fmla="*/ 21 w 30"/>
                  <a:gd name="T5" fmla="*/ 539 h 542"/>
                  <a:gd name="T6" fmla="*/ 1 w 30"/>
                  <a:gd name="T7" fmla="*/ 540 h 542"/>
                  <a:gd name="T8" fmla="*/ 0 w 30"/>
                  <a:gd name="T9" fmla="*/ 0 h 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542">
                    <a:moveTo>
                      <a:pt x="0" y="0"/>
                    </a:moveTo>
                    <a:lnTo>
                      <a:pt x="22" y="0"/>
                    </a:lnTo>
                    <a:cubicBezTo>
                      <a:pt x="22" y="0"/>
                      <a:pt x="29" y="538"/>
                      <a:pt x="21" y="539"/>
                    </a:cubicBezTo>
                    <a:cubicBezTo>
                      <a:pt x="12" y="541"/>
                      <a:pt x="1" y="540"/>
                      <a:pt x="1" y="54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" name="ï$liḑè">
                <a:extLst>
                  <a:ext uri="{FF2B5EF4-FFF2-40B4-BE49-F238E27FC236}">
                    <a16:creationId xmlns:a16="http://schemas.microsoft.com/office/drawing/2014/main" id="{8891A10F-0745-4E8B-ACA6-F621D2FB2690}"/>
                  </a:ext>
                </a:extLst>
              </p:cNvPr>
              <p:cNvSpPr/>
              <p:nvPr/>
            </p:nvSpPr>
            <p:spPr bwMode="auto">
              <a:xfrm>
                <a:off x="620486" y="4256347"/>
                <a:ext cx="60322" cy="1067070"/>
              </a:xfrm>
              <a:custGeom>
                <a:avLst/>
                <a:gdLst>
                  <a:gd name="T0" fmla="*/ 21 w 31"/>
                  <a:gd name="T1" fmla="*/ 540 h 549"/>
                  <a:gd name="T2" fmla="*/ 21 w 31"/>
                  <a:gd name="T3" fmla="*/ 7 h 549"/>
                  <a:gd name="T4" fmla="*/ 6 w 31"/>
                  <a:gd name="T5" fmla="*/ 7 h 549"/>
                  <a:gd name="T6" fmla="*/ 8 w 31"/>
                  <a:gd name="T7" fmla="*/ 541 h 549"/>
                  <a:gd name="T8" fmla="*/ 21 w 31"/>
                  <a:gd name="T9" fmla="*/ 540 h 549"/>
                  <a:gd name="T10" fmla="*/ 27 w 31"/>
                  <a:gd name="T11" fmla="*/ 4 h 549"/>
                  <a:gd name="T12" fmla="*/ 30 w 31"/>
                  <a:gd name="T13" fmla="*/ 273 h 549"/>
                  <a:gd name="T14" fmla="*/ 29 w 31"/>
                  <a:gd name="T15" fmla="*/ 458 h 549"/>
                  <a:gd name="T16" fmla="*/ 24 w 31"/>
                  <a:gd name="T17" fmla="*/ 546 h 549"/>
                  <a:gd name="T18" fmla="*/ 5 w 31"/>
                  <a:gd name="T19" fmla="*/ 548 h 549"/>
                  <a:gd name="T20" fmla="*/ 2 w 31"/>
                  <a:gd name="T21" fmla="*/ 544 h 549"/>
                  <a:gd name="T22" fmla="*/ 0 w 31"/>
                  <a:gd name="T23" fmla="*/ 4 h 549"/>
                  <a:gd name="T24" fmla="*/ 1 w 31"/>
                  <a:gd name="T25" fmla="*/ 1 h 549"/>
                  <a:gd name="T26" fmla="*/ 3 w 31"/>
                  <a:gd name="T27" fmla="*/ 0 h 549"/>
                  <a:gd name="T28" fmla="*/ 24 w 31"/>
                  <a:gd name="T29" fmla="*/ 0 h 549"/>
                  <a:gd name="T30" fmla="*/ 27 w 31"/>
                  <a:gd name="T31" fmla="*/ 4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549">
                    <a:moveTo>
                      <a:pt x="21" y="540"/>
                    </a:moveTo>
                    <a:cubicBezTo>
                      <a:pt x="25" y="516"/>
                      <a:pt x="24" y="211"/>
                      <a:pt x="21" y="7"/>
                    </a:cubicBezTo>
                    <a:lnTo>
                      <a:pt x="6" y="7"/>
                    </a:lnTo>
                    <a:lnTo>
                      <a:pt x="8" y="541"/>
                    </a:lnTo>
                    <a:cubicBezTo>
                      <a:pt x="11" y="541"/>
                      <a:pt x="16" y="541"/>
                      <a:pt x="21" y="540"/>
                    </a:cubicBezTo>
                    <a:close/>
                    <a:moveTo>
                      <a:pt x="27" y="4"/>
                    </a:moveTo>
                    <a:cubicBezTo>
                      <a:pt x="27" y="5"/>
                      <a:pt x="29" y="140"/>
                      <a:pt x="30" y="273"/>
                    </a:cubicBezTo>
                    <a:cubicBezTo>
                      <a:pt x="30" y="351"/>
                      <a:pt x="30" y="413"/>
                      <a:pt x="29" y="458"/>
                    </a:cubicBezTo>
                    <a:cubicBezTo>
                      <a:pt x="28" y="545"/>
                      <a:pt x="27" y="545"/>
                      <a:pt x="24" y="546"/>
                    </a:cubicBezTo>
                    <a:cubicBezTo>
                      <a:pt x="16" y="548"/>
                      <a:pt x="5" y="548"/>
                      <a:pt x="5" y="548"/>
                    </a:cubicBezTo>
                    <a:cubicBezTo>
                      <a:pt x="3" y="548"/>
                      <a:pt x="2" y="546"/>
                      <a:pt x="2" y="544"/>
                    </a:cubicBezTo>
                    <a:lnTo>
                      <a:pt x="0" y="4"/>
                    </a:lnTo>
                    <a:cubicBezTo>
                      <a:pt x="0" y="3"/>
                      <a:pt x="0" y="2"/>
                      <a:pt x="1" y="1"/>
                    </a:cubicBezTo>
                    <a:cubicBezTo>
                      <a:pt x="1" y="1"/>
                      <a:pt x="2" y="0"/>
                      <a:pt x="3" y="0"/>
                    </a:cubicBezTo>
                    <a:lnTo>
                      <a:pt x="24" y="0"/>
                    </a:lnTo>
                    <a:cubicBezTo>
                      <a:pt x="26" y="0"/>
                      <a:pt x="27" y="2"/>
                      <a:pt x="27" y="4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" name="iṡlïdé">
                <a:extLst>
                  <a:ext uri="{FF2B5EF4-FFF2-40B4-BE49-F238E27FC236}">
                    <a16:creationId xmlns:a16="http://schemas.microsoft.com/office/drawing/2014/main" id="{963BF35C-4E86-4B7A-8887-1A46D1C7EE13}"/>
                  </a:ext>
                </a:extLst>
              </p:cNvPr>
              <p:cNvSpPr/>
              <p:nvPr/>
            </p:nvSpPr>
            <p:spPr bwMode="auto">
              <a:xfrm>
                <a:off x="2042429" y="4247739"/>
                <a:ext cx="103414" cy="1308022"/>
              </a:xfrm>
              <a:custGeom>
                <a:avLst/>
                <a:gdLst>
                  <a:gd name="T0" fmla="*/ 0 w 51"/>
                  <a:gd name="T1" fmla="*/ 0 h 671"/>
                  <a:gd name="T2" fmla="*/ 18 w 51"/>
                  <a:gd name="T3" fmla="*/ 4 h 671"/>
                  <a:gd name="T4" fmla="*/ 42 w 51"/>
                  <a:gd name="T5" fmla="*/ 669 h 671"/>
                  <a:gd name="T6" fmla="*/ 25 w 51"/>
                  <a:gd name="T7" fmla="*/ 667 h 671"/>
                  <a:gd name="T8" fmla="*/ 0 w 51"/>
                  <a:gd name="T9" fmla="*/ 0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671">
                    <a:moveTo>
                      <a:pt x="0" y="0"/>
                    </a:moveTo>
                    <a:lnTo>
                      <a:pt x="18" y="4"/>
                    </a:lnTo>
                    <a:cubicBezTo>
                      <a:pt x="18" y="4"/>
                      <a:pt x="50" y="667"/>
                      <a:pt x="42" y="669"/>
                    </a:cubicBezTo>
                    <a:cubicBezTo>
                      <a:pt x="34" y="670"/>
                      <a:pt x="25" y="667"/>
                      <a:pt x="25" y="667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" name="iṣlíḓê">
                <a:extLst>
                  <a:ext uri="{FF2B5EF4-FFF2-40B4-BE49-F238E27FC236}">
                    <a16:creationId xmlns:a16="http://schemas.microsoft.com/office/drawing/2014/main" id="{D73B943D-1C2C-42DF-98E5-61B2404C2C62}"/>
                  </a:ext>
                </a:extLst>
              </p:cNvPr>
              <p:cNvSpPr/>
              <p:nvPr/>
            </p:nvSpPr>
            <p:spPr bwMode="auto">
              <a:xfrm>
                <a:off x="2042429" y="4247739"/>
                <a:ext cx="103414" cy="1316630"/>
              </a:xfrm>
              <a:custGeom>
                <a:avLst/>
                <a:gdLst>
                  <a:gd name="T0" fmla="*/ 41 w 51"/>
                  <a:gd name="T1" fmla="*/ 668 h 675"/>
                  <a:gd name="T2" fmla="*/ 17 w 51"/>
                  <a:gd name="T3" fmla="*/ 10 h 675"/>
                  <a:gd name="T4" fmla="*/ 7 w 51"/>
                  <a:gd name="T5" fmla="*/ 7 h 675"/>
                  <a:gd name="T6" fmla="*/ 31 w 51"/>
                  <a:gd name="T7" fmla="*/ 666 h 675"/>
                  <a:gd name="T8" fmla="*/ 41 w 51"/>
                  <a:gd name="T9" fmla="*/ 668 h 675"/>
                  <a:gd name="T10" fmla="*/ 38 w 51"/>
                  <a:gd name="T11" fmla="*/ 338 h 675"/>
                  <a:gd name="T12" fmla="*/ 46 w 51"/>
                  <a:gd name="T13" fmla="*/ 566 h 675"/>
                  <a:gd name="T14" fmla="*/ 44 w 51"/>
                  <a:gd name="T15" fmla="*/ 673 h 675"/>
                  <a:gd name="T16" fmla="*/ 39 w 51"/>
                  <a:gd name="T17" fmla="*/ 674 h 675"/>
                  <a:gd name="T18" fmla="*/ 27 w 51"/>
                  <a:gd name="T19" fmla="*/ 671 h 675"/>
                  <a:gd name="T20" fmla="*/ 25 w 51"/>
                  <a:gd name="T21" fmla="*/ 668 h 675"/>
                  <a:gd name="T22" fmla="*/ 0 w 51"/>
                  <a:gd name="T23" fmla="*/ 3 h 675"/>
                  <a:gd name="T24" fmla="*/ 1 w 51"/>
                  <a:gd name="T25" fmla="*/ 1 h 675"/>
                  <a:gd name="T26" fmla="*/ 4 w 51"/>
                  <a:gd name="T27" fmla="*/ 0 h 675"/>
                  <a:gd name="T28" fmla="*/ 21 w 51"/>
                  <a:gd name="T29" fmla="*/ 4 h 675"/>
                  <a:gd name="T30" fmla="*/ 23 w 51"/>
                  <a:gd name="T31" fmla="*/ 7 h 675"/>
                  <a:gd name="T32" fmla="*/ 38 w 51"/>
                  <a:gd name="T33" fmla="*/ 338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" h="675">
                    <a:moveTo>
                      <a:pt x="41" y="668"/>
                    </a:moveTo>
                    <a:cubicBezTo>
                      <a:pt x="45" y="636"/>
                      <a:pt x="25" y="187"/>
                      <a:pt x="17" y="10"/>
                    </a:cubicBezTo>
                    <a:lnTo>
                      <a:pt x="7" y="7"/>
                    </a:lnTo>
                    <a:lnTo>
                      <a:pt x="31" y="666"/>
                    </a:lnTo>
                    <a:cubicBezTo>
                      <a:pt x="33" y="667"/>
                      <a:pt x="38" y="668"/>
                      <a:pt x="41" y="668"/>
                    </a:cubicBezTo>
                    <a:close/>
                    <a:moveTo>
                      <a:pt x="38" y="338"/>
                    </a:moveTo>
                    <a:cubicBezTo>
                      <a:pt x="42" y="434"/>
                      <a:pt x="44" y="511"/>
                      <a:pt x="46" y="566"/>
                    </a:cubicBezTo>
                    <a:cubicBezTo>
                      <a:pt x="50" y="672"/>
                      <a:pt x="48" y="672"/>
                      <a:pt x="44" y="673"/>
                    </a:cubicBezTo>
                    <a:cubicBezTo>
                      <a:pt x="42" y="674"/>
                      <a:pt x="41" y="674"/>
                      <a:pt x="39" y="674"/>
                    </a:cubicBezTo>
                    <a:cubicBezTo>
                      <a:pt x="32" y="674"/>
                      <a:pt x="27" y="671"/>
                      <a:pt x="27" y="671"/>
                    </a:cubicBezTo>
                    <a:cubicBezTo>
                      <a:pt x="25" y="671"/>
                      <a:pt x="25" y="670"/>
                      <a:pt x="25" y="668"/>
                    </a:cubicBezTo>
                    <a:lnTo>
                      <a:pt x="0" y="3"/>
                    </a:ln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lnTo>
                      <a:pt x="21" y="4"/>
                    </a:lnTo>
                    <a:cubicBezTo>
                      <a:pt x="22" y="5"/>
                      <a:pt x="23" y="6"/>
                      <a:pt x="23" y="7"/>
                    </a:cubicBezTo>
                    <a:cubicBezTo>
                      <a:pt x="23" y="9"/>
                      <a:pt x="32" y="175"/>
                      <a:pt x="38" y="338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1" name="ís1ídê">
                <a:extLst>
                  <a:ext uri="{FF2B5EF4-FFF2-40B4-BE49-F238E27FC236}">
                    <a16:creationId xmlns:a16="http://schemas.microsoft.com/office/drawing/2014/main" id="{CB6D52DC-9C99-4349-B4F4-2D92B604AA77}"/>
                  </a:ext>
                </a:extLst>
              </p:cNvPr>
              <p:cNvSpPr/>
              <p:nvPr/>
            </p:nvSpPr>
            <p:spPr bwMode="auto">
              <a:xfrm>
                <a:off x="689429" y="2991350"/>
                <a:ext cx="1353001" cy="2005062"/>
              </a:xfrm>
              <a:custGeom>
                <a:avLst/>
                <a:gdLst>
                  <a:gd name="T0" fmla="*/ 0 w 694"/>
                  <a:gd name="T1" fmla="*/ 0 h 1028"/>
                  <a:gd name="T2" fmla="*/ 671 w 694"/>
                  <a:gd name="T3" fmla="*/ 34 h 1028"/>
                  <a:gd name="T4" fmla="*/ 693 w 694"/>
                  <a:gd name="T5" fmla="*/ 997 h 1028"/>
                  <a:gd name="T6" fmla="*/ 3 w 694"/>
                  <a:gd name="T7" fmla="*/ 1027 h 1028"/>
                  <a:gd name="T8" fmla="*/ 0 w 694"/>
                  <a:gd name="T9" fmla="*/ 0 h 10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4" h="1028">
                    <a:moveTo>
                      <a:pt x="0" y="0"/>
                    </a:moveTo>
                    <a:lnTo>
                      <a:pt x="671" y="34"/>
                    </a:lnTo>
                    <a:lnTo>
                      <a:pt x="693" y="997"/>
                    </a:lnTo>
                    <a:lnTo>
                      <a:pt x="3" y="10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2" name="ísḷïdê">
                <a:extLst>
                  <a:ext uri="{FF2B5EF4-FFF2-40B4-BE49-F238E27FC236}">
                    <a16:creationId xmlns:a16="http://schemas.microsoft.com/office/drawing/2014/main" id="{07298D30-820C-4A49-9679-07DF296F3142}"/>
                  </a:ext>
                </a:extLst>
              </p:cNvPr>
              <p:cNvSpPr/>
              <p:nvPr/>
            </p:nvSpPr>
            <p:spPr bwMode="auto">
              <a:xfrm>
                <a:off x="680808" y="2982747"/>
                <a:ext cx="1370242" cy="2013665"/>
              </a:xfrm>
              <a:custGeom>
                <a:avLst/>
                <a:gdLst>
                  <a:gd name="T0" fmla="*/ 9 w 701"/>
                  <a:gd name="T1" fmla="*/ 1024 h 1031"/>
                  <a:gd name="T2" fmla="*/ 694 w 701"/>
                  <a:gd name="T3" fmla="*/ 994 h 1031"/>
                  <a:gd name="T4" fmla="*/ 672 w 701"/>
                  <a:gd name="T5" fmla="*/ 40 h 1031"/>
                  <a:gd name="T6" fmla="*/ 6 w 701"/>
                  <a:gd name="T7" fmla="*/ 6 h 1031"/>
                  <a:gd name="T8" fmla="*/ 9 w 701"/>
                  <a:gd name="T9" fmla="*/ 1024 h 1031"/>
                  <a:gd name="T10" fmla="*/ 675 w 701"/>
                  <a:gd name="T11" fmla="*/ 34 h 1031"/>
                  <a:gd name="T12" fmla="*/ 678 w 701"/>
                  <a:gd name="T13" fmla="*/ 37 h 1031"/>
                  <a:gd name="T14" fmla="*/ 700 w 701"/>
                  <a:gd name="T15" fmla="*/ 997 h 1031"/>
                  <a:gd name="T16" fmla="*/ 697 w 701"/>
                  <a:gd name="T17" fmla="*/ 1000 h 1031"/>
                  <a:gd name="T18" fmla="*/ 6 w 701"/>
                  <a:gd name="T19" fmla="*/ 1030 h 1031"/>
                  <a:gd name="T20" fmla="*/ 4 w 701"/>
                  <a:gd name="T21" fmla="*/ 1029 h 1031"/>
                  <a:gd name="T22" fmla="*/ 3 w 701"/>
                  <a:gd name="T23" fmla="*/ 1027 h 1031"/>
                  <a:gd name="T24" fmla="*/ 0 w 701"/>
                  <a:gd name="T25" fmla="*/ 3 h 1031"/>
                  <a:gd name="T26" fmla="*/ 1 w 701"/>
                  <a:gd name="T27" fmla="*/ 1 h 1031"/>
                  <a:gd name="T28" fmla="*/ 3 w 701"/>
                  <a:gd name="T29" fmla="*/ 0 h 1031"/>
                  <a:gd name="T30" fmla="*/ 675 w 701"/>
                  <a:gd name="T31" fmla="*/ 34 h 1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01" h="1031">
                    <a:moveTo>
                      <a:pt x="9" y="1024"/>
                    </a:moveTo>
                    <a:lnTo>
                      <a:pt x="694" y="994"/>
                    </a:lnTo>
                    <a:lnTo>
                      <a:pt x="672" y="40"/>
                    </a:lnTo>
                    <a:lnTo>
                      <a:pt x="6" y="6"/>
                    </a:lnTo>
                    <a:lnTo>
                      <a:pt x="9" y="1024"/>
                    </a:lnTo>
                    <a:close/>
                    <a:moveTo>
                      <a:pt x="675" y="34"/>
                    </a:moveTo>
                    <a:cubicBezTo>
                      <a:pt x="677" y="34"/>
                      <a:pt x="678" y="35"/>
                      <a:pt x="678" y="37"/>
                    </a:cubicBezTo>
                    <a:lnTo>
                      <a:pt x="700" y="997"/>
                    </a:lnTo>
                    <a:cubicBezTo>
                      <a:pt x="700" y="998"/>
                      <a:pt x="699" y="1000"/>
                      <a:pt x="697" y="1000"/>
                    </a:cubicBezTo>
                    <a:lnTo>
                      <a:pt x="6" y="1030"/>
                    </a:lnTo>
                    <a:cubicBezTo>
                      <a:pt x="6" y="1030"/>
                      <a:pt x="5" y="1030"/>
                      <a:pt x="4" y="1029"/>
                    </a:cubicBezTo>
                    <a:cubicBezTo>
                      <a:pt x="4" y="1029"/>
                      <a:pt x="3" y="1029"/>
                      <a:pt x="3" y="1027"/>
                    </a:cubicBezTo>
                    <a:lnTo>
                      <a:pt x="0" y="3"/>
                    </a:ln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0"/>
                      <a:pt x="3" y="0"/>
                    </a:cubicBezTo>
                    <a:lnTo>
                      <a:pt x="675" y="34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3" name="íṣļíḓè">
                <a:extLst>
                  <a:ext uri="{FF2B5EF4-FFF2-40B4-BE49-F238E27FC236}">
                    <a16:creationId xmlns:a16="http://schemas.microsoft.com/office/drawing/2014/main" id="{B53951DC-C2EE-4492-A1EE-4B4893C3BA60}"/>
                  </a:ext>
                </a:extLst>
              </p:cNvPr>
              <p:cNvSpPr/>
              <p:nvPr/>
            </p:nvSpPr>
            <p:spPr bwMode="auto">
              <a:xfrm>
                <a:off x="715279" y="3025771"/>
                <a:ext cx="1301299" cy="1936219"/>
              </a:xfrm>
              <a:custGeom>
                <a:avLst/>
                <a:gdLst>
                  <a:gd name="T0" fmla="*/ 0 w 664"/>
                  <a:gd name="T1" fmla="*/ 0 h 994"/>
                  <a:gd name="T2" fmla="*/ 642 w 664"/>
                  <a:gd name="T3" fmla="*/ 32 h 994"/>
                  <a:gd name="T4" fmla="*/ 663 w 664"/>
                  <a:gd name="T5" fmla="*/ 964 h 994"/>
                  <a:gd name="T6" fmla="*/ 3 w 664"/>
                  <a:gd name="T7" fmla="*/ 993 h 994"/>
                  <a:gd name="T8" fmla="*/ 0 w 664"/>
                  <a:gd name="T9" fmla="*/ 0 h 9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4" h="994">
                    <a:moveTo>
                      <a:pt x="0" y="0"/>
                    </a:moveTo>
                    <a:lnTo>
                      <a:pt x="642" y="32"/>
                    </a:lnTo>
                    <a:lnTo>
                      <a:pt x="663" y="964"/>
                    </a:lnTo>
                    <a:lnTo>
                      <a:pt x="3" y="99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4" name="íŝḷiḍé">
                <a:extLst>
                  <a:ext uri="{FF2B5EF4-FFF2-40B4-BE49-F238E27FC236}">
                    <a16:creationId xmlns:a16="http://schemas.microsoft.com/office/drawing/2014/main" id="{777EF7B8-E489-45B1-B0CD-CAB0BAA20E70}"/>
                  </a:ext>
                </a:extLst>
              </p:cNvPr>
              <p:cNvSpPr/>
              <p:nvPr/>
            </p:nvSpPr>
            <p:spPr bwMode="auto">
              <a:xfrm>
                <a:off x="706664" y="3017169"/>
                <a:ext cx="1309914" cy="1953425"/>
              </a:xfrm>
              <a:custGeom>
                <a:avLst/>
                <a:gdLst>
                  <a:gd name="T0" fmla="*/ 9 w 670"/>
                  <a:gd name="T1" fmla="*/ 994 h 1001"/>
                  <a:gd name="T2" fmla="*/ 663 w 670"/>
                  <a:gd name="T3" fmla="*/ 964 h 1001"/>
                  <a:gd name="T4" fmla="*/ 643 w 670"/>
                  <a:gd name="T5" fmla="*/ 38 h 1001"/>
                  <a:gd name="T6" fmla="*/ 6 w 670"/>
                  <a:gd name="T7" fmla="*/ 6 h 1001"/>
                  <a:gd name="T8" fmla="*/ 9 w 670"/>
                  <a:gd name="T9" fmla="*/ 994 h 1001"/>
                  <a:gd name="T10" fmla="*/ 646 w 670"/>
                  <a:gd name="T11" fmla="*/ 32 h 1001"/>
                  <a:gd name="T12" fmla="*/ 649 w 670"/>
                  <a:gd name="T13" fmla="*/ 35 h 1001"/>
                  <a:gd name="T14" fmla="*/ 669 w 670"/>
                  <a:gd name="T15" fmla="*/ 967 h 1001"/>
                  <a:gd name="T16" fmla="*/ 666 w 670"/>
                  <a:gd name="T17" fmla="*/ 970 h 1001"/>
                  <a:gd name="T18" fmla="*/ 6 w 670"/>
                  <a:gd name="T19" fmla="*/ 1000 h 1001"/>
                  <a:gd name="T20" fmla="*/ 3 w 670"/>
                  <a:gd name="T21" fmla="*/ 999 h 1001"/>
                  <a:gd name="T22" fmla="*/ 3 w 670"/>
                  <a:gd name="T23" fmla="*/ 997 h 1001"/>
                  <a:gd name="T24" fmla="*/ 0 w 670"/>
                  <a:gd name="T25" fmla="*/ 3 h 1001"/>
                  <a:gd name="T26" fmla="*/ 0 w 670"/>
                  <a:gd name="T27" fmla="*/ 0 h 1001"/>
                  <a:gd name="T28" fmla="*/ 3 w 670"/>
                  <a:gd name="T29" fmla="*/ 0 h 1001"/>
                  <a:gd name="T30" fmla="*/ 646 w 670"/>
                  <a:gd name="T31" fmla="*/ 32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70" h="1001">
                    <a:moveTo>
                      <a:pt x="9" y="994"/>
                    </a:moveTo>
                    <a:lnTo>
                      <a:pt x="663" y="964"/>
                    </a:lnTo>
                    <a:lnTo>
                      <a:pt x="643" y="38"/>
                    </a:lnTo>
                    <a:lnTo>
                      <a:pt x="6" y="6"/>
                    </a:lnTo>
                    <a:lnTo>
                      <a:pt x="9" y="994"/>
                    </a:lnTo>
                    <a:close/>
                    <a:moveTo>
                      <a:pt x="646" y="32"/>
                    </a:moveTo>
                    <a:cubicBezTo>
                      <a:pt x="647" y="32"/>
                      <a:pt x="649" y="34"/>
                      <a:pt x="649" y="35"/>
                    </a:cubicBezTo>
                    <a:lnTo>
                      <a:pt x="669" y="967"/>
                    </a:lnTo>
                    <a:cubicBezTo>
                      <a:pt x="669" y="969"/>
                      <a:pt x="669" y="970"/>
                      <a:pt x="666" y="970"/>
                    </a:cubicBezTo>
                    <a:lnTo>
                      <a:pt x="6" y="1000"/>
                    </a:lnTo>
                    <a:cubicBezTo>
                      <a:pt x="5" y="1000"/>
                      <a:pt x="4" y="1000"/>
                      <a:pt x="3" y="999"/>
                    </a:cubicBezTo>
                    <a:cubicBezTo>
                      <a:pt x="3" y="998"/>
                      <a:pt x="3" y="998"/>
                      <a:pt x="3" y="997"/>
                    </a:cubicBezTo>
                    <a:lnTo>
                      <a:pt x="0" y="3"/>
                    </a:ln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lnTo>
                      <a:pt x="646" y="32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5" name="îslíḋe">
                <a:extLst>
                  <a:ext uri="{FF2B5EF4-FFF2-40B4-BE49-F238E27FC236}">
                    <a16:creationId xmlns:a16="http://schemas.microsoft.com/office/drawing/2014/main" id="{D271A85B-48DC-491F-A846-869FFD10C3D9}"/>
                  </a:ext>
                </a:extLst>
              </p:cNvPr>
              <p:cNvSpPr/>
              <p:nvPr/>
            </p:nvSpPr>
            <p:spPr bwMode="auto">
              <a:xfrm>
                <a:off x="2249258" y="4385426"/>
                <a:ext cx="430893" cy="1333841"/>
              </a:xfrm>
              <a:custGeom>
                <a:avLst/>
                <a:gdLst>
                  <a:gd name="T0" fmla="*/ 14 w 221"/>
                  <a:gd name="T1" fmla="*/ 19 h 682"/>
                  <a:gd name="T2" fmla="*/ 156 w 221"/>
                  <a:gd name="T3" fmla="*/ 12 h 682"/>
                  <a:gd name="T4" fmla="*/ 220 w 221"/>
                  <a:gd name="T5" fmla="*/ 257 h 682"/>
                  <a:gd name="T6" fmla="*/ 215 w 221"/>
                  <a:gd name="T7" fmla="*/ 681 h 682"/>
                  <a:gd name="T8" fmla="*/ 88 w 221"/>
                  <a:gd name="T9" fmla="*/ 681 h 682"/>
                  <a:gd name="T10" fmla="*/ 58 w 221"/>
                  <a:gd name="T11" fmla="*/ 482 h 682"/>
                  <a:gd name="T12" fmla="*/ 8 w 221"/>
                  <a:gd name="T13" fmla="*/ 238 h 682"/>
                  <a:gd name="T14" fmla="*/ 14 w 221"/>
                  <a:gd name="T15" fmla="*/ 19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1" h="682">
                    <a:moveTo>
                      <a:pt x="14" y="19"/>
                    </a:moveTo>
                    <a:cubicBezTo>
                      <a:pt x="14" y="0"/>
                      <a:pt x="156" y="12"/>
                      <a:pt x="156" y="12"/>
                    </a:cubicBezTo>
                    <a:lnTo>
                      <a:pt x="220" y="257"/>
                    </a:lnTo>
                    <a:lnTo>
                      <a:pt x="215" y="681"/>
                    </a:lnTo>
                    <a:lnTo>
                      <a:pt x="88" y="681"/>
                    </a:lnTo>
                    <a:cubicBezTo>
                      <a:pt x="88" y="681"/>
                      <a:pt x="61" y="501"/>
                      <a:pt x="58" y="482"/>
                    </a:cubicBezTo>
                    <a:cubicBezTo>
                      <a:pt x="55" y="463"/>
                      <a:pt x="15" y="306"/>
                      <a:pt x="8" y="238"/>
                    </a:cubicBezTo>
                    <a:cubicBezTo>
                      <a:pt x="0" y="168"/>
                      <a:pt x="14" y="37"/>
                      <a:pt x="14" y="19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6" name="ïšļidè">
                <a:extLst>
                  <a:ext uri="{FF2B5EF4-FFF2-40B4-BE49-F238E27FC236}">
                    <a16:creationId xmlns:a16="http://schemas.microsoft.com/office/drawing/2014/main" id="{6AFECF85-BCEF-4DA6-ADC7-4EDB76E5338E}"/>
                  </a:ext>
                </a:extLst>
              </p:cNvPr>
              <p:cNvSpPr/>
              <p:nvPr/>
            </p:nvSpPr>
            <p:spPr bwMode="auto">
              <a:xfrm>
                <a:off x="2240643" y="4402636"/>
                <a:ext cx="439508" cy="1325233"/>
              </a:xfrm>
              <a:custGeom>
                <a:avLst/>
                <a:gdLst>
                  <a:gd name="T0" fmla="*/ 215 w 227"/>
                  <a:gd name="T1" fmla="*/ 670 h 678"/>
                  <a:gd name="T2" fmla="*/ 219 w 227"/>
                  <a:gd name="T3" fmla="*/ 252 h 678"/>
                  <a:gd name="T4" fmla="*/ 155 w 227"/>
                  <a:gd name="T5" fmla="*/ 10 h 678"/>
                  <a:gd name="T6" fmla="*/ 71 w 227"/>
                  <a:gd name="T7" fmla="*/ 6 h 678"/>
                  <a:gd name="T8" fmla="*/ 18 w 227"/>
                  <a:gd name="T9" fmla="*/ 14 h 678"/>
                  <a:gd name="T10" fmla="*/ 16 w 227"/>
                  <a:gd name="T11" fmla="*/ 45 h 678"/>
                  <a:gd name="T12" fmla="*/ 12 w 227"/>
                  <a:gd name="T13" fmla="*/ 231 h 678"/>
                  <a:gd name="T14" fmla="*/ 53 w 227"/>
                  <a:gd name="T15" fmla="*/ 432 h 678"/>
                  <a:gd name="T16" fmla="*/ 63 w 227"/>
                  <a:gd name="T17" fmla="*/ 474 h 678"/>
                  <a:gd name="T18" fmla="*/ 92 w 227"/>
                  <a:gd name="T19" fmla="*/ 670 h 678"/>
                  <a:gd name="T20" fmla="*/ 215 w 227"/>
                  <a:gd name="T21" fmla="*/ 670 h 678"/>
                  <a:gd name="T22" fmla="*/ 161 w 227"/>
                  <a:gd name="T23" fmla="*/ 6 h 678"/>
                  <a:gd name="T24" fmla="*/ 225 w 227"/>
                  <a:gd name="T25" fmla="*/ 250 h 678"/>
                  <a:gd name="T26" fmla="*/ 226 w 227"/>
                  <a:gd name="T27" fmla="*/ 251 h 678"/>
                  <a:gd name="T28" fmla="*/ 221 w 227"/>
                  <a:gd name="T29" fmla="*/ 674 h 678"/>
                  <a:gd name="T30" fmla="*/ 218 w 227"/>
                  <a:gd name="T31" fmla="*/ 677 h 678"/>
                  <a:gd name="T32" fmla="*/ 89 w 227"/>
                  <a:gd name="T33" fmla="*/ 677 h 678"/>
                  <a:gd name="T34" fmla="*/ 86 w 227"/>
                  <a:gd name="T35" fmla="*/ 674 h 678"/>
                  <a:gd name="T36" fmla="*/ 57 w 227"/>
                  <a:gd name="T37" fmla="*/ 475 h 678"/>
                  <a:gd name="T38" fmla="*/ 47 w 227"/>
                  <a:gd name="T39" fmla="*/ 433 h 678"/>
                  <a:gd name="T40" fmla="*/ 6 w 227"/>
                  <a:gd name="T41" fmla="*/ 231 h 678"/>
                  <a:gd name="T42" fmla="*/ 10 w 227"/>
                  <a:gd name="T43" fmla="*/ 45 h 678"/>
                  <a:gd name="T44" fmla="*/ 12 w 227"/>
                  <a:gd name="T45" fmla="*/ 14 h 678"/>
                  <a:gd name="T46" fmla="*/ 71 w 227"/>
                  <a:gd name="T47" fmla="*/ 0 h 678"/>
                  <a:gd name="T48" fmla="*/ 158 w 227"/>
                  <a:gd name="T49" fmla="*/ 4 h 678"/>
                  <a:gd name="T50" fmla="*/ 161 w 227"/>
                  <a:gd name="T51" fmla="*/ 6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27" h="678">
                    <a:moveTo>
                      <a:pt x="215" y="670"/>
                    </a:moveTo>
                    <a:lnTo>
                      <a:pt x="219" y="252"/>
                    </a:lnTo>
                    <a:lnTo>
                      <a:pt x="155" y="10"/>
                    </a:lnTo>
                    <a:cubicBezTo>
                      <a:pt x="146" y="9"/>
                      <a:pt x="105" y="6"/>
                      <a:pt x="71" y="6"/>
                    </a:cubicBezTo>
                    <a:cubicBezTo>
                      <a:pt x="19" y="6"/>
                      <a:pt x="18" y="14"/>
                      <a:pt x="18" y="14"/>
                    </a:cubicBezTo>
                    <a:cubicBezTo>
                      <a:pt x="18" y="18"/>
                      <a:pt x="17" y="29"/>
                      <a:pt x="16" y="45"/>
                    </a:cubicBezTo>
                    <a:cubicBezTo>
                      <a:pt x="13" y="91"/>
                      <a:pt x="6" y="178"/>
                      <a:pt x="12" y="231"/>
                    </a:cubicBezTo>
                    <a:cubicBezTo>
                      <a:pt x="17" y="280"/>
                      <a:pt x="40" y="375"/>
                      <a:pt x="53" y="432"/>
                    </a:cubicBezTo>
                    <a:cubicBezTo>
                      <a:pt x="58" y="454"/>
                      <a:pt x="62" y="469"/>
                      <a:pt x="63" y="474"/>
                    </a:cubicBezTo>
                    <a:cubicBezTo>
                      <a:pt x="66" y="491"/>
                      <a:pt x="89" y="649"/>
                      <a:pt x="92" y="670"/>
                    </a:cubicBezTo>
                    <a:lnTo>
                      <a:pt x="215" y="670"/>
                    </a:lnTo>
                    <a:close/>
                    <a:moveTo>
                      <a:pt x="161" y="6"/>
                    </a:moveTo>
                    <a:lnTo>
                      <a:pt x="225" y="250"/>
                    </a:lnTo>
                    <a:cubicBezTo>
                      <a:pt x="226" y="250"/>
                      <a:pt x="226" y="251"/>
                      <a:pt x="226" y="251"/>
                    </a:cubicBezTo>
                    <a:lnTo>
                      <a:pt x="221" y="674"/>
                    </a:lnTo>
                    <a:cubicBezTo>
                      <a:pt x="221" y="676"/>
                      <a:pt x="220" y="677"/>
                      <a:pt x="218" y="677"/>
                    </a:cubicBezTo>
                    <a:lnTo>
                      <a:pt x="89" y="677"/>
                    </a:lnTo>
                    <a:cubicBezTo>
                      <a:pt x="88" y="677"/>
                      <a:pt x="86" y="676"/>
                      <a:pt x="86" y="674"/>
                    </a:cubicBezTo>
                    <a:cubicBezTo>
                      <a:pt x="86" y="673"/>
                      <a:pt x="60" y="494"/>
                      <a:pt x="57" y="475"/>
                    </a:cubicBezTo>
                    <a:cubicBezTo>
                      <a:pt x="56" y="470"/>
                      <a:pt x="52" y="454"/>
                      <a:pt x="47" y="433"/>
                    </a:cubicBezTo>
                    <a:cubicBezTo>
                      <a:pt x="34" y="376"/>
                      <a:pt x="11" y="282"/>
                      <a:pt x="6" y="231"/>
                    </a:cubicBezTo>
                    <a:cubicBezTo>
                      <a:pt x="0" y="178"/>
                      <a:pt x="6" y="91"/>
                      <a:pt x="10" y="45"/>
                    </a:cubicBezTo>
                    <a:cubicBezTo>
                      <a:pt x="11" y="29"/>
                      <a:pt x="12" y="18"/>
                      <a:pt x="12" y="14"/>
                    </a:cubicBezTo>
                    <a:cubicBezTo>
                      <a:pt x="12" y="7"/>
                      <a:pt x="19" y="0"/>
                      <a:pt x="71" y="0"/>
                    </a:cubicBezTo>
                    <a:cubicBezTo>
                      <a:pt x="111" y="0"/>
                      <a:pt x="157" y="4"/>
                      <a:pt x="158" y="4"/>
                    </a:cubicBezTo>
                    <a:cubicBezTo>
                      <a:pt x="159" y="5"/>
                      <a:pt x="160" y="5"/>
                      <a:pt x="161" y="6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7" name="íṥlíḑè">
                <a:extLst>
                  <a:ext uri="{FF2B5EF4-FFF2-40B4-BE49-F238E27FC236}">
                    <a16:creationId xmlns:a16="http://schemas.microsoft.com/office/drawing/2014/main" id="{AC3BD9C4-C831-4300-8715-154FE1E7E401}"/>
                  </a:ext>
                </a:extLst>
              </p:cNvPr>
              <p:cNvSpPr/>
              <p:nvPr/>
            </p:nvSpPr>
            <p:spPr bwMode="auto">
              <a:xfrm>
                <a:off x="2378529" y="2999958"/>
                <a:ext cx="77558" cy="146289"/>
              </a:xfrm>
              <a:custGeom>
                <a:avLst/>
                <a:gdLst>
                  <a:gd name="T0" fmla="*/ 9 w 40"/>
                  <a:gd name="T1" fmla="*/ 7 h 77"/>
                  <a:gd name="T2" fmla="*/ 27 w 40"/>
                  <a:gd name="T3" fmla="*/ 28 h 77"/>
                  <a:gd name="T4" fmla="*/ 31 w 40"/>
                  <a:gd name="T5" fmla="*/ 73 h 77"/>
                  <a:gd name="T6" fmla="*/ 6 w 40"/>
                  <a:gd name="T7" fmla="*/ 42 h 77"/>
                  <a:gd name="T8" fmla="*/ 9 w 40"/>
                  <a:gd name="T9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7">
                    <a:moveTo>
                      <a:pt x="9" y="7"/>
                    </a:moveTo>
                    <a:cubicBezTo>
                      <a:pt x="17" y="0"/>
                      <a:pt x="27" y="28"/>
                      <a:pt x="27" y="28"/>
                    </a:cubicBezTo>
                    <a:cubicBezTo>
                      <a:pt x="27" y="28"/>
                      <a:pt x="39" y="70"/>
                      <a:pt x="31" y="73"/>
                    </a:cubicBezTo>
                    <a:cubicBezTo>
                      <a:pt x="23" y="76"/>
                      <a:pt x="9" y="52"/>
                      <a:pt x="6" y="42"/>
                    </a:cubicBezTo>
                    <a:cubicBezTo>
                      <a:pt x="1" y="31"/>
                      <a:pt x="0" y="14"/>
                      <a:pt x="9" y="7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8" name="ïṡlíḑè">
                <a:extLst>
                  <a:ext uri="{FF2B5EF4-FFF2-40B4-BE49-F238E27FC236}">
                    <a16:creationId xmlns:a16="http://schemas.microsoft.com/office/drawing/2014/main" id="{5A64057E-97A9-4760-9F64-26C1E7A079B0}"/>
                  </a:ext>
                </a:extLst>
              </p:cNvPr>
              <p:cNvSpPr/>
              <p:nvPr/>
            </p:nvSpPr>
            <p:spPr bwMode="auto">
              <a:xfrm>
                <a:off x="2369908" y="2999958"/>
                <a:ext cx="94799" cy="146289"/>
              </a:xfrm>
              <a:custGeom>
                <a:avLst/>
                <a:gdLst>
                  <a:gd name="T0" fmla="*/ 35 w 47"/>
                  <a:gd name="T1" fmla="*/ 67 h 74"/>
                  <a:gd name="T2" fmla="*/ 29 w 47"/>
                  <a:gd name="T3" fmla="*/ 27 h 74"/>
                  <a:gd name="T4" fmla="*/ 16 w 47"/>
                  <a:gd name="T5" fmla="*/ 6 h 74"/>
                  <a:gd name="T6" fmla="*/ 15 w 47"/>
                  <a:gd name="T7" fmla="*/ 7 h 74"/>
                  <a:gd name="T8" fmla="*/ 13 w 47"/>
                  <a:gd name="T9" fmla="*/ 38 h 74"/>
                  <a:gd name="T10" fmla="*/ 35 w 47"/>
                  <a:gd name="T11" fmla="*/ 67 h 74"/>
                  <a:gd name="T12" fmla="*/ 35 w 47"/>
                  <a:gd name="T13" fmla="*/ 67 h 74"/>
                  <a:gd name="T14" fmla="*/ 16 w 47"/>
                  <a:gd name="T15" fmla="*/ 0 h 74"/>
                  <a:gd name="T16" fmla="*/ 35 w 47"/>
                  <a:gd name="T17" fmla="*/ 25 h 74"/>
                  <a:gd name="T18" fmla="*/ 38 w 47"/>
                  <a:gd name="T19" fmla="*/ 73 h 74"/>
                  <a:gd name="T20" fmla="*/ 35 w 47"/>
                  <a:gd name="T21" fmla="*/ 73 h 74"/>
                  <a:gd name="T22" fmla="*/ 7 w 47"/>
                  <a:gd name="T23" fmla="*/ 40 h 74"/>
                  <a:gd name="T24" fmla="*/ 11 w 47"/>
                  <a:gd name="T25" fmla="*/ 2 h 74"/>
                  <a:gd name="T26" fmla="*/ 16 w 47"/>
                  <a:gd name="T2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74">
                    <a:moveTo>
                      <a:pt x="35" y="67"/>
                    </a:moveTo>
                    <a:cubicBezTo>
                      <a:pt x="38" y="64"/>
                      <a:pt x="35" y="46"/>
                      <a:pt x="29" y="27"/>
                    </a:cubicBezTo>
                    <a:cubicBezTo>
                      <a:pt x="26" y="16"/>
                      <a:pt x="20" y="6"/>
                      <a:pt x="16" y="6"/>
                    </a:cubicBezTo>
                    <a:cubicBezTo>
                      <a:pt x="16" y="6"/>
                      <a:pt x="15" y="6"/>
                      <a:pt x="15" y="7"/>
                    </a:cubicBezTo>
                    <a:cubicBezTo>
                      <a:pt x="7" y="13"/>
                      <a:pt x="9" y="28"/>
                      <a:pt x="13" y="38"/>
                    </a:cubicBezTo>
                    <a:cubicBezTo>
                      <a:pt x="17" y="49"/>
                      <a:pt x="29" y="67"/>
                      <a:pt x="35" y="67"/>
                    </a:cubicBezTo>
                    <a:lnTo>
                      <a:pt x="35" y="67"/>
                    </a:lnTo>
                    <a:close/>
                    <a:moveTo>
                      <a:pt x="16" y="0"/>
                    </a:moveTo>
                    <a:cubicBezTo>
                      <a:pt x="26" y="0"/>
                      <a:pt x="33" y="19"/>
                      <a:pt x="35" y="25"/>
                    </a:cubicBezTo>
                    <a:cubicBezTo>
                      <a:pt x="40" y="41"/>
                      <a:pt x="46" y="69"/>
                      <a:pt x="38" y="73"/>
                    </a:cubicBezTo>
                    <a:cubicBezTo>
                      <a:pt x="37" y="73"/>
                      <a:pt x="35" y="73"/>
                      <a:pt x="35" y="73"/>
                    </a:cubicBezTo>
                    <a:cubicBezTo>
                      <a:pt x="23" y="73"/>
                      <a:pt x="10" y="47"/>
                      <a:pt x="7" y="40"/>
                    </a:cubicBezTo>
                    <a:cubicBezTo>
                      <a:pt x="3" y="29"/>
                      <a:pt x="0" y="10"/>
                      <a:pt x="11" y="2"/>
                    </a:cubicBezTo>
                    <a:cubicBezTo>
                      <a:pt x="12" y="1"/>
                      <a:pt x="15" y="0"/>
                      <a:pt x="16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9" name="iṧḷïde">
                <a:extLst>
                  <a:ext uri="{FF2B5EF4-FFF2-40B4-BE49-F238E27FC236}">
                    <a16:creationId xmlns:a16="http://schemas.microsoft.com/office/drawing/2014/main" id="{23CA22BE-6DBE-4C06-8492-42A992E130D5}"/>
                  </a:ext>
                </a:extLst>
              </p:cNvPr>
              <p:cNvSpPr/>
              <p:nvPr/>
            </p:nvSpPr>
            <p:spPr bwMode="auto">
              <a:xfrm>
                <a:off x="2731858" y="2974139"/>
                <a:ext cx="43092" cy="146295"/>
              </a:xfrm>
              <a:custGeom>
                <a:avLst/>
                <a:gdLst>
                  <a:gd name="T0" fmla="*/ 16 w 24"/>
                  <a:gd name="T1" fmla="*/ 4 h 74"/>
                  <a:gd name="T2" fmla="*/ 20 w 24"/>
                  <a:gd name="T3" fmla="*/ 51 h 74"/>
                  <a:gd name="T4" fmla="*/ 5 w 24"/>
                  <a:gd name="T5" fmla="*/ 69 h 74"/>
                  <a:gd name="T6" fmla="*/ 2 w 24"/>
                  <a:gd name="T7" fmla="*/ 35 h 74"/>
                  <a:gd name="T8" fmla="*/ 16 w 24"/>
                  <a:gd name="T9" fmla="*/ 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74">
                    <a:moveTo>
                      <a:pt x="16" y="4"/>
                    </a:moveTo>
                    <a:cubicBezTo>
                      <a:pt x="22" y="9"/>
                      <a:pt x="23" y="44"/>
                      <a:pt x="20" y="51"/>
                    </a:cubicBezTo>
                    <a:cubicBezTo>
                      <a:pt x="17" y="59"/>
                      <a:pt x="11" y="73"/>
                      <a:pt x="5" y="69"/>
                    </a:cubicBezTo>
                    <a:cubicBezTo>
                      <a:pt x="0" y="65"/>
                      <a:pt x="2" y="35"/>
                      <a:pt x="2" y="35"/>
                    </a:cubicBezTo>
                    <a:cubicBezTo>
                      <a:pt x="2" y="35"/>
                      <a:pt x="10" y="0"/>
                      <a:pt x="16" y="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0" name="iṩḷîḓê">
                <a:extLst>
                  <a:ext uri="{FF2B5EF4-FFF2-40B4-BE49-F238E27FC236}">
                    <a16:creationId xmlns:a16="http://schemas.microsoft.com/office/drawing/2014/main" id="{08321C3D-57BF-4123-9CA2-108C362507E4}"/>
                  </a:ext>
                </a:extLst>
              </p:cNvPr>
              <p:cNvSpPr/>
              <p:nvPr/>
            </p:nvSpPr>
            <p:spPr bwMode="auto">
              <a:xfrm>
                <a:off x="2731858" y="2974139"/>
                <a:ext cx="60328" cy="137687"/>
              </a:xfrm>
              <a:custGeom>
                <a:avLst/>
                <a:gdLst>
                  <a:gd name="T0" fmla="*/ 20 w 30"/>
                  <a:gd name="T1" fmla="*/ 48 h 71"/>
                  <a:gd name="T2" fmla="*/ 18 w 30"/>
                  <a:gd name="T3" fmla="*/ 6 h 71"/>
                  <a:gd name="T4" fmla="*/ 7 w 30"/>
                  <a:gd name="T5" fmla="*/ 33 h 71"/>
                  <a:gd name="T6" fmla="*/ 10 w 30"/>
                  <a:gd name="T7" fmla="*/ 64 h 71"/>
                  <a:gd name="T8" fmla="*/ 20 w 30"/>
                  <a:gd name="T9" fmla="*/ 48 h 71"/>
                  <a:gd name="T10" fmla="*/ 21 w 30"/>
                  <a:gd name="T11" fmla="*/ 1 h 71"/>
                  <a:gd name="T12" fmla="*/ 26 w 30"/>
                  <a:gd name="T13" fmla="*/ 50 h 71"/>
                  <a:gd name="T14" fmla="*/ 10 w 30"/>
                  <a:gd name="T15" fmla="*/ 70 h 71"/>
                  <a:gd name="T16" fmla="*/ 7 w 30"/>
                  <a:gd name="T17" fmla="*/ 69 h 71"/>
                  <a:gd name="T18" fmla="*/ 1 w 30"/>
                  <a:gd name="T19" fmla="*/ 33 h 71"/>
                  <a:gd name="T20" fmla="*/ 18 w 30"/>
                  <a:gd name="T21" fmla="*/ 0 h 71"/>
                  <a:gd name="T22" fmla="*/ 21 w 30"/>
                  <a:gd name="T23" fmla="*/ 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0" h="71">
                    <a:moveTo>
                      <a:pt x="20" y="48"/>
                    </a:moveTo>
                    <a:cubicBezTo>
                      <a:pt x="23" y="41"/>
                      <a:pt x="22" y="12"/>
                      <a:pt x="18" y="6"/>
                    </a:cubicBezTo>
                    <a:cubicBezTo>
                      <a:pt x="15" y="9"/>
                      <a:pt x="10" y="21"/>
                      <a:pt x="7" y="33"/>
                    </a:cubicBezTo>
                    <a:cubicBezTo>
                      <a:pt x="7" y="48"/>
                      <a:pt x="8" y="62"/>
                      <a:pt x="10" y="64"/>
                    </a:cubicBezTo>
                    <a:cubicBezTo>
                      <a:pt x="11" y="64"/>
                      <a:pt x="14" y="62"/>
                      <a:pt x="20" y="48"/>
                    </a:cubicBezTo>
                    <a:close/>
                    <a:moveTo>
                      <a:pt x="21" y="1"/>
                    </a:moveTo>
                    <a:cubicBezTo>
                      <a:pt x="29" y="6"/>
                      <a:pt x="29" y="43"/>
                      <a:pt x="26" y="50"/>
                    </a:cubicBezTo>
                    <a:cubicBezTo>
                      <a:pt x="22" y="61"/>
                      <a:pt x="17" y="70"/>
                      <a:pt x="10" y="70"/>
                    </a:cubicBezTo>
                    <a:cubicBezTo>
                      <a:pt x="9" y="70"/>
                      <a:pt x="7" y="70"/>
                      <a:pt x="7" y="69"/>
                    </a:cubicBezTo>
                    <a:cubicBezTo>
                      <a:pt x="0" y="65"/>
                      <a:pt x="0" y="42"/>
                      <a:pt x="1" y="33"/>
                    </a:cubicBezTo>
                    <a:cubicBezTo>
                      <a:pt x="7" y="11"/>
                      <a:pt x="12" y="0"/>
                      <a:pt x="18" y="0"/>
                    </a:cubicBezTo>
                    <a:cubicBezTo>
                      <a:pt x="19" y="0"/>
                      <a:pt x="20" y="0"/>
                      <a:pt x="21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" name="ï$ḷíďè">
                <a:extLst>
                  <a:ext uri="{FF2B5EF4-FFF2-40B4-BE49-F238E27FC236}">
                    <a16:creationId xmlns:a16="http://schemas.microsoft.com/office/drawing/2014/main" id="{82E9C28B-3F8D-469B-9158-BE94F91DB4DE}"/>
                  </a:ext>
                </a:extLst>
              </p:cNvPr>
              <p:cNvSpPr/>
              <p:nvPr/>
            </p:nvSpPr>
            <p:spPr bwMode="auto">
              <a:xfrm>
                <a:off x="2507794" y="3163458"/>
                <a:ext cx="241300" cy="240951"/>
              </a:xfrm>
              <a:custGeom>
                <a:avLst/>
                <a:gdLst>
                  <a:gd name="T0" fmla="*/ 0 w 123"/>
                  <a:gd name="T1" fmla="*/ 31 h 124"/>
                  <a:gd name="T2" fmla="*/ 113 w 123"/>
                  <a:gd name="T3" fmla="*/ 0 h 124"/>
                  <a:gd name="T4" fmla="*/ 119 w 123"/>
                  <a:gd name="T5" fmla="*/ 52 h 124"/>
                  <a:gd name="T6" fmla="*/ 65 w 123"/>
                  <a:gd name="T7" fmla="*/ 111 h 124"/>
                  <a:gd name="T8" fmla="*/ 22 w 123"/>
                  <a:gd name="T9" fmla="*/ 118 h 124"/>
                  <a:gd name="T10" fmla="*/ 5 w 123"/>
                  <a:gd name="T11" fmla="*/ 89 h 124"/>
                  <a:gd name="T12" fmla="*/ 0 w 123"/>
                  <a:gd name="T13" fmla="*/ 3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3" h="124">
                    <a:moveTo>
                      <a:pt x="0" y="31"/>
                    </a:moveTo>
                    <a:lnTo>
                      <a:pt x="113" y="0"/>
                    </a:lnTo>
                    <a:cubicBezTo>
                      <a:pt x="113" y="0"/>
                      <a:pt x="122" y="43"/>
                      <a:pt x="119" y="52"/>
                    </a:cubicBezTo>
                    <a:cubicBezTo>
                      <a:pt x="116" y="62"/>
                      <a:pt x="78" y="103"/>
                      <a:pt x="65" y="111"/>
                    </a:cubicBezTo>
                    <a:cubicBezTo>
                      <a:pt x="53" y="119"/>
                      <a:pt x="34" y="123"/>
                      <a:pt x="22" y="118"/>
                    </a:cubicBezTo>
                    <a:cubicBezTo>
                      <a:pt x="10" y="113"/>
                      <a:pt x="8" y="92"/>
                      <a:pt x="5" y="89"/>
                    </a:cubicBezTo>
                    <a:cubicBezTo>
                      <a:pt x="2" y="88"/>
                      <a:pt x="0" y="31"/>
                      <a:pt x="0" y="3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2" name="iSļíďe">
                <a:extLst>
                  <a:ext uri="{FF2B5EF4-FFF2-40B4-BE49-F238E27FC236}">
                    <a16:creationId xmlns:a16="http://schemas.microsoft.com/office/drawing/2014/main" id="{BCE04E69-EDE8-4716-B91C-0C25DD542157}"/>
                  </a:ext>
                </a:extLst>
              </p:cNvPr>
              <p:cNvSpPr/>
              <p:nvPr/>
            </p:nvSpPr>
            <p:spPr bwMode="auto">
              <a:xfrm>
                <a:off x="2499179" y="3163458"/>
                <a:ext cx="258536" cy="249559"/>
              </a:xfrm>
              <a:custGeom>
                <a:avLst/>
                <a:gdLst>
                  <a:gd name="T0" fmla="*/ 121 w 131"/>
                  <a:gd name="T1" fmla="*/ 55 h 128"/>
                  <a:gd name="T2" fmla="*/ 115 w 131"/>
                  <a:gd name="T3" fmla="*/ 7 h 128"/>
                  <a:gd name="T4" fmla="*/ 6 w 131"/>
                  <a:gd name="T5" fmla="*/ 37 h 128"/>
                  <a:gd name="T6" fmla="*/ 11 w 131"/>
                  <a:gd name="T7" fmla="*/ 91 h 128"/>
                  <a:gd name="T8" fmla="*/ 15 w 131"/>
                  <a:gd name="T9" fmla="*/ 99 h 128"/>
                  <a:gd name="T10" fmla="*/ 27 w 131"/>
                  <a:gd name="T11" fmla="*/ 119 h 128"/>
                  <a:gd name="T12" fmla="*/ 39 w 131"/>
                  <a:gd name="T13" fmla="*/ 120 h 128"/>
                  <a:gd name="T14" fmla="*/ 67 w 131"/>
                  <a:gd name="T15" fmla="*/ 112 h 128"/>
                  <a:gd name="T16" fmla="*/ 121 w 131"/>
                  <a:gd name="T17" fmla="*/ 55 h 128"/>
                  <a:gd name="T18" fmla="*/ 119 w 131"/>
                  <a:gd name="T19" fmla="*/ 0 h 128"/>
                  <a:gd name="T20" fmla="*/ 120 w 131"/>
                  <a:gd name="T21" fmla="*/ 3 h 128"/>
                  <a:gd name="T22" fmla="*/ 126 w 131"/>
                  <a:gd name="T23" fmla="*/ 57 h 128"/>
                  <a:gd name="T24" fmla="*/ 71 w 131"/>
                  <a:gd name="T25" fmla="*/ 117 h 128"/>
                  <a:gd name="T26" fmla="*/ 39 w 131"/>
                  <a:gd name="T27" fmla="*/ 127 h 128"/>
                  <a:gd name="T28" fmla="*/ 25 w 131"/>
                  <a:gd name="T29" fmla="*/ 124 h 128"/>
                  <a:gd name="T30" fmla="*/ 9 w 131"/>
                  <a:gd name="T31" fmla="*/ 101 h 128"/>
                  <a:gd name="T32" fmla="*/ 6 w 131"/>
                  <a:gd name="T33" fmla="*/ 96 h 128"/>
                  <a:gd name="T34" fmla="*/ 0 w 131"/>
                  <a:gd name="T35" fmla="*/ 34 h 128"/>
                  <a:gd name="T36" fmla="*/ 3 w 131"/>
                  <a:gd name="T37" fmla="*/ 31 h 128"/>
                  <a:gd name="T38" fmla="*/ 116 w 131"/>
                  <a:gd name="T39" fmla="*/ 0 h 128"/>
                  <a:gd name="T40" fmla="*/ 119 w 131"/>
                  <a:gd name="T41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1" h="128">
                    <a:moveTo>
                      <a:pt x="121" y="55"/>
                    </a:moveTo>
                    <a:cubicBezTo>
                      <a:pt x="122" y="49"/>
                      <a:pt x="119" y="24"/>
                      <a:pt x="115" y="7"/>
                    </a:cubicBezTo>
                    <a:lnTo>
                      <a:pt x="6" y="37"/>
                    </a:lnTo>
                    <a:cubicBezTo>
                      <a:pt x="8" y="61"/>
                      <a:pt x="9" y="86"/>
                      <a:pt x="11" y="91"/>
                    </a:cubicBezTo>
                    <a:cubicBezTo>
                      <a:pt x="12" y="92"/>
                      <a:pt x="13" y="95"/>
                      <a:pt x="15" y="99"/>
                    </a:cubicBezTo>
                    <a:cubicBezTo>
                      <a:pt x="17" y="105"/>
                      <a:pt x="20" y="116"/>
                      <a:pt x="27" y="119"/>
                    </a:cubicBezTo>
                    <a:cubicBezTo>
                      <a:pt x="30" y="120"/>
                      <a:pt x="34" y="120"/>
                      <a:pt x="39" y="120"/>
                    </a:cubicBezTo>
                    <a:cubicBezTo>
                      <a:pt x="48" y="120"/>
                      <a:pt x="59" y="117"/>
                      <a:pt x="67" y="112"/>
                    </a:cubicBezTo>
                    <a:cubicBezTo>
                      <a:pt x="80" y="103"/>
                      <a:pt x="118" y="63"/>
                      <a:pt x="121" y="55"/>
                    </a:cubicBezTo>
                    <a:close/>
                    <a:moveTo>
                      <a:pt x="119" y="0"/>
                    </a:moveTo>
                    <a:cubicBezTo>
                      <a:pt x="119" y="1"/>
                      <a:pt x="120" y="2"/>
                      <a:pt x="120" y="3"/>
                    </a:cubicBezTo>
                    <a:cubicBezTo>
                      <a:pt x="122" y="7"/>
                      <a:pt x="130" y="47"/>
                      <a:pt x="126" y="57"/>
                    </a:cubicBezTo>
                    <a:cubicBezTo>
                      <a:pt x="123" y="68"/>
                      <a:pt x="82" y="109"/>
                      <a:pt x="71" y="117"/>
                    </a:cubicBezTo>
                    <a:cubicBezTo>
                      <a:pt x="61" y="124"/>
                      <a:pt x="49" y="127"/>
                      <a:pt x="39" y="127"/>
                    </a:cubicBezTo>
                    <a:cubicBezTo>
                      <a:pt x="33" y="127"/>
                      <a:pt x="29" y="126"/>
                      <a:pt x="25" y="124"/>
                    </a:cubicBezTo>
                    <a:cubicBezTo>
                      <a:pt x="15" y="120"/>
                      <a:pt x="12" y="108"/>
                      <a:pt x="9" y="101"/>
                    </a:cubicBezTo>
                    <a:cubicBezTo>
                      <a:pt x="8" y="99"/>
                      <a:pt x="7" y="96"/>
                      <a:pt x="6" y="96"/>
                    </a:cubicBezTo>
                    <a:cubicBezTo>
                      <a:pt x="5" y="94"/>
                      <a:pt x="3" y="90"/>
                      <a:pt x="0" y="34"/>
                    </a:cubicBezTo>
                    <a:cubicBezTo>
                      <a:pt x="0" y="33"/>
                      <a:pt x="1" y="31"/>
                      <a:pt x="3" y="31"/>
                    </a:cubicBezTo>
                    <a:lnTo>
                      <a:pt x="116" y="0"/>
                    </a:lnTo>
                    <a:cubicBezTo>
                      <a:pt x="117" y="0"/>
                      <a:pt x="118" y="0"/>
                      <a:pt x="119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iš1íḋê">
                <a:extLst>
                  <a:ext uri="{FF2B5EF4-FFF2-40B4-BE49-F238E27FC236}">
                    <a16:creationId xmlns:a16="http://schemas.microsoft.com/office/drawing/2014/main" id="{0BB4C05F-BFDE-479D-B511-52DC8F0A6CB3}"/>
                  </a:ext>
                </a:extLst>
              </p:cNvPr>
              <p:cNvSpPr/>
              <p:nvPr/>
            </p:nvSpPr>
            <p:spPr bwMode="auto">
              <a:xfrm>
                <a:off x="2421615" y="2750398"/>
                <a:ext cx="336099" cy="576565"/>
              </a:xfrm>
              <a:custGeom>
                <a:avLst/>
                <a:gdLst>
                  <a:gd name="T0" fmla="*/ 0 w 170"/>
                  <a:gd name="T1" fmla="*/ 74 h 294"/>
                  <a:gd name="T2" fmla="*/ 152 w 170"/>
                  <a:gd name="T3" fmla="*/ 50 h 294"/>
                  <a:gd name="T4" fmla="*/ 169 w 170"/>
                  <a:gd name="T5" fmla="*/ 185 h 294"/>
                  <a:gd name="T6" fmla="*/ 125 w 170"/>
                  <a:gd name="T7" fmla="*/ 284 h 294"/>
                  <a:gd name="T8" fmla="*/ 80 w 170"/>
                  <a:gd name="T9" fmla="*/ 287 h 294"/>
                  <a:gd name="T10" fmla="*/ 23 w 170"/>
                  <a:gd name="T11" fmla="*/ 222 h 294"/>
                  <a:gd name="T12" fmla="*/ 0 w 170"/>
                  <a:gd name="T13" fmla="*/ 7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0" h="294">
                    <a:moveTo>
                      <a:pt x="0" y="74"/>
                    </a:moveTo>
                    <a:cubicBezTo>
                      <a:pt x="13" y="0"/>
                      <a:pt x="147" y="9"/>
                      <a:pt x="152" y="50"/>
                    </a:cubicBezTo>
                    <a:cubicBezTo>
                      <a:pt x="158" y="103"/>
                      <a:pt x="169" y="167"/>
                      <a:pt x="169" y="185"/>
                    </a:cubicBezTo>
                    <a:cubicBezTo>
                      <a:pt x="169" y="262"/>
                      <a:pt x="134" y="278"/>
                      <a:pt x="125" y="284"/>
                    </a:cubicBezTo>
                    <a:cubicBezTo>
                      <a:pt x="117" y="290"/>
                      <a:pt x="92" y="293"/>
                      <a:pt x="80" y="287"/>
                    </a:cubicBezTo>
                    <a:cubicBezTo>
                      <a:pt x="68" y="281"/>
                      <a:pt x="33" y="244"/>
                      <a:pt x="23" y="222"/>
                    </a:cubicBezTo>
                    <a:cubicBezTo>
                      <a:pt x="8" y="189"/>
                      <a:pt x="0" y="74"/>
                      <a:pt x="0" y="7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íSļîdé">
                <a:extLst>
                  <a:ext uri="{FF2B5EF4-FFF2-40B4-BE49-F238E27FC236}">
                    <a16:creationId xmlns:a16="http://schemas.microsoft.com/office/drawing/2014/main" id="{1922671C-D66B-4F36-AB86-14EC9DAA7DB4}"/>
                  </a:ext>
                </a:extLst>
              </p:cNvPr>
              <p:cNvSpPr/>
              <p:nvPr/>
            </p:nvSpPr>
            <p:spPr bwMode="auto">
              <a:xfrm>
                <a:off x="2413000" y="2784820"/>
                <a:ext cx="344714" cy="542143"/>
              </a:xfrm>
              <a:custGeom>
                <a:avLst/>
                <a:gdLst>
                  <a:gd name="T0" fmla="*/ 131 w 178"/>
                  <a:gd name="T1" fmla="*/ 263 h 278"/>
                  <a:gd name="T2" fmla="*/ 170 w 178"/>
                  <a:gd name="T3" fmla="*/ 169 h 278"/>
                  <a:gd name="T4" fmla="*/ 162 w 178"/>
                  <a:gd name="T5" fmla="*/ 100 h 278"/>
                  <a:gd name="T6" fmla="*/ 153 w 178"/>
                  <a:gd name="T7" fmla="*/ 34 h 278"/>
                  <a:gd name="T8" fmla="*/ 91 w 178"/>
                  <a:gd name="T9" fmla="*/ 6 h 278"/>
                  <a:gd name="T10" fmla="*/ 7 w 178"/>
                  <a:gd name="T11" fmla="*/ 59 h 278"/>
                  <a:gd name="T12" fmla="*/ 30 w 178"/>
                  <a:gd name="T13" fmla="*/ 205 h 278"/>
                  <a:gd name="T14" fmla="*/ 85 w 178"/>
                  <a:gd name="T15" fmla="*/ 267 h 278"/>
                  <a:gd name="T16" fmla="*/ 104 w 178"/>
                  <a:gd name="T17" fmla="*/ 271 h 278"/>
                  <a:gd name="T18" fmla="*/ 127 w 178"/>
                  <a:gd name="T19" fmla="*/ 265 h 278"/>
                  <a:gd name="T20" fmla="*/ 131 w 178"/>
                  <a:gd name="T21" fmla="*/ 263 h 278"/>
                  <a:gd name="T22" fmla="*/ 159 w 178"/>
                  <a:gd name="T23" fmla="*/ 33 h 278"/>
                  <a:gd name="T24" fmla="*/ 168 w 178"/>
                  <a:gd name="T25" fmla="*/ 99 h 278"/>
                  <a:gd name="T26" fmla="*/ 176 w 178"/>
                  <a:gd name="T27" fmla="*/ 169 h 278"/>
                  <a:gd name="T28" fmla="*/ 134 w 178"/>
                  <a:gd name="T29" fmla="*/ 268 h 278"/>
                  <a:gd name="T30" fmla="*/ 131 w 178"/>
                  <a:gd name="T31" fmla="*/ 270 h 278"/>
                  <a:gd name="T32" fmla="*/ 104 w 178"/>
                  <a:gd name="T33" fmla="*/ 277 h 278"/>
                  <a:gd name="T34" fmla="*/ 82 w 178"/>
                  <a:gd name="T35" fmla="*/ 272 h 278"/>
                  <a:gd name="T36" fmla="*/ 25 w 178"/>
                  <a:gd name="T37" fmla="*/ 207 h 278"/>
                  <a:gd name="T38" fmla="*/ 0 w 178"/>
                  <a:gd name="T39" fmla="*/ 59 h 278"/>
                  <a:gd name="T40" fmla="*/ 0 w 178"/>
                  <a:gd name="T41" fmla="*/ 58 h 278"/>
                  <a:gd name="T42" fmla="*/ 91 w 178"/>
                  <a:gd name="T43" fmla="*/ 0 h 278"/>
                  <a:gd name="T44" fmla="*/ 159 w 178"/>
                  <a:gd name="T45" fmla="*/ 33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8" h="278">
                    <a:moveTo>
                      <a:pt x="131" y="263"/>
                    </a:moveTo>
                    <a:cubicBezTo>
                      <a:pt x="142" y="256"/>
                      <a:pt x="171" y="238"/>
                      <a:pt x="170" y="169"/>
                    </a:cubicBezTo>
                    <a:cubicBezTo>
                      <a:pt x="170" y="158"/>
                      <a:pt x="166" y="131"/>
                      <a:pt x="162" y="100"/>
                    </a:cubicBezTo>
                    <a:cubicBezTo>
                      <a:pt x="159" y="79"/>
                      <a:pt x="156" y="56"/>
                      <a:pt x="153" y="34"/>
                    </a:cubicBezTo>
                    <a:cubicBezTo>
                      <a:pt x="152" y="18"/>
                      <a:pt x="124" y="6"/>
                      <a:pt x="91" y="6"/>
                    </a:cubicBezTo>
                    <a:cubicBezTo>
                      <a:pt x="56" y="6"/>
                      <a:pt x="13" y="20"/>
                      <a:pt x="7" y="59"/>
                    </a:cubicBezTo>
                    <a:cubicBezTo>
                      <a:pt x="7" y="66"/>
                      <a:pt x="16" y="174"/>
                      <a:pt x="30" y="205"/>
                    </a:cubicBezTo>
                    <a:cubicBezTo>
                      <a:pt x="40" y="226"/>
                      <a:pt x="74" y="262"/>
                      <a:pt x="85" y="267"/>
                    </a:cubicBezTo>
                    <a:cubicBezTo>
                      <a:pt x="90" y="269"/>
                      <a:pt x="96" y="271"/>
                      <a:pt x="104" y="271"/>
                    </a:cubicBezTo>
                    <a:cubicBezTo>
                      <a:pt x="113" y="271"/>
                      <a:pt x="123" y="268"/>
                      <a:pt x="127" y="265"/>
                    </a:cubicBezTo>
                    <a:cubicBezTo>
                      <a:pt x="129" y="265"/>
                      <a:pt x="129" y="264"/>
                      <a:pt x="131" y="263"/>
                    </a:cubicBezTo>
                    <a:close/>
                    <a:moveTo>
                      <a:pt x="159" y="33"/>
                    </a:moveTo>
                    <a:cubicBezTo>
                      <a:pt x="162" y="55"/>
                      <a:pt x="165" y="79"/>
                      <a:pt x="168" y="99"/>
                    </a:cubicBezTo>
                    <a:cubicBezTo>
                      <a:pt x="172" y="131"/>
                      <a:pt x="176" y="158"/>
                      <a:pt x="176" y="169"/>
                    </a:cubicBezTo>
                    <a:cubicBezTo>
                      <a:pt x="177" y="241"/>
                      <a:pt x="145" y="261"/>
                      <a:pt x="134" y="268"/>
                    </a:cubicBezTo>
                    <a:cubicBezTo>
                      <a:pt x="133" y="269"/>
                      <a:pt x="132" y="270"/>
                      <a:pt x="131" y="270"/>
                    </a:cubicBezTo>
                    <a:cubicBezTo>
                      <a:pt x="126" y="275"/>
                      <a:pt x="115" y="277"/>
                      <a:pt x="104" y="277"/>
                    </a:cubicBezTo>
                    <a:cubicBezTo>
                      <a:pt x="95" y="277"/>
                      <a:pt x="87" y="275"/>
                      <a:pt x="82" y="272"/>
                    </a:cubicBezTo>
                    <a:cubicBezTo>
                      <a:pt x="69" y="266"/>
                      <a:pt x="35" y="229"/>
                      <a:pt x="25" y="207"/>
                    </a:cubicBezTo>
                    <a:cubicBezTo>
                      <a:pt x="9" y="174"/>
                      <a:pt x="1" y="64"/>
                      <a:pt x="0" y="59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8" y="15"/>
                      <a:pt x="54" y="0"/>
                      <a:pt x="91" y="0"/>
                    </a:cubicBezTo>
                    <a:cubicBezTo>
                      <a:pt x="123" y="0"/>
                      <a:pt x="157" y="12"/>
                      <a:pt x="159" y="3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íşḷîdé">
                <a:extLst>
                  <a:ext uri="{FF2B5EF4-FFF2-40B4-BE49-F238E27FC236}">
                    <a16:creationId xmlns:a16="http://schemas.microsoft.com/office/drawing/2014/main" id="{9A91A8F1-EB63-4759-9BCF-97043B921521}"/>
                  </a:ext>
                </a:extLst>
              </p:cNvPr>
              <p:cNvSpPr/>
              <p:nvPr/>
            </p:nvSpPr>
            <p:spPr bwMode="auto">
              <a:xfrm>
                <a:off x="2628444" y="2750398"/>
                <a:ext cx="137886" cy="292584"/>
              </a:xfrm>
              <a:custGeom>
                <a:avLst/>
                <a:gdLst>
                  <a:gd name="T0" fmla="*/ 17 w 70"/>
                  <a:gd name="T1" fmla="*/ 3 h 150"/>
                  <a:gd name="T2" fmla="*/ 59 w 70"/>
                  <a:gd name="T3" fmla="*/ 33 h 150"/>
                  <a:gd name="T4" fmla="*/ 66 w 70"/>
                  <a:gd name="T5" fmla="*/ 118 h 150"/>
                  <a:gd name="T6" fmla="*/ 56 w 70"/>
                  <a:gd name="T7" fmla="*/ 149 h 150"/>
                  <a:gd name="T8" fmla="*/ 45 w 70"/>
                  <a:gd name="T9" fmla="*/ 73 h 150"/>
                  <a:gd name="T10" fmla="*/ 9 w 70"/>
                  <a:gd name="T11" fmla="*/ 28 h 150"/>
                  <a:gd name="T12" fmla="*/ 17 w 70"/>
                  <a:gd name="T13" fmla="*/ 3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150">
                    <a:moveTo>
                      <a:pt x="17" y="3"/>
                    </a:moveTo>
                    <a:cubicBezTo>
                      <a:pt x="35" y="0"/>
                      <a:pt x="59" y="25"/>
                      <a:pt x="59" y="33"/>
                    </a:cubicBezTo>
                    <a:cubicBezTo>
                      <a:pt x="59" y="42"/>
                      <a:pt x="69" y="115"/>
                      <a:pt x="66" y="118"/>
                    </a:cubicBezTo>
                    <a:cubicBezTo>
                      <a:pt x="63" y="121"/>
                      <a:pt x="56" y="149"/>
                      <a:pt x="56" y="149"/>
                    </a:cubicBezTo>
                    <a:cubicBezTo>
                      <a:pt x="56" y="149"/>
                      <a:pt x="45" y="79"/>
                      <a:pt x="45" y="73"/>
                    </a:cubicBezTo>
                    <a:cubicBezTo>
                      <a:pt x="43" y="67"/>
                      <a:pt x="9" y="28"/>
                      <a:pt x="9" y="28"/>
                    </a:cubicBezTo>
                    <a:cubicBezTo>
                      <a:pt x="9" y="28"/>
                      <a:pt x="0" y="6"/>
                      <a:pt x="17" y="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6" name="îŝḷíḑè">
                <a:extLst>
                  <a:ext uri="{FF2B5EF4-FFF2-40B4-BE49-F238E27FC236}">
                    <a16:creationId xmlns:a16="http://schemas.microsoft.com/office/drawing/2014/main" id="{BB8E9B2A-57CE-4733-86E1-FD251BDD4F39}"/>
                  </a:ext>
                </a:extLst>
              </p:cNvPr>
              <p:cNvSpPr/>
              <p:nvPr/>
            </p:nvSpPr>
            <p:spPr bwMode="auto">
              <a:xfrm>
                <a:off x="2628444" y="2750398"/>
                <a:ext cx="137886" cy="301192"/>
              </a:xfrm>
              <a:custGeom>
                <a:avLst/>
                <a:gdLst>
                  <a:gd name="T0" fmla="*/ 62 w 70"/>
                  <a:gd name="T1" fmla="*/ 117 h 153"/>
                  <a:gd name="T2" fmla="*/ 57 w 70"/>
                  <a:gd name="T3" fmla="*/ 60 h 153"/>
                  <a:gd name="T4" fmla="*/ 55 w 70"/>
                  <a:gd name="T5" fmla="*/ 34 h 153"/>
                  <a:gd name="T6" fmla="*/ 19 w 70"/>
                  <a:gd name="T7" fmla="*/ 6 h 153"/>
                  <a:gd name="T8" fmla="*/ 17 w 70"/>
                  <a:gd name="T9" fmla="*/ 6 h 153"/>
                  <a:gd name="T10" fmla="*/ 10 w 70"/>
                  <a:gd name="T11" fmla="*/ 11 h 153"/>
                  <a:gd name="T12" fmla="*/ 11 w 70"/>
                  <a:gd name="T13" fmla="*/ 27 h 153"/>
                  <a:gd name="T14" fmla="*/ 46 w 70"/>
                  <a:gd name="T15" fmla="*/ 73 h 153"/>
                  <a:gd name="T16" fmla="*/ 56 w 70"/>
                  <a:gd name="T17" fmla="*/ 134 h 153"/>
                  <a:gd name="T18" fmla="*/ 62 w 70"/>
                  <a:gd name="T19" fmla="*/ 117 h 153"/>
                  <a:gd name="T20" fmla="*/ 61 w 70"/>
                  <a:gd name="T21" fmla="*/ 34 h 153"/>
                  <a:gd name="T22" fmla="*/ 63 w 70"/>
                  <a:gd name="T23" fmla="*/ 60 h 153"/>
                  <a:gd name="T24" fmla="*/ 67 w 70"/>
                  <a:gd name="T25" fmla="*/ 121 h 153"/>
                  <a:gd name="T26" fmla="*/ 57 w 70"/>
                  <a:gd name="T27" fmla="*/ 150 h 153"/>
                  <a:gd name="T28" fmla="*/ 55 w 70"/>
                  <a:gd name="T29" fmla="*/ 152 h 153"/>
                  <a:gd name="T30" fmla="*/ 54 w 70"/>
                  <a:gd name="T31" fmla="*/ 152 h 153"/>
                  <a:gd name="T32" fmla="*/ 52 w 70"/>
                  <a:gd name="T33" fmla="*/ 149 h 153"/>
                  <a:gd name="T34" fmla="*/ 40 w 70"/>
                  <a:gd name="T35" fmla="*/ 74 h 153"/>
                  <a:gd name="T36" fmla="*/ 6 w 70"/>
                  <a:gd name="T37" fmla="*/ 31 h 153"/>
                  <a:gd name="T38" fmla="*/ 6 w 70"/>
                  <a:gd name="T39" fmla="*/ 30 h 153"/>
                  <a:gd name="T40" fmla="*/ 5 w 70"/>
                  <a:gd name="T41" fmla="*/ 8 h 153"/>
                  <a:gd name="T42" fmla="*/ 16 w 70"/>
                  <a:gd name="T43" fmla="*/ 0 h 153"/>
                  <a:gd name="T44" fmla="*/ 19 w 70"/>
                  <a:gd name="T45" fmla="*/ 0 h 153"/>
                  <a:gd name="T46" fmla="*/ 61 w 70"/>
                  <a:gd name="T47" fmla="*/ 34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" h="153">
                    <a:moveTo>
                      <a:pt x="62" y="117"/>
                    </a:moveTo>
                    <a:cubicBezTo>
                      <a:pt x="63" y="112"/>
                      <a:pt x="59" y="80"/>
                      <a:pt x="57" y="60"/>
                    </a:cubicBezTo>
                    <a:cubicBezTo>
                      <a:pt x="56" y="47"/>
                      <a:pt x="55" y="37"/>
                      <a:pt x="55" y="34"/>
                    </a:cubicBezTo>
                    <a:cubicBezTo>
                      <a:pt x="55" y="29"/>
                      <a:pt x="35" y="6"/>
                      <a:pt x="19" y="6"/>
                    </a:cubicBezTo>
                    <a:cubicBezTo>
                      <a:pt x="19" y="6"/>
                      <a:pt x="18" y="6"/>
                      <a:pt x="17" y="6"/>
                    </a:cubicBezTo>
                    <a:cubicBezTo>
                      <a:pt x="14" y="7"/>
                      <a:pt x="12" y="9"/>
                      <a:pt x="10" y="11"/>
                    </a:cubicBezTo>
                    <a:cubicBezTo>
                      <a:pt x="7" y="15"/>
                      <a:pt x="10" y="24"/>
                      <a:pt x="11" y="27"/>
                    </a:cubicBezTo>
                    <a:cubicBezTo>
                      <a:pt x="19" y="37"/>
                      <a:pt x="45" y="67"/>
                      <a:pt x="46" y="73"/>
                    </a:cubicBezTo>
                    <a:cubicBezTo>
                      <a:pt x="47" y="78"/>
                      <a:pt x="53" y="114"/>
                      <a:pt x="56" y="134"/>
                    </a:cubicBezTo>
                    <a:cubicBezTo>
                      <a:pt x="58" y="127"/>
                      <a:pt x="60" y="120"/>
                      <a:pt x="62" y="117"/>
                    </a:cubicBezTo>
                    <a:close/>
                    <a:moveTo>
                      <a:pt x="61" y="34"/>
                    </a:moveTo>
                    <a:cubicBezTo>
                      <a:pt x="61" y="36"/>
                      <a:pt x="62" y="48"/>
                      <a:pt x="63" y="60"/>
                    </a:cubicBezTo>
                    <a:cubicBezTo>
                      <a:pt x="69" y="113"/>
                      <a:pt x="69" y="119"/>
                      <a:pt x="67" y="121"/>
                    </a:cubicBezTo>
                    <a:cubicBezTo>
                      <a:pt x="65" y="123"/>
                      <a:pt x="61" y="138"/>
                      <a:pt x="57" y="150"/>
                    </a:cubicBezTo>
                    <a:cubicBezTo>
                      <a:pt x="57" y="151"/>
                      <a:pt x="56" y="152"/>
                      <a:pt x="55" y="152"/>
                    </a:cubicBezTo>
                    <a:lnTo>
                      <a:pt x="54" y="152"/>
                    </a:lnTo>
                    <a:cubicBezTo>
                      <a:pt x="53" y="152"/>
                      <a:pt x="52" y="151"/>
                      <a:pt x="52" y="149"/>
                    </a:cubicBezTo>
                    <a:cubicBezTo>
                      <a:pt x="51" y="149"/>
                      <a:pt x="41" y="81"/>
                      <a:pt x="40" y="74"/>
                    </a:cubicBezTo>
                    <a:cubicBezTo>
                      <a:pt x="39" y="71"/>
                      <a:pt x="22" y="49"/>
                      <a:pt x="6" y="31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5" y="30"/>
                      <a:pt x="0" y="16"/>
                      <a:pt x="5" y="8"/>
                    </a:cubicBezTo>
                    <a:cubicBezTo>
                      <a:pt x="7" y="3"/>
                      <a:pt x="11" y="1"/>
                      <a:pt x="16" y="0"/>
                    </a:cubicBezTo>
                    <a:cubicBezTo>
                      <a:pt x="17" y="0"/>
                      <a:pt x="19" y="0"/>
                      <a:pt x="19" y="0"/>
                    </a:cubicBezTo>
                    <a:cubicBezTo>
                      <a:pt x="38" y="0"/>
                      <a:pt x="61" y="24"/>
                      <a:pt x="61" y="34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7" name="îśľiḋé">
                <a:extLst>
                  <a:ext uri="{FF2B5EF4-FFF2-40B4-BE49-F238E27FC236}">
                    <a16:creationId xmlns:a16="http://schemas.microsoft.com/office/drawing/2014/main" id="{A14473F3-254B-477D-888D-D68042B9D2E4}"/>
                  </a:ext>
                </a:extLst>
              </p:cNvPr>
              <p:cNvSpPr/>
              <p:nvPr/>
            </p:nvSpPr>
            <p:spPr bwMode="auto">
              <a:xfrm>
                <a:off x="2438851" y="4359612"/>
                <a:ext cx="525692" cy="1359654"/>
              </a:xfrm>
              <a:custGeom>
                <a:avLst/>
                <a:gdLst>
                  <a:gd name="T0" fmla="*/ 134 w 271"/>
                  <a:gd name="T1" fmla="*/ 0 h 695"/>
                  <a:gd name="T2" fmla="*/ 250 w 271"/>
                  <a:gd name="T3" fmla="*/ 88 h 695"/>
                  <a:gd name="T4" fmla="*/ 268 w 271"/>
                  <a:gd name="T5" fmla="*/ 278 h 695"/>
                  <a:gd name="T6" fmla="*/ 244 w 271"/>
                  <a:gd name="T7" fmla="*/ 439 h 695"/>
                  <a:gd name="T8" fmla="*/ 229 w 271"/>
                  <a:gd name="T9" fmla="*/ 541 h 695"/>
                  <a:gd name="T10" fmla="*/ 226 w 271"/>
                  <a:gd name="T11" fmla="*/ 694 h 695"/>
                  <a:gd name="T12" fmla="*/ 65 w 271"/>
                  <a:gd name="T13" fmla="*/ 694 h 695"/>
                  <a:gd name="T14" fmla="*/ 60 w 271"/>
                  <a:gd name="T15" fmla="*/ 694 h 695"/>
                  <a:gd name="T16" fmla="*/ 67 w 271"/>
                  <a:gd name="T17" fmla="*/ 413 h 695"/>
                  <a:gd name="T18" fmla="*/ 54 w 271"/>
                  <a:gd name="T19" fmla="*/ 348 h 695"/>
                  <a:gd name="T20" fmla="*/ 48 w 271"/>
                  <a:gd name="T21" fmla="*/ 314 h 695"/>
                  <a:gd name="T22" fmla="*/ 2 w 271"/>
                  <a:gd name="T23" fmla="*/ 224 h 695"/>
                  <a:gd name="T24" fmla="*/ 25 w 271"/>
                  <a:gd name="T25" fmla="*/ 21 h 695"/>
                  <a:gd name="T26" fmla="*/ 134 w 271"/>
                  <a:gd name="T27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1" h="695">
                    <a:moveTo>
                      <a:pt x="134" y="0"/>
                    </a:moveTo>
                    <a:cubicBezTo>
                      <a:pt x="134" y="0"/>
                      <a:pt x="241" y="74"/>
                      <a:pt x="250" y="88"/>
                    </a:cubicBezTo>
                    <a:cubicBezTo>
                      <a:pt x="259" y="102"/>
                      <a:pt x="270" y="257"/>
                      <a:pt x="268" y="278"/>
                    </a:cubicBezTo>
                    <a:cubicBezTo>
                      <a:pt x="266" y="300"/>
                      <a:pt x="248" y="407"/>
                      <a:pt x="244" y="439"/>
                    </a:cubicBezTo>
                    <a:cubicBezTo>
                      <a:pt x="239" y="471"/>
                      <a:pt x="229" y="541"/>
                      <a:pt x="229" y="541"/>
                    </a:cubicBezTo>
                    <a:lnTo>
                      <a:pt x="226" y="694"/>
                    </a:lnTo>
                    <a:lnTo>
                      <a:pt x="65" y="694"/>
                    </a:lnTo>
                    <a:lnTo>
                      <a:pt x="60" y="694"/>
                    </a:lnTo>
                    <a:cubicBezTo>
                      <a:pt x="60" y="694"/>
                      <a:pt x="67" y="422"/>
                      <a:pt x="67" y="413"/>
                    </a:cubicBezTo>
                    <a:cubicBezTo>
                      <a:pt x="67" y="404"/>
                      <a:pt x="54" y="365"/>
                      <a:pt x="54" y="348"/>
                    </a:cubicBezTo>
                    <a:cubicBezTo>
                      <a:pt x="54" y="331"/>
                      <a:pt x="48" y="314"/>
                      <a:pt x="48" y="314"/>
                    </a:cubicBezTo>
                    <a:cubicBezTo>
                      <a:pt x="48" y="314"/>
                      <a:pt x="0" y="239"/>
                      <a:pt x="2" y="224"/>
                    </a:cubicBezTo>
                    <a:lnTo>
                      <a:pt x="25" y="21"/>
                    </a:lnTo>
                    <a:lnTo>
                      <a:pt x="134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8" name="ïşḻîḓe">
                <a:extLst>
                  <a:ext uri="{FF2B5EF4-FFF2-40B4-BE49-F238E27FC236}">
                    <a16:creationId xmlns:a16="http://schemas.microsoft.com/office/drawing/2014/main" id="{11503F1E-EDF3-4BE5-87E5-8EB9BBFEE9AC}"/>
                  </a:ext>
                </a:extLst>
              </p:cNvPr>
              <p:cNvSpPr/>
              <p:nvPr/>
            </p:nvSpPr>
            <p:spPr bwMode="auto">
              <a:xfrm>
                <a:off x="2438851" y="4359612"/>
                <a:ext cx="542928" cy="1368257"/>
              </a:xfrm>
              <a:custGeom>
                <a:avLst/>
                <a:gdLst>
                  <a:gd name="T0" fmla="*/ 139 w 277"/>
                  <a:gd name="T1" fmla="*/ 0 h 701"/>
                  <a:gd name="T2" fmla="*/ 256 w 277"/>
                  <a:gd name="T3" fmla="*/ 89 h 701"/>
                  <a:gd name="T4" fmla="*/ 275 w 277"/>
                  <a:gd name="T5" fmla="*/ 281 h 701"/>
                  <a:gd name="T6" fmla="*/ 260 w 277"/>
                  <a:gd name="T7" fmla="*/ 384 h 701"/>
                  <a:gd name="T8" fmla="*/ 251 w 277"/>
                  <a:gd name="T9" fmla="*/ 442 h 701"/>
                  <a:gd name="T10" fmla="*/ 236 w 277"/>
                  <a:gd name="T11" fmla="*/ 544 h 701"/>
                  <a:gd name="T12" fmla="*/ 233 w 277"/>
                  <a:gd name="T13" fmla="*/ 697 h 701"/>
                  <a:gd name="T14" fmla="*/ 230 w 277"/>
                  <a:gd name="T15" fmla="*/ 700 h 701"/>
                  <a:gd name="T16" fmla="*/ 64 w 277"/>
                  <a:gd name="T17" fmla="*/ 700 h 701"/>
                  <a:gd name="T18" fmla="*/ 61 w 277"/>
                  <a:gd name="T19" fmla="*/ 699 h 701"/>
                  <a:gd name="T20" fmla="*/ 60 w 277"/>
                  <a:gd name="T21" fmla="*/ 696 h 701"/>
                  <a:gd name="T22" fmla="*/ 67 w 277"/>
                  <a:gd name="T23" fmla="*/ 415 h 701"/>
                  <a:gd name="T24" fmla="*/ 62 w 277"/>
                  <a:gd name="T25" fmla="*/ 392 h 701"/>
                  <a:gd name="T26" fmla="*/ 54 w 277"/>
                  <a:gd name="T27" fmla="*/ 350 h 701"/>
                  <a:gd name="T28" fmla="*/ 48 w 277"/>
                  <a:gd name="T29" fmla="*/ 318 h 701"/>
                  <a:gd name="T30" fmla="*/ 1 w 277"/>
                  <a:gd name="T31" fmla="*/ 226 h 701"/>
                  <a:gd name="T32" fmla="*/ 5 w 277"/>
                  <a:gd name="T33" fmla="*/ 224 h 701"/>
                  <a:gd name="T34" fmla="*/ 7 w 277"/>
                  <a:gd name="T35" fmla="*/ 227 h 701"/>
                  <a:gd name="T36" fmla="*/ 54 w 277"/>
                  <a:gd name="T37" fmla="*/ 315 h 701"/>
                  <a:gd name="T38" fmla="*/ 54 w 277"/>
                  <a:gd name="T39" fmla="*/ 315 h 701"/>
                  <a:gd name="T40" fmla="*/ 60 w 277"/>
                  <a:gd name="T41" fmla="*/ 350 h 701"/>
                  <a:gd name="T42" fmla="*/ 68 w 277"/>
                  <a:gd name="T43" fmla="*/ 390 h 701"/>
                  <a:gd name="T44" fmla="*/ 73 w 277"/>
                  <a:gd name="T45" fmla="*/ 415 h 701"/>
                  <a:gd name="T46" fmla="*/ 67 w 277"/>
                  <a:gd name="T47" fmla="*/ 693 h 701"/>
                  <a:gd name="T48" fmla="*/ 227 w 277"/>
                  <a:gd name="T49" fmla="*/ 693 h 701"/>
                  <a:gd name="T50" fmla="*/ 230 w 277"/>
                  <a:gd name="T51" fmla="*/ 543 h 701"/>
                  <a:gd name="T52" fmla="*/ 245 w 277"/>
                  <a:gd name="T53" fmla="*/ 441 h 701"/>
                  <a:gd name="T54" fmla="*/ 254 w 277"/>
                  <a:gd name="T55" fmla="*/ 384 h 701"/>
                  <a:gd name="T56" fmla="*/ 269 w 277"/>
                  <a:gd name="T57" fmla="*/ 281 h 701"/>
                  <a:gd name="T58" fmla="*/ 251 w 277"/>
                  <a:gd name="T59" fmla="*/ 92 h 701"/>
                  <a:gd name="T60" fmla="*/ 137 w 277"/>
                  <a:gd name="T61" fmla="*/ 6 h 701"/>
                  <a:gd name="T62" fmla="*/ 29 w 277"/>
                  <a:gd name="T63" fmla="*/ 27 h 701"/>
                  <a:gd name="T64" fmla="*/ 25 w 277"/>
                  <a:gd name="T65" fmla="*/ 25 h 701"/>
                  <a:gd name="T66" fmla="*/ 27 w 277"/>
                  <a:gd name="T67" fmla="*/ 21 h 701"/>
                  <a:gd name="T68" fmla="*/ 137 w 277"/>
                  <a:gd name="T69" fmla="*/ 0 h 701"/>
                  <a:gd name="T70" fmla="*/ 139 w 277"/>
                  <a:gd name="T71" fmla="*/ 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77" h="701">
                    <a:moveTo>
                      <a:pt x="139" y="0"/>
                    </a:moveTo>
                    <a:cubicBezTo>
                      <a:pt x="144" y="3"/>
                      <a:pt x="247" y="75"/>
                      <a:pt x="256" y="89"/>
                    </a:cubicBezTo>
                    <a:cubicBezTo>
                      <a:pt x="267" y="104"/>
                      <a:pt x="276" y="262"/>
                      <a:pt x="275" y="281"/>
                    </a:cubicBezTo>
                    <a:cubicBezTo>
                      <a:pt x="274" y="295"/>
                      <a:pt x="267" y="343"/>
                      <a:pt x="260" y="384"/>
                    </a:cubicBezTo>
                    <a:cubicBezTo>
                      <a:pt x="256" y="408"/>
                      <a:pt x="252" y="430"/>
                      <a:pt x="251" y="442"/>
                    </a:cubicBezTo>
                    <a:cubicBezTo>
                      <a:pt x="246" y="473"/>
                      <a:pt x="237" y="540"/>
                      <a:pt x="236" y="544"/>
                    </a:cubicBezTo>
                    <a:lnTo>
                      <a:pt x="233" y="697"/>
                    </a:lnTo>
                    <a:cubicBezTo>
                      <a:pt x="233" y="699"/>
                      <a:pt x="232" y="700"/>
                      <a:pt x="230" y="700"/>
                    </a:cubicBezTo>
                    <a:lnTo>
                      <a:pt x="64" y="700"/>
                    </a:lnTo>
                    <a:cubicBezTo>
                      <a:pt x="63" y="700"/>
                      <a:pt x="63" y="700"/>
                      <a:pt x="61" y="699"/>
                    </a:cubicBezTo>
                    <a:cubicBezTo>
                      <a:pt x="60" y="699"/>
                      <a:pt x="60" y="697"/>
                      <a:pt x="60" y="696"/>
                    </a:cubicBezTo>
                    <a:cubicBezTo>
                      <a:pt x="60" y="694"/>
                      <a:pt x="67" y="425"/>
                      <a:pt x="67" y="415"/>
                    </a:cubicBezTo>
                    <a:cubicBezTo>
                      <a:pt x="67" y="412"/>
                      <a:pt x="64" y="403"/>
                      <a:pt x="62" y="392"/>
                    </a:cubicBezTo>
                    <a:cubicBezTo>
                      <a:pt x="58" y="378"/>
                      <a:pt x="54" y="361"/>
                      <a:pt x="54" y="350"/>
                    </a:cubicBezTo>
                    <a:cubicBezTo>
                      <a:pt x="54" y="335"/>
                      <a:pt x="49" y="320"/>
                      <a:pt x="48" y="318"/>
                    </a:cubicBezTo>
                    <a:cubicBezTo>
                      <a:pt x="42" y="309"/>
                      <a:pt x="0" y="242"/>
                      <a:pt x="1" y="226"/>
                    </a:cubicBezTo>
                    <a:cubicBezTo>
                      <a:pt x="1" y="225"/>
                      <a:pt x="3" y="224"/>
                      <a:pt x="5" y="224"/>
                    </a:cubicBezTo>
                    <a:cubicBezTo>
                      <a:pt x="7" y="224"/>
                      <a:pt x="8" y="225"/>
                      <a:pt x="7" y="227"/>
                    </a:cubicBezTo>
                    <a:cubicBezTo>
                      <a:pt x="7" y="237"/>
                      <a:pt x="35" y="287"/>
                      <a:pt x="54" y="315"/>
                    </a:cubicBezTo>
                    <a:lnTo>
                      <a:pt x="54" y="315"/>
                    </a:lnTo>
                    <a:cubicBezTo>
                      <a:pt x="54" y="316"/>
                      <a:pt x="60" y="333"/>
                      <a:pt x="60" y="350"/>
                    </a:cubicBezTo>
                    <a:cubicBezTo>
                      <a:pt x="60" y="360"/>
                      <a:pt x="64" y="377"/>
                      <a:pt x="68" y="390"/>
                    </a:cubicBezTo>
                    <a:cubicBezTo>
                      <a:pt x="70" y="402"/>
                      <a:pt x="73" y="411"/>
                      <a:pt x="73" y="415"/>
                    </a:cubicBezTo>
                    <a:cubicBezTo>
                      <a:pt x="73" y="424"/>
                      <a:pt x="67" y="662"/>
                      <a:pt x="67" y="693"/>
                    </a:cubicBezTo>
                    <a:lnTo>
                      <a:pt x="227" y="693"/>
                    </a:lnTo>
                    <a:lnTo>
                      <a:pt x="230" y="543"/>
                    </a:lnTo>
                    <a:cubicBezTo>
                      <a:pt x="231" y="543"/>
                      <a:pt x="240" y="473"/>
                      <a:pt x="245" y="441"/>
                    </a:cubicBezTo>
                    <a:cubicBezTo>
                      <a:pt x="246" y="429"/>
                      <a:pt x="250" y="407"/>
                      <a:pt x="254" y="384"/>
                    </a:cubicBezTo>
                    <a:cubicBezTo>
                      <a:pt x="260" y="342"/>
                      <a:pt x="268" y="294"/>
                      <a:pt x="269" y="281"/>
                    </a:cubicBezTo>
                    <a:cubicBezTo>
                      <a:pt x="271" y="258"/>
                      <a:pt x="260" y="105"/>
                      <a:pt x="251" y="92"/>
                    </a:cubicBezTo>
                    <a:cubicBezTo>
                      <a:pt x="244" y="81"/>
                      <a:pt x="167" y="27"/>
                      <a:pt x="137" y="6"/>
                    </a:cubicBezTo>
                    <a:lnTo>
                      <a:pt x="29" y="27"/>
                    </a:lnTo>
                    <a:cubicBezTo>
                      <a:pt x="26" y="28"/>
                      <a:pt x="25" y="26"/>
                      <a:pt x="25" y="25"/>
                    </a:cubicBezTo>
                    <a:cubicBezTo>
                      <a:pt x="24" y="23"/>
                      <a:pt x="26" y="22"/>
                      <a:pt x="27" y="21"/>
                    </a:cubicBezTo>
                    <a:lnTo>
                      <a:pt x="137" y="0"/>
                    </a:lnTo>
                    <a:cubicBezTo>
                      <a:pt x="138" y="0"/>
                      <a:pt x="138" y="0"/>
                      <a:pt x="139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9" name="ïŝ1ïḍé">
                <a:extLst>
                  <a:ext uri="{FF2B5EF4-FFF2-40B4-BE49-F238E27FC236}">
                    <a16:creationId xmlns:a16="http://schemas.microsoft.com/office/drawing/2014/main" id="{4C76F744-5BA9-448C-ADCC-8177827E0FE0}"/>
                  </a:ext>
                </a:extLst>
              </p:cNvPr>
              <p:cNvSpPr/>
              <p:nvPr/>
            </p:nvSpPr>
            <p:spPr bwMode="auto">
              <a:xfrm>
                <a:off x="2283729" y="4411245"/>
                <a:ext cx="387806" cy="120476"/>
              </a:xfrm>
              <a:custGeom>
                <a:avLst/>
                <a:gdLst>
                  <a:gd name="T0" fmla="*/ 0 w 200"/>
                  <a:gd name="T1" fmla="*/ 0 h 61"/>
                  <a:gd name="T2" fmla="*/ 190 w 200"/>
                  <a:gd name="T3" fmla="*/ 3 h 61"/>
                  <a:gd name="T4" fmla="*/ 199 w 200"/>
                  <a:gd name="T5" fmla="*/ 34 h 61"/>
                  <a:gd name="T6" fmla="*/ 105 w 200"/>
                  <a:gd name="T7" fmla="*/ 57 h 61"/>
                  <a:gd name="T8" fmla="*/ 0 w 200"/>
                  <a:gd name="T9" fmla="*/ 31 h 61"/>
                  <a:gd name="T10" fmla="*/ 0 w 200"/>
                  <a:gd name="T11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61">
                    <a:moveTo>
                      <a:pt x="0" y="0"/>
                    </a:moveTo>
                    <a:cubicBezTo>
                      <a:pt x="9" y="9"/>
                      <a:pt x="190" y="3"/>
                      <a:pt x="190" y="3"/>
                    </a:cubicBezTo>
                    <a:lnTo>
                      <a:pt x="199" y="34"/>
                    </a:lnTo>
                    <a:cubicBezTo>
                      <a:pt x="199" y="34"/>
                      <a:pt x="133" y="54"/>
                      <a:pt x="105" y="57"/>
                    </a:cubicBezTo>
                    <a:cubicBezTo>
                      <a:pt x="77" y="60"/>
                      <a:pt x="0" y="31"/>
                      <a:pt x="0" y="31"/>
                    </a:cubicBezTo>
                    <a:lnTo>
                      <a:pt x="0" y="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0" name="íS1ídê">
                <a:extLst>
                  <a:ext uri="{FF2B5EF4-FFF2-40B4-BE49-F238E27FC236}">
                    <a16:creationId xmlns:a16="http://schemas.microsoft.com/office/drawing/2014/main" id="{28521672-204A-43FF-BFBE-A6E514758FAC}"/>
                  </a:ext>
                </a:extLst>
              </p:cNvPr>
              <p:cNvSpPr/>
              <p:nvPr/>
            </p:nvSpPr>
            <p:spPr bwMode="auto">
              <a:xfrm>
                <a:off x="2275114" y="4402636"/>
                <a:ext cx="405037" cy="129084"/>
              </a:xfrm>
              <a:custGeom>
                <a:avLst/>
                <a:gdLst>
                  <a:gd name="T0" fmla="*/ 108 w 208"/>
                  <a:gd name="T1" fmla="*/ 56 h 64"/>
                  <a:gd name="T2" fmla="*/ 199 w 208"/>
                  <a:gd name="T3" fmla="*/ 35 h 64"/>
                  <a:gd name="T4" fmla="*/ 192 w 208"/>
                  <a:gd name="T5" fmla="*/ 8 h 64"/>
                  <a:gd name="T6" fmla="*/ 74 w 208"/>
                  <a:gd name="T7" fmla="*/ 10 h 64"/>
                  <a:gd name="T8" fmla="*/ 6 w 208"/>
                  <a:gd name="T9" fmla="*/ 7 h 64"/>
                  <a:gd name="T10" fmla="*/ 7 w 208"/>
                  <a:gd name="T11" fmla="*/ 31 h 64"/>
                  <a:gd name="T12" fmla="*/ 104 w 208"/>
                  <a:gd name="T13" fmla="*/ 56 h 64"/>
                  <a:gd name="T14" fmla="*/ 108 w 208"/>
                  <a:gd name="T15" fmla="*/ 56 h 64"/>
                  <a:gd name="T16" fmla="*/ 197 w 208"/>
                  <a:gd name="T17" fmla="*/ 4 h 64"/>
                  <a:gd name="T18" fmla="*/ 206 w 208"/>
                  <a:gd name="T19" fmla="*/ 36 h 64"/>
                  <a:gd name="T20" fmla="*/ 204 w 208"/>
                  <a:gd name="T21" fmla="*/ 40 h 64"/>
                  <a:gd name="T22" fmla="*/ 109 w 208"/>
                  <a:gd name="T23" fmla="*/ 62 h 64"/>
                  <a:gd name="T24" fmla="*/ 104 w 208"/>
                  <a:gd name="T25" fmla="*/ 63 h 64"/>
                  <a:gd name="T26" fmla="*/ 3 w 208"/>
                  <a:gd name="T27" fmla="*/ 37 h 64"/>
                  <a:gd name="T28" fmla="*/ 1 w 208"/>
                  <a:gd name="T29" fmla="*/ 34 h 64"/>
                  <a:gd name="T30" fmla="*/ 0 w 208"/>
                  <a:gd name="T31" fmla="*/ 4 h 64"/>
                  <a:gd name="T32" fmla="*/ 2 w 208"/>
                  <a:gd name="T33" fmla="*/ 1 h 64"/>
                  <a:gd name="T34" fmla="*/ 5 w 208"/>
                  <a:gd name="T35" fmla="*/ 1 h 64"/>
                  <a:gd name="T36" fmla="*/ 74 w 208"/>
                  <a:gd name="T37" fmla="*/ 4 h 64"/>
                  <a:gd name="T38" fmla="*/ 194 w 208"/>
                  <a:gd name="T39" fmla="*/ 2 h 64"/>
                  <a:gd name="T40" fmla="*/ 197 w 208"/>
                  <a:gd name="T41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8" h="64">
                    <a:moveTo>
                      <a:pt x="108" y="56"/>
                    </a:moveTo>
                    <a:cubicBezTo>
                      <a:pt x="132" y="54"/>
                      <a:pt x="186" y="39"/>
                      <a:pt x="199" y="35"/>
                    </a:cubicBezTo>
                    <a:lnTo>
                      <a:pt x="192" y="8"/>
                    </a:lnTo>
                    <a:cubicBezTo>
                      <a:pt x="180" y="9"/>
                      <a:pt x="122" y="10"/>
                      <a:pt x="74" y="10"/>
                    </a:cubicBezTo>
                    <a:cubicBezTo>
                      <a:pt x="30" y="10"/>
                      <a:pt x="13" y="9"/>
                      <a:pt x="6" y="7"/>
                    </a:cubicBezTo>
                    <a:lnTo>
                      <a:pt x="7" y="31"/>
                    </a:lnTo>
                    <a:cubicBezTo>
                      <a:pt x="18" y="36"/>
                      <a:pt x="77" y="56"/>
                      <a:pt x="104" y="56"/>
                    </a:cubicBezTo>
                    <a:cubicBezTo>
                      <a:pt x="106" y="56"/>
                      <a:pt x="107" y="56"/>
                      <a:pt x="108" y="56"/>
                    </a:cubicBezTo>
                    <a:close/>
                    <a:moveTo>
                      <a:pt x="197" y="4"/>
                    </a:moveTo>
                    <a:lnTo>
                      <a:pt x="206" y="36"/>
                    </a:lnTo>
                    <a:cubicBezTo>
                      <a:pt x="207" y="37"/>
                      <a:pt x="205" y="40"/>
                      <a:pt x="204" y="40"/>
                    </a:cubicBezTo>
                    <a:cubicBezTo>
                      <a:pt x="201" y="40"/>
                      <a:pt x="137" y="59"/>
                      <a:pt x="109" y="62"/>
                    </a:cubicBezTo>
                    <a:cubicBezTo>
                      <a:pt x="107" y="62"/>
                      <a:pt x="106" y="63"/>
                      <a:pt x="104" y="63"/>
                    </a:cubicBezTo>
                    <a:cubicBezTo>
                      <a:pt x="73" y="63"/>
                      <a:pt x="6" y="37"/>
                      <a:pt x="3" y="37"/>
                    </a:cubicBezTo>
                    <a:cubicBezTo>
                      <a:pt x="2" y="36"/>
                      <a:pt x="1" y="35"/>
                      <a:pt x="1" y="34"/>
                    </a:cubicBezTo>
                    <a:lnTo>
                      <a:pt x="0" y="4"/>
                    </a:lnTo>
                    <a:cubicBezTo>
                      <a:pt x="0" y="2"/>
                      <a:pt x="0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1"/>
                      <a:pt x="15" y="4"/>
                      <a:pt x="74" y="4"/>
                    </a:cubicBezTo>
                    <a:cubicBezTo>
                      <a:pt x="128" y="4"/>
                      <a:pt x="193" y="2"/>
                      <a:pt x="194" y="2"/>
                    </a:cubicBezTo>
                    <a:cubicBezTo>
                      <a:pt x="195" y="2"/>
                      <a:pt x="196" y="3"/>
                      <a:pt x="197" y="4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1" name="îṥḻiḓe">
                <a:extLst>
                  <a:ext uri="{FF2B5EF4-FFF2-40B4-BE49-F238E27FC236}">
                    <a16:creationId xmlns:a16="http://schemas.microsoft.com/office/drawing/2014/main" id="{6D7FDA70-CE31-4942-A726-059F0A25691E}"/>
                  </a:ext>
                </a:extLst>
              </p:cNvPr>
              <p:cNvSpPr/>
              <p:nvPr/>
            </p:nvSpPr>
            <p:spPr bwMode="auto">
              <a:xfrm>
                <a:off x="1749422" y="3481861"/>
                <a:ext cx="568779" cy="894962"/>
              </a:xfrm>
              <a:custGeom>
                <a:avLst/>
                <a:gdLst>
                  <a:gd name="T0" fmla="*/ 265 w 291"/>
                  <a:gd name="T1" fmla="*/ 3 h 460"/>
                  <a:gd name="T2" fmla="*/ 279 w 291"/>
                  <a:gd name="T3" fmla="*/ 3 h 460"/>
                  <a:gd name="T4" fmla="*/ 290 w 291"/>
                  <a:gd name="T5" fmla="*/ 180 h 460"/>
                  <a:gd name="T6" fmla="*/ 279 w 291"/>
                  <a:gd name="T7" fmla="*/ 373 h 460"/>
                  <a:gd name="T8" fmla="*/ 122 w 291"/>
                  <a:gd name="T9" fmla="*/ 432 h 460"/>
                  <a:gd name="T10" fmla="*/ 44 w 291"/>
                  <a:gd name="T11" fmla="*/ 457 h 460"/>
                  <a:gd name="T12" fmla="*/ 28 w 291"/>
                  <a:gd name="T13" fmla="*/ 450 h 460"/>
                  <a:gd name="T14" fmla="*/ 20 w 291"/>
                  <a:gd name="T15" fmla="*/ 342 h 460"/>
                  <a:gd name="T16" fmla="*/ 105 w 291"/>
                  <a:gd name="T17" fmla="*/ 322 h 460"/>
                  <a:gd name="T18" fmla="*/ 154 w 291"/>
                  <a:gd name="T19" fmla="*/ 310 h 460"/>
                  <a:gd name="T20" fmla="*/ 214 w 291"/>
                  <a:gd name="T21" fmla="*/ 281 h 460"/>
                  <a:gd name="T22" fmla="*/ 225 w 291"/>
                  <a:gd name="T23" fmla="*/ 271 h 460"/>
                  <a:gd name="T24" fmla="*/ 241 w 291"/>
                  <a:gd name="T25" fmla="*/ 234 h 460"/>
                  <a:gd name="T26" fmla="*/ 247 w 291"/>
                  <a:gd name="T27" fmla="*/ 173 h 460"/>
                  <a:gd name="T28" fmla="*/ 265 w 291"/>
                  <a:gd name="T29" fmla="*/ 3 h 4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1" h="460">
                    <a:moveTo>
                      <a:pt x="265" y="3"/>
                    </a:moveTo>
                    <a:cubicBezTo>
                      <a:pt x="269" y="0"/>
                      <a:pt x="279" y="3"/>
                      <a:pt x="279" y="3"/>
                    </a:cubicBezTo>
                    <a:cubicBezTo>
                      <a:pt x="279" y="3"/>
                      <a:pt x="290" y="164"/>
                      <a:pt x="290" y="180"/>
                    </a:cubicBezTo>
                    <a:cubicBezTo>
                      <a:pt x="290" y="198"/>
                      <a:pt x="279" y="373"/>
                      <a:pt x="279" y="373"/>
                    </a:cubicBezTo>
                    <a:cubicBezTo>
                      <a:pt x="242" y="409"/>
                      <a:pt x="122" y="432"/>
                      <a:pt x="122" y="432"/>
                    </a:cubicBezTo>
                    <a:cubicBezTo>
                      <a:pt x="112" y="441"/>
                      <a:pt x="52" y="459"/>
                      <a:pt x="44" y="457"/>
                    </a:cubicBezTo>
                    <a:cubicBezTo>
                      <a:pt x="37" y="456"/>
                      <a:pt x="37" y="458"/>
                      <a:pt x="28" y="450"/>
                    </a:cubicBezTo>
                    <a:cubicBezTo>
                      <a:pt x="0" y="417"/>
                      <a:pt x="20" y="342"/>
                      <a:pt x="20" y="342"/>
                    </a:cubicBezTo>
                    <a:cubicBezTo>
                      <a:pt x="28" y="338"/>
                      <a:pt x="105" y="322"/>
                      <a:pt x="105" y="322"/>
                    </a:cubicBezTo>
                    <a:cubicBezTo>
                      <a:pt x="113" y="319"/>
                      <a:pt x="154" y="310"/>
                      <a:pt x="154" y="310"/>
                    </a:cubicBezTo>
                    <a:cubicBezTo>
                      <a:pt x="164" y="306"/>
                      <a:pt x="214" y="281"/>
                      <a:pt x="214" y="281"/>
                    </a:cubicBezTo>
                    <a:lnTo>
                      <a:pt x="225" y="271"/>
                    </a:lnTo>
                    <a:cubicBezTo>
                      <a:pt x="225" y="271"/>
                      <a:pt x="237" y="258"/>
                      <a:pt x="241" y="234"/>
                    </a:cubicBezTo>
                    <a:cubicBezTo>
                      <a:pt x="244" y="215"/>
                      <a:pt x="238" y="183"/>
                      <a:pt x="247" y="173"/>
                    </a:cubicBezTo>
                    <a:cubicBezTo>
                      <a:pt x="252" y="167"/>
                      <a:pt x="247" y="13"/>
                      <a:pt x="265" y="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2" name="íṧlïḑê">
                <a:extLst>
                  <a:ext uri="{FF2B5EF4-FFF2-40B4-BE49-F238E27FC236}">
                    <a16:creationId xmlns:a16="http://schemas.microsoft.com/office/drawing/2014/main" id="{CDBB58DD-06BE-436D-86F1-7BBD0B863FAF}"/>
                  </a:ext>
                </a:extLst>
              </p:cNvPr>
              <p:cNvSpPr/>
              <p:nvPr/>
            </p:nvSpPr>
            <p:spPr bwMode="auto">
              <a:xfrm>
                <a:off x="1740807" y="3473253"/>
                <a:ext cx="586014" cy="903570"/>
              </a:xfrm>
              <a:custGeom>
                <a:avLst/>
                <a:gdLst>
                  <a:gd name="T0" fmla="*/ 280 w 298"/>
                  <a:gd name="T1" fmla="*/ 374 h 464"/>
                  <a:gd name="T2" fmla="*/ 291 w 298"/>
                  <a:gd name="T3" fmla="*/ 183 h 464"/>
                  <a:gd name="T4" fmla="*/ 280 w 298"/>
                  <a:gd name="T5" fmla="*/ 7 h 464"/>
                  <a:gd name="T6" fmla="*/ 275 w 298"/>
                  <a:gd name="T7" fmla="*/ 6 h 464"/>
                  <a:gd name="T8" fmla="*/ 271 w 298"/>
                  <a:gd name="T9" fmla="*/ 7 h 464"/>
                  <a:gd name="T10" fmla="*/ 257 w 298"/>
                  <a:gd name="T11" fmla="*/ 129 h 464"/>
                  <a:gd name="T12" fmla="*/ 253 w 298"/>
                  <a:gd name="T13" fmla="*/ 177 h 464"/>
                  <a:gd name="T14" fmla="*/ 249 w 298"/>
                  <a:gd name="T15" fmla="*/ 212 h 464"/>
                  <a:gd name="T16" fmla="*/ 248 w 298"/>
                  <a:gd name="T17" fmla="*/ 236 h 464"/>
                  <a:gd name="T18" fmla="*/ 232 w 298"/>
                  <a:gd name="T19" fmla="*/ 275 h 464"/>
                  <a:gd name="T20" fmla="*/ 221 w 298"/>
                  <a:gd name="T21" fmla="*/ 286 h 464"/>
                  <a:gd name="T22" fmla="*/ 220 w 298"/>
                  <a:gd name="T23" fmla="*/ 287 h 464"/>
                  <a:gd name="T24" fmla="*/ 159 w 298"/>
                  <a:gd name="T25" fmla="*/ 316 h 464"/>
                  <a:gd name="T26" fmla="*/ 159 w 298"/>
                  <a:gd name="T27" fmla="*/ 316 h 464"/>
                  <a:gd name="T28" fmla="*/ 111 w 298"/>
                  <a:gd name="T29" fmla="*/ 328 h 464"/>
                  <a:gd name="T30" fmla="*/ 110 w 298"/>
                  <a:gd name="T31" fmla="*/ 328 h 464"/>
                  <a:gd name="T32" fmla="*/ 27 w 298"/>
                  <a:gd name="T33" fmla="*/ 347 h 464"/>
                  <a:gd name="T34" fmla="*/ 34 w 298"/>
                  <a:gd name="T35" fmla="*/ 450 h 464"/>
                  <a:gd name="T36" fmla="*/ 44 w 298"/>
                  <a:gd name="T37" fmla="*/ 456 h 464"/>
                  <a:gd name="T38" fmla="*/ 49 w 298"/>
                  <a:gd name="T39" fmla="*/ 457 h 464"/>
                  <a:gd name="T40" fmla="*/ 124 w 298"/>
                  <a:gd name="T41" fmla="*/ 432 h 464"/>
                  <a:gd name="T42" fmla="*/ 125 w 298"/>
                  <a:gd name="T43" fmla="*/ 432 h 464"/>
                  <a:gd name="T44" fmla="*/ 280 w 298"/>
                  <a:gd name="T45" fmla="*/ 374 h 464"/>
                  <a:gd name="T46" fmla="*/ 284 w 298"/>
                  <a:gd name="T47" fmla="*/ 2 h 464"/>
                  <a:gd name="T48" fmla="*/ 286 w 298"/>
                  <a:gd name="T49" fmla="*/ 4 h 464"/>
                  <a:gd name="T50" fmla="*/ 297 w 298"/>
                  <a:gd name="T51" fmla="*/ 183 h 464"/>
                  <a:gd name="T52" fmla="*/ 286 w 298"/>
                  <a:gd name="T53" fmla="*/ 376 h 464"/>
                  <a:gd name="T54" fmla="*/ 286 w 298"/>
                  <a:gd name="T55" fmla="*/ 377 h 464"/>
                  <a:gd name="T56" fmla="*/ 128 w 298"/>
                  <a:gd name="T57" fmla="*/ 438 h 464"/>
                  <a:gd name="T58" fmla="*/ 49 w 298"/>
                  <a:gd name="T59" fmla="*/ 463 h 464"/>
                  <a:gd name="T60" fmla="*/ 47 w 298"/>
                  <a:gd name="T61" fmla="*/ 463 h 464"/>
                  <a:gd name="T62" fmla="*/ 44 w 298"/>
                  <a:gd name="T63" fmla="*/ 462 h 464"/>
                  <a:gd name="T64" fmla="*/ 30 w 298"/>
                  <a:gd name="T65" fmla="*/ 454 h 464"/>
                  <a:gd name="T66" fmla="*/ 22 w 298"/>
                  <a:gd name="T67" fmla="*/ 344 h 464"/>
                  <a:gd name="T68" fmla="*/ 22 w 298"/>
                  <a:gd name="T69" fmla="*/ 342 h 464"/>
                  <a:gd name="T70" fmla="*/ 109 w 298"/>
                  <a:gd name="T71" fmla="*/ 322 h 464"/>
                  <a:gd name="T72" fmla="*/ 157 w 298"/>
                  <a:gd name="T73" fmla="*/ 310 h 464"/>
                  <a:gd name="T74" fmla="*/ 217 w 298"/>
                  <a:gd name="T75" fmla="*/ 281 h 464"/>
                  <a:gd name="T76" fmla="*/ 227 w 298"/>
                  <a:gd name="T77" fmla="*/ 271 h 464"/>
                  <a:gd name="T78" fmla="*/ 242 w 298"/>
                  <a:gd name="T79" fmla="*/ 235 h 464"/>
                  <a:gd name="T80" fmla="*/ 243 w 298"/>
                  <a:gd name="T81" fmla="*/ 212 h 464"/>
                  <a:gd name="T82" fmla="*/ 249 w 298"/>
                  <a:gd name="T83" fmla="*/ 174 h 464"/>
                  <a:gd name="T84" fmla="*/ 251 w 298"/>
                  <a:gd name="T85" fmla="*/ 129 h 464"/>
                  <a:gd name="T86" fmla="*/ 268 w 298"/>
                  <a:gd name="T87" fmla="*/ 2 h 464"/>
                  <a:gd name="T88" fmla="*/ 275 w 298"/>
                  <a:gd name="T89" fmla="*/ 0 h 464"/>
                  <a:gd name="T90" fmla="*/ 284 w 298"/>
                  <a:gd name="T91" fmla="*/ 2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" h="464">
                    <a:moveTo>
                      <a:pt x="280" y="374"/>
                    </a:moveTo>
                    <a:cubicBezTo>
                      <a:pt x="281" y="358"/>
                      <a:pt x="291" y="199"/>
                      <a:pt x="291" y="183"/>
                    </a:cubicBezTo>
                    <a:cubicBezTo>
                      <a:pt x="291" y="168"/>
                      <a:pt x="282" y="27"/>
                      <a:pt x="280" y="7"/>
                    </a:cubicBezTo>
                    <a:cubicBezTo>
                      <a:pt x="279" y="7"/>
                      <a:pt x="277" y="6"/>
                      <a:pt x="275" y="6"/>
                    </a:cubicBezTo>
                    <a:cubicBezTo>
                      <a:pt x="273" y="6"/>
                      <a:pt x="271" y="7"/>
                      <a:pt x="271" y="7"/>
                    </a:cubicBezTo>
                    <a:cubicBezTo>
                      <a:pt x="261" y="13"/>
                      <a:pt x="258" y="88"/>
                      <a:pt x="257" y="129"/>
                    </a:cubicBezTo>
                    <a:cubicBezTo>
                      <a:pt x="256" y="166"/>
                      <a:pt x="255" y="174"/>
                      <a:pt x="253" y="177"/>
                    </a:cubicBezTo>
                    <a:cubicBezTo>
                      <a:pt x="249" y="183"/>
                      <a:pt x="249" y="197"/>
                      <a:pt x="249" y="212"/>
                    </a:cubicBezTo>
                    <a:cubicBezTo>
                      <a:pt x="249" y="220"/>
                      <a:pt x="249" y="229"/>
                      <a:pt x="248" y="236"/>
                    </a:cubicBezTo>
                    <a:cubicBezTo>
                      <a:pt x="244" y="262"/>
                      <a:pt x="232" y="275"/>
                      <a:pt x="232" y="275"/>
                    </a:cubicBezTo>
                    <a:lnTo>
                      <a:pt x="221" y="286"/>
                    </a:lnTo>
                    <a:cubicBezTo>
                      <a:pt x="221" y="286"/>
                      <a:pt x="221" y="286"/>
                      <a:pt x="220" y="287"/>
                    </a:cubicBezTo>
                    <a:cubicBezTo>
                      <a:pt x="218" y="288"/>
                      <a:pt x="170" y="311"/>
                      <a:pt x="159" y="316"/>
                    </a:cubicBezTo>
                    <a:lnTo>
                      <a:pt x="159" y="316"/>
                    </a:lnTo>
                    <a:cubicBezTo>
                      <a:pt x="144" y="319"/>
                      <a:pt x="116" y="326"/>
                      <a:pt x="111" y="328"/>
                    </a:cubicBezTo>
                    <a:cubicBezTo>
                      <a:pt x="110" y="328"/>
                      <a:pt x="110" y="328"/>
                      <a:pt x="110" y="328"/>
                    </a:cubicBezTo>
                    <a:cubicBezTo>
                      <a:pt x="81" y="334"/>
                      <a:pt x="36" y="343"/>
                      <a:pt x="27" y="347"/>
                    </a:cubicBezTo>
                    <a:cubicBezTo>
                      <a:pt x="25" y="357"/>
                      <a:pt x="9" y="422"/>
                      <a:pt x="34" y="450"/>
                    </a:cubicBezTo>
                    <a:cubicBezTo>
                      <a:pt x="40" y="456"/>
                      <a:pt x="41" y="456"/>
                      <a:pt x="44" y="456"/>
                    </a:cubicBezTo>
                    <a:cubicBezTo>
                      <a:pt x="45" y="456"/>
                      <a:pt x="47" y="456"/>
                      <a:pt x="49" y="457"/>
                    </a:cubicBezTo>
                    <a:cubicBezTo>
                      <a:pt x="60" y="457"/>
                      <a:pt x="115" y="441"/>
                      <a:pt x="124" y="432"/>
                    </a:cubicBezTo>
                    <a:cubicBezTo>
                      <a:pt x="125" y="432"/>
                      <a:pt x="125" y="432"/>
                      <a:pt x="125" y="432"/>
                    </a:cubicBezTo>
                    <a:cubicBezTo>
                      <a:pt x="127" y="432"/>
                      <a:pt x="243" y="409"/>
                      <a:pt x="280" y="374"/>
                    </a:cubicBezTo>
                    <a:close/>
                    <a:moveTo>
                      <a:pt x="284" y="2"/>
                    </a:moveTo>
                    <a:cubicBezTo>
                      <a:pt x="286" y="2"/>
                      <a:pt x="286" y="3"/>
                      <a:pt x="286" y="4"/>
                    </a:cubicBezTo>
                    <a:cubicBezTo>
                      <a:pt x="287" y="11"/>
                      <a:pt x="297" y="166"/>
                      <a:pt x="297" y="183"/>
                    </a:cubicBezTo>
                    <a:cubicBezTo>
                      <a:pt x="297" y="200"/>
                      <a:pt x="287" y="368"/>
                      <a:pt x="286" y="376"/>
                    </a:cubicBezTo>
                    <a:lnTo>
                      <a:pt x="286" y="377"/>
                    </a:lnTo>
                    <a:cubicBezTo>
                      <a:pt x="249" y="413"/>
                      <a:pt x="138" y="435"/>
                      <a:pt x="128" y="438"/>
                    </a:cubicBezTo>
                    <a:cubicBezTo>
                      <a:pt x="115" y="448"/>
                      <a:pt x="60" y="463"/>
                      <a:pt x="49" y="463"/>
                    </a:cubicBezTo>
                    <a:cubicBezTo>
                      <a:pt x="48" y="463"/>
                      <a:pt x="48" y="463"/>
                      <a:pt x="47" y="463"/>
                    </a:cubicBezTo>
                    <a:cubicBezTo>
                      <a:pt x="46" y="462"/>
                      <a:pt x="44" y="462"/>
                      <a:pt x="44" y="462"/>
                    </a:cubicBezTo>
                    <a:cubicBezTo>
                      <a:pt x="38" y="461"/>
                      <a:pt x="37" y="461"/>
                      <a:pt x="30" y="454"/>
                    </a:cubicBezTo>
                    <a:cubicBezTo>
                      <a:pt x="0" y="421"/>
                      <a:pt x="20" y="347"/>
                      <a:pt x="22" y="344"/>
                    </a:cubicBezTo>
                    <a:cubicBezTo>
                      <a:pt x="22" y="343"/>
                      <a:pt x="22" y="342"/>
                      <a:pt x="22" y="342"/>
                    </a:cubicBezTo>
                    <a:cubicBezTo>
                      <a:pt x="31" y="338"/>
                      <a:pt x="100" y="324"/>
                      <a:pt x="109" y="322"/>
                    </a:cubicBezTo>
                    <a:cubicBezTo>
                      <a:pt x="117" y="319"/>
                      <a:pt x="153" y="311"/>
                      <a:pt x="157" y="310"/>
                    </a:cubicBezTo>
                    <a:cubicBezTo>
                      <a:pt x="168" y="305"/>
                      <a:pt x="211" y="284"/>
                      <a:pt x="217" y="281"/>
                    </a:cubicBezTo>
                    <a:lnTo>
                      <a:pt x="227" y="271"/>
                    </a:lnTo>
                    <a:cubicBezTo>
                      <a:pt x="227" y="271"/>
                      <a:pt x="238" y="259"/>
                      <a:pt x="242" y="235"/>
                    </a:cubicBezTo>
                    <a:cubicBezTo>
                      <a:pt x="243" y="228"/>
                      <a:pt x="243" y="220"/>
                      <a:pt x="243" y="212"/>
                    </a:cubicBezTo>
                    <a:cubicBezTo>
                      <a:pt x="243" y="196"/>
                      <a:pt x="242" y="181"/>
                      <a:pt x="249" y="174"/>
                    </a:cubicBezTo>
                    <a:cubicBezTo>
                      <a:pt x="250" y="170"/>
                      <a:pt x="250" y="149"/>
                      <a:pt x="251" y="129"/>
                    </a:cubicBezTo>
                    <a:cubicBezTo>
                      <a:pt x="253" y="61"/>
                      <a:pt x="255" y="9"/>
                      <a:pt x="268" y="2"/>
                    </a:cubicBezTo>
                    <a:cubicBezTo>
                      <a:pt x="270" y="1"/>
                      <a:pt x="272" y="0"/>
                      <a:pt x="275" y="0"/>
                    </a:cubicBezTo>
                    <a:cubicBezTo>
                      <a:pt x="280" y="0"/>
                      <a:pt x="284" y="2"/>
                      <a:pt x="284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3" name="í$ḷiďe">
                <a:extLst>
                  <a:ext uri="{FF2B5EF4-FFF2-40B4-BE49-F238E27FC236}">
                    <a16:creationId xmlns:a16="http://schemas.microsoft.com/office/drawing/2014/main" id="{6E688640-9876-4B25-B80A-9090F710B7CF}"/>
                  </a:ext>
                </a:extLst>
              </p:cNvPr>
              <p:cNvSpPr/>
              <p:nvPr/>
            </p:nvSpPr>
            <p:spPr bwMode="auto">
              <a:xfrm>
                <a:off x="2266494" y="3309753"/>
                <a:ext cx="499836" cy="1170335"/>
              </a:xfrm>
              <a:custGeom>
                <a:avLst/>
                <a:gdLst>
                  <a:gd name="T0" fmla="*/ 123 w 257"/>
                  <a:gd name="T1" fmla="*/ 32 h 600"/>
                  <a:gd name="T2" fmla="*/ 180 w 257"/>
                  <a:gd name="T3" fmla="*/ 40 h 600"/>
                  <a:gd name="T4" fmla="*/ 256 w 257"/>
                  <a:gd name="T5" fmla="*/ 0 h 600"/>
                  <a:gd name="T6" fmla="*/ 202 w 257"/>
                  <a:gd name="T7" fmla="*/ 173 h 600"/>
                  <a:gd name="T8" fmla="*/ 167 w 257"/>
                  <a:gd name="T9" fmla="*/ 590 h 600"/>
                  <a:gd name="T10" fmla="*/ 89 w 257"/>
                  <a:gd name="T11" fmla="*/ 598 h 600"/>
                  <a:gd name="T12" fmla="*/ 9 w 257"/>
                  <a:gd name="T13" fmla="*/ 568 h 600"/>
                  <a:gd name="T14" fmla="*/ 27 w 257"/>
                  <a:gd name="T15" fmla="*/ 325 h 600"/>
                  <a:gd name="T16" fmla="*/ 103 w 257"/>
                  <a:gd name="T17" fmla="*/ 38 h 600"/>
                  <a:gd name="T18" fmla="*/ 123 w 257"/>
                  <a:gd name="T19" fmla="*/ 32 h 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7" h="600">
                    <a:moveTo>
                      <a:pt x="123" y="32"/>
                    </a:moveTo>
                    <a:cubicBezTo>
                      <a:pt x="123" y="32"/>
                      <a:pt x="152" y="47"/>
                      <a:pt x="180" y="40"/>
                    </a:cubicBezTo>
                    <a:cubicBezTo>
                      <a:pt x="206" y="33"/>
                      <a:pt x="256" y="0"/>
                      <a:pt x="256" y="0"/>
                    </a:cubicBezTo>
                    <a:lnTo>
                      <a:pt x="202" y="173"/>
                    </a:lnTo>
                    <a:cubicBezTo>
                      <a:pt x="202" y="173"/>
                      <a:pt x="161" y="570"/>
                      <a:pt x="167" y="590"/>
                    </a:cubicBezTo>
                    <a:cubicBezTo>
                      <a:pt x="167" y="590"/>
                      <a:pt x="110" y="599"/>
                      <a:pt x="89" y="598"/>
                    </a:cubicBezTo>
                    <a:cubicBezTo>
                      <a:pt x="68" y="596"/>
                      <a:pt x="18" y="577"/>
                      <a:pt x="9" y="568"/>
                    </a:cubicBezTo>
                    <a:cubicBezTo>
                      <a:pt x="0" y="560"/>
                      <a:pt x="29" y="351"/>
                      <a:pt x="27" y="325"/>
                    </a:cubicBezTo>
                    <a:cubicBezTo>
                      <a:pt x="26" y="298"/>
                      <a:pt x="92" y="48"/>
                      <a:pt x="103" y="38"/>
                    </a:cubicBezTo>
                    <a:cubicBezTo>
                      <a:pt x="113" y="27"/>
                      <a:pt x="123" y="32"/>
                      <a:pt x="123" y="3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4" name="îṧ1îḓè">
                <a:extLst>
                  <a:ext uri="{FF2B5EF4-FFF2-40B4-BE49-F238E27FC236}">
                    <a16:creationId xmlns:a16="http://schemas.microsoft.com/office/drawing/2014/main" id="{36C47C1E-A81C-4770-B768-FA528883BE56}"/>
                  </a:ext>
                </a:extLst>
              </p:cNvPr>
              <p:cNvSpPr/>
              <p:nvPr/>
            </p:nvSpPr>
            <p:spPr bwMode="auto">
              <a:xfrm>
                <a:off x="2275114" y="3301144"/>
                <a:ext cx="508451" cy="1178943"/>
              </a:xfrm>
              <a:custGeom>
                <a:avLst/>
                <a:gdLst>
                  <a:gd name="T0" fmla="*/ 196 w 258"/>
                  <a:gd name="T1" fmla="*/ 176 h 604"/>
                  <a:gd name="T2" fmla="*/ 248 w 258"/>
                  <a:gd name="T3" fmla="*/ 11 h 604"/>
                  <a:gd name="T4" fmla="*/ 178 w 258"/>
                  <a:gd name="T5" fmla="*/ 47 h 604"/>
                  <a:gd name="T6" fmla="*/ 161 w 258"/>
                  <a:gd name="T7" fmla="*/ 49 h 604"/>
                  <a:gd name="T8" fmla="*/ 119 w 258"/>
                  <a:gd name="T9" fmla="*/ 39 h 604"/>
                  <a:gd name="T10" fmla="*/ 115 w 258"/>
                  <a:gd name="T11" fmla="*/ 38 h 604"/>
                  <a:gd name="T12" fmla="*/ 103 w 258"/>
                  <a:gd name="T13" fmla="*/ 44 h 604"/>
                  <a:gd name="T14" fmla="*/ 29 w 258"/>
                  <a:gd name="T15" fmla="*/ 328 h 604"/>
                  <a:gd name="T16" fmla="*/ 21 w 258"/>
                  <a:gd name="T17" fmla="*/ 421 h 604"/>
                  <a:gd name="T18" fmla="*/ 10 w 258"/>
                  <a:gd name="T19" fmla="*/ 569 h 604"/>
                  <a:gd name="T20" fmla="*/ 88 w 258"/>
                  <a:gd name="T21" fmla="*/ 597 h 604"/>
                  <a:gd name="T22" fmla="*/ 161 w 258"/>
                  <a:gd name="T23" fmla="*/ 590 h 604"/>
                  <a:gd name="T24" fmla="*/ 196 w 258"/>
                  <a:gd name="T25" fmla="*/ 176 h 604"/>
                  <a:gd name="T26" fmla="*/ 196 w 258"/>
                  <a:gd name="T27" fmla="*/ 176 h 604"/>
                  <a:gd name="T28" fmla="*/ 252 w 258"/>
                  <a:gd name="T29" fmla="*/ 1 h 604"/>
                  <a:gd name="T30" fmla="*/ 255 w 258"/>
                  <a:gd name="T31" fmla="*/ 1 h 604"/>
                  <a:gd name="T32" fmla="*/ 257 w 258"/>
                  <a:gd name="T33" fmla="*/ 4 h 604"/>
                  <a:gd name="T34" fmla="*/ 202 w 258"/>
                  <a:gd name="T35" fmla="*/ 177 h 604"/>
                  <a:gd name="T36" fmla="*/ 168 w 258"/>
                  <a:gd name="T37" fmla="*/ 592 h 604"/>
                  <a:gd name="T38" fmla="*/ 168 w 258"/>
                  <a:gd name="T39" fmla="*/ 594 h 604"/>
                  <a:gd name="T40" fmla="*/ 165 w 258"/>
                  <a:gd name="T41" fmla="*/ 596 h 604"/>
                  <a:gd name="T42" fmla="*/ 93 w 258"/>
                  <a:gd name="T43" fmla="*/ 603 h 604"/>
                  <a:gd name="T44" fmla="*/ 87 w 258"/>
                  <a:gd name="T45" fmla="*/ 603 h 604"/>
                  <a:gd name="T46" fmla="*/ 6 w 258"/>
                  <a:gd name="T47" fmla="*/ 573 h 604"/>
                  <a:gd name="T48" fmla="*/ 15 w 258"/>
                  <a:gd name="T49" fmla="*/ 420 h 604"/>
                  <a:gd name="T50" fmla="*/ 23 w 258"/>
                  <a:gd name="T51" fmla="*/ 328 h 604"/>
                  <a:gd name="T52" fmla="*/ 99 w 258"/>
                  <a:gd name="T53" fmla="*/ 39 h 604"/>
                  <a:gd name="T54" fmla="*/ 115 w 258"/>
                  <a:gd name="T55" fmla="*/ 32 h 604"/>
                  <a:gd name="T56" fmla="*/ 122 w 258"/>
                  <a:gd name="T57" fmla="*/ 33 h 604"/>
                  <a:gd name="T58" fmla="*/ 161 w 258"/>
                  <a:gd name="T59" fmla="*/ 43 h 604"/>
                  <a:gd name="T60" fmla="*/ 177 w 258"/>
                  <a:gd name="T61" fmla="*/ 41 h 604"/>
                  <a:gd name="T62" fmla="*/ 252 w 258"/>
                  <a:gd name="T63" fmla="*/ 1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58" h="604">
                    <a:moveTo>
                      <a:pt x="196" y="176"/>
                    </a:moveTo>
                    <a:lnTo>
                      <a:pt x="248" y="11"/>
                    </a:lnTo>
                    <a:cubicBezTo>
                      <a:pt x="233" y="20"/>
                      <a:pt x="199" y="41"/>
                      <a:pt x="178" y="47"/>
                    </a:cubicBezTo>
                    <a:cubicBezTo>
                      <a:pt x="173" y="48"/>
                      <a:pt x="168" y="49"/>
                      <a:pt x="161" y="49"/>
                    </a:cubicBezTo>
                    <a:cubicBezTo>
                      <a:pt x="140" y="49"/>
                      <a:pt x="120" y="39"/>
                      <a:pt x="119" y="39"/>
                    </a:cubicBezTo>
                    <a:cubicBezTo>
                      <a:pt x="119" y="39"/>
                      <a:pt x="118" y="38"/>
                      <a:pt x="115" y="38"/>
                    </a:cubicBezTo>
                    <a:cubicBezTo>
                      <a:pt x="110" y="38"/>
                      <a:pt x="106" y="40"/>
                      <a:pt x="103" y="44"/>
                    </a:cubicBezTo>
                    <a:cubicBezTo>
                      <a:pt x="93" y="55"/>
                      <a:pt x="28" y="305"/>
                      <a:pt x="29" y="328"/>
                    </a:cubicBezTo>
                    <a:cubicBezTo>
                      <a:pt x="29" y="338"/>
                      <a:pt x="25" y="376"/>
                      <a:pt x="21" y="421"/>
                    </a:cubicBezTo>
                    <a:cubicBezTo>
                      <a:pt x="15" y="476"/>
                      <a:pt x="6" y="561"/>
                      <a:pt x="10" y="569"/>
                    </a:cubicBezTo>
                    <a:cubicBezTo>
                      <a:pt x="19" y="577"/>
                      <a:pt x="67" y="596"/>
                      <a:pt x="88" y="597"/>
                    </a:cubicBezTo>
                    <a:cubicBezTo>
                      <a:pt x="105" y="599"/>
                      <a:pt x="149" y="592"/>
                      <a:pt x="161" y="590"/>
                    </a:cubicBezTo>
                    <a:cubicBezTo>
                      <a:pt x="159" y="547"/>
                      <a:pt x="195" y="191"/>
                      <a:pt x="196" y="176"/>
                    </a:cubicBezTo>
                    <a:lnTo>
                      <a:pt x="196" y="176"/>
                    </a:lnTo>
                    <a:close/>
                    <a:moveTo>
                      <a:pt x="252" y="1"/>
                    </a:moveTo>
                    <a:cubicBezTo>
                      <a:pt x="253" y="0"/>
                      <a:pt x="255" y="0"/>
                      <a:pt x="255" y="1"/>
                    </a:cubicBezTo>
                    <a:cubicBezTo>
                      <a:pt x="257" y="2"/>
                      <a:pt x="257" y="4"/>
                      <a:pt x="257" y="4"/>
                    </a:cubicBezTo>
                    <a:lnTo>
                      <a:pt x="202" y="177"/>
                    </a:lnTo>
                    <a:cubicBezTo>
                      <a:pt x="192" y="288"/>
                      <a:pt x="164" y="576"/>
                      <a:pt x="168" y="592"/>
                    </a:cubicBezTo>
                    <a:cubicBezTo>
                      <a:pt x="168" y="593"/>
                      <a:pt x="168" y="593"/>
                      <a:pt x="168" y="594"/>
                    </a:cubicBezTo>
                    <a:cubicBezTo>
                      <a:pt x="167" y="595"/>
                      <a:pt x="166" y="596"/>
                      <a:pt x="165" y="596"/>
                    </a:cubicBezTo>
                    <a:cubicBezTo>
                      <a:pt x="163" y="596"/>
                      <a:pt x="117" y="603"/>
                      <a:pt x="93" y="603"/>
                    </a:cubicBezTo>
                    <a:cubicBezTo>
                      <a:pt x="91" y="603"/>
                      <a:pt x="89" y="603"/>
                      <a:pt x="87" y="603"/>
                    </a:cubicBezTo>
                    <a:cubicBezTo>
                      <a:pt x="66" y="602"/>
                      <a:pt x="15" y="582"/>
                      <a:pt x="6" y="573"/>
                    </a:cubicBezTo>
                    <a:cubicBezTo>
                      <a:pt x="0" y="568"/>
                      <a:pt x="3" y="528"/>
                      <a:pt x="15" y="420"/>
                    </a:cubicBezTo>
                    <a:cubicBezTo>
                      <a:pt x="19" y="378"/>
                      <a:pt x="23" y="338"/>
                      <a:pt x="23" y="328"/>
                    </a:cubicBezTo>
                    <a:cubicBezTo>
                      <a:pt x="22" y="302"/>
                      <a:pt x="87" y="52"/>
                      <a:pt x="99" y="39"/>
                    </a:cubicBezTo>
                    <a:cubicBezTo>
                      <a:pt x="104" y="33"/>
                      <a:pt x="111" y="32"/>
                      <a:pt x="115" y="32"/>
                    </a:cubicBezTo>
                    <a:cubicBezTo>
                      <a:pt x="119" y="32"/>
                      <a:pt x="122" y="33"/>
                      <a:pt x="122" y="33"/>
                    </a:cubicBezTo>
                    <a:cubicBezTo>
                      <a:pt x="122" y="33"/>
                      <a:pt x="141" y="43"/>
                      <a:pt x="161" y="43"/>
                    </a:cubicBezTo>
                    <a:cubicBezTo>
                      <a:pt x="167" y="43"/>
                      <a:pt x="172" y="42"/>
                      <a:pt x="177" y="41"/>
                    </a:cubicBezTo>
                    <a:cubicBezTo>
                      <a:pt x="202" y="3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5" name="íŝľidé">
                <a:extLst>
                  <a:ext uri="{FF2B5EF4-FFF2-40B4-BE49-F238E27FC236}">
                    <a16:creationId xmlns:a16="http://schemas.microsoft.com/office/drawing/2014/main" id="{762A2A2F-14A0-4505-928E-12CBC6FC52F8}"/>
                  </a:ext>
                </a:extLst>
              </p:cNvPr>
              <p:cNvSpPr/>
              <p:nvPr/>
            </p:nvSpPr>
            <p:spPr bwMode="auto">
              <a:xfrm>
                <a:off x="2214787" y="3361385"/>
                <a:ext cx="258536" cy="1531762"/>
              </a:xfrm>
              <a:custGeom>
                <a:avLst/>
                <a:gdLst>
                  <a:gd name="T0" fmla="*/ 32 w 131"/>
                  <a:gd name="T1" fmla="*/ 202 h 784"/>
                  <a:gd name="T2" fmla="*/ 35 w 131"/>
                  <a:gd name="T3" fmla="*/ 52 h 784"/>
                  <a:gd name="T4" fmla="*/ 130 w 131"/>
                  <a:gd name="T5" fmla="*/ 0 h 784"/>
                  <a:gd name="T6" fmla="*/ 94 w 131"/>
                  <a:gd name="T7" fmla="*/ 147 h 784"/>
                  <a:gd name="T8" fmla="*/ 41 w 131"/>
                  <a:gd name="T9" fmla="*/ 618 h 784"/>
                  <a:gd name="T10" fmla="*/ 31 w 131"/>
                  <a:gd name="T11" fmla="*/ 765 h 784"/>
                  <a:gd name="T12" fmla="*/ 0 w 131"/>
                  <a:gd name="T13" fmla="*/ 759 h 784"/>
                  <a:gd name="T14" fmla="*/ 12 w 131"/>
                  <a:gd name="T15" fmla="*/ 574 h 784"/>
                  <a:gd name="T16" fmla="*/ 26 w 131"/>
                  <a:gd name="T17" fmla="*/ 441 h 784"/>
                  <a:gd name="T18" fmla="*/ 35 w 131"/>
                  <a:gd name="T19" fmla="*/ 353 h 784"/>
                  <a:gd name="T20" fmla="*/ 32 w 131"/>
                  <a:gd name="T21" fmla="*/ 202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1" h="784">
                    <a:moveTo>
                      <a:pt x="32" y="202"/>
                    </a:moveTo>
                    <a:cubicBezTo>
                      <a:pt x="30" y="181"/>
                      <a:pt x="12" y="69"/>
                      <a:pt x="35" y="52"/>
                    </a:cubicBezTo>
                    <a:cubicBezTo>
                      <a:pt x="58" y="34"/>
                      <a:pt x="130" y="0"/>
                      <a:pt x="130" y="0"/>
                    </a:cubicBezTo>
                    <a:lnTo>
                      <a:pt x="94" y="147"/>
                    </a:lnTo>
                    <a:cubicBezTo>
                      <a:pt x="94" y="147"/>
                      <a:pt x="44" y="608"/>
                      <a:pt x="41" y="618"/>
                    </a:cubicBezTo>
                    <a:cubicBezTo>
                      <a:pt x="16" y="686"/>
                      <a:pt x="39" y="736"/>
                      <a:pt x="31" y="765"/>
                    </a:cubicBezTo>
                    <a:cubicBezTo>
                      <a:pt x="26" y="783"/>
                      <a:pt x="0" y="759"/>
                      <a:pt x="0" y="759"/>
                    </a:cubicBezTo>
                    <a:cubicBezTo>
                      <a:pt x="0" y="759"/>
                      <a:pt x="12" y="589"/>
                      <a:pt x="12" y="574"/>
                    </a:cubicBezTo>
                    <a:cubicBezTo>
                      <a:pt x="10" y="558"/>
                      <a:pt x="21" y="466"/>
                      <a:pt x="26" y="441"/>
                    </a:cubicBezTo>
                    <a:cubicBezTo>
                      <a:pt x="31" y="418"/>
                      <a:pt x="35" y="353"/>
                      <a:pt x="35" y="353"/>
                    </a:cubicBezTo>
                    <a:cubicBezTo>
                      <a:pt x="35" y="353"/>
                      <a:pt x="34" y="223"/>
                      <a:pt x="32" y="20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6" name="iṡlîḍê">
                <a:extLst>
                  <a:ext uri="{FF2B5EF4-FFF2-40B4-BE49-F238E27FC236}">
                    <a16:creationId xmlns:a16="http://schemas.microsoft.com/office/drawing/2014/main" id="{6C5E2373-EE2D-4A10-A366-A0C149CF3397}"/>
                  </a:ext>
                </a:extLst>
              </p:cNvPr>
              <p:cNvSpPr/>
              <p:nvPr/>
            </p:nvSpPr>
            <p:spPr bwMode="auto">
              <a:xfrm>
                <a:off x="2206171" y="3352777"/>
                <a:ext cx="267151" cy="1514552"/>
              </a:xfrm>
              <a:custGeom>
                <a:avLst/>
                <a:gdLst>
                  <a:gd name="T0" fmla="*/ 94 w 137"/>
                  <a:gd name="T1" fmla="*/ 150 h 778"/>
                  <a:gd name="T2" fmla="*/ 129 w 137"/>
                  <a:gd name="T3" fmla="*/ 9 h 778"/>
                  <a:gd name="T4" fmla="*/ 39 w 137"/>
                  <a:gd name="T5" fmla="*/ 58 h 778"/>
                  <a:gd name="T6" fmla="*/ 36 w 137"/>
                  <a:gd name="T7" fmla="*/ 194 h 778"/>
                  <a:gd name="T8" fmla="*/ 38 w 137"/>
                  <a:gd name="T9" fmla="*/ 205 h 778"/>
                  <a:gd name="T10" fmla="*/ 41 w 137"/>
                  <a:gd name="T11" fmla="*/ 356 h 778"/>
                  <a:gd name="T12" fmla="*/ 32 w 137"/>
                  <a:gd name="T13" fmla="*/ 445 h 778"/>
                  <a:gd name="T14" fmla="*/ 17 w 137"/>
                  <a:gd name="T15" fmla="*/ 576 h 778"/>
                  <a:gd name="T16" fmla="*/ 6 w 137"/>
                  <a:gd name="T17" fmla="*/ 760 h 778"/>
                  <a:gd name="T18" fmla="*/ 26 w 137"/>
                  <a:gd name="T19" fmla="*/ 771 h 778"/>
                  <a:gd name="T20" fmla="*/ 31 w 137"/>
                  <a:gd name="T21" fmla="*/ 765 h 778"/>
                  <a:gd name="T22" fmla="*/ 31 w 137"/>
                  <a:gd name="T23" fmla="*/ 728 h 778"/>
                  <a:gd name="T24" fmla="*/ 41 w 137"/>
                  <a:gd name="T25" fmla="*/ 619 h 778"/>
                  <a:gd name="T26" fmla="*/ 94 w 137"/>
                  <a:gd name="T27" fmla="*/ 151 h 778"/>
                  <a:gd name="T28" fmla="*/ 94 w 137"/>
                  <a:gd name="T29" fmla="*/ 150 h 778"/>
                  <a:gd name="T30" fmla="*/ 132 w 137"/>
                  <a:gd name="T31" fmla="*/ 0 h 778"/>
                  <a:gd name="T32" fmla="*/ 135 w 137"/>
                  <a:gd name="T33" fmla="*/ 1 h 778"/>
                  <a:gd name="T34" fmla="*/ 135 w 137"/>
                  <a:gd name="T35" fmla="*/ 4 h 778"/>
                  <a:gd name="T36" fmla="*/ 100 w 137"/>
                  <a:gd name="T37" fmla="*/ 151 h 778"/>
                  <a:gd name="T38" fmla="*/ 47 w 137"/>
                  <a:gd name="T39" fmla="*/ 622 h 778"/>
                  <a:gd name="T40" fmla="*/ 37 w 137"/>
                  <a:gd name="T41" fmla="*/ 727 h 778"/>
                  <a:gd name="T42" fmla="*/ 36 w 137"/>
                  <a:gd name="T43" fmla="*/ 768 h 778"/>
                  <a:gd name="T44" fmla="*/ 26 w 137"/>
                  <a:gd name="T45" fmla="*/ 777 h 778"/>
                  <a:gd name="T46" fmla="*/ 1 w 137"/>
                  <a:gd name="T47" fmla="*/ 764 h 778"/>
                  <a:gd name="T48" fmla="*/ 0 w 137"/>
                  <a:gd name="T49" fmla="*/ 761 h 778"/>
                  <a:gd name="T50" fmla="*/ 11 w 137"/>
                  <a:gd name="T51" fmla="*/ 576 h 778"/>
                  <a:gd name="T52" fmla="*/ 26 w 137"/>
                  <a:gd name="T53" fmla="*/ 444 h 778"/>
                  <a:gd name="T54" fmla="*/ 35 w 137"/>
                  <a:gd name="T55" fmla="*/ 356 h 778"/>
                  <a:gd name="T56" fmla="*/ 32 w 137"/>
                  <a:gd name="T57" fmla="*/ 206 h 778"/>
                  <a:gd name="T58" fmla="*/ 30 w 137"/>
                  <a:gd name="T59" fmla="*/ 195 h 778"/>
                  <a:gd name="T60" fmla="*/ 36 w 137"/>
                  <a:gd name="T61" fmla="*/ 52 h 778"/>
                  <a:gd name="T62" fmla="*/ 132 w 137"/>
                  <a:gd name="T63" fmla="*/ 0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7" h="778">
                    <a:moveTo>
                      <a:pt x="94" y="150"/>
                    </a:moveTo>
                    <a:lnTo>
                      <a:pt x="129" y="9"/>
                    </a:lnTo>
                    <a:cubicBezTo>
                      <a:pt x="110" y="18"/>
                      <a:pt x="58" y="43"/>
                      <a:pt x="39" y="58"/>
                    </a:cubicBezTo>
                    <a:cubicBezTo>
                      <a:pt x="21" y="72"/>
                      <a:pt x="32" y="164"/>
                      <a:pt x="36" y="194"/>
                    </a:cubicBezTo>
                    <a:cubicBezTo>
                      <a:pt x="37" y="198"/>
                      <a:pt x="38" y="203"/>
                      <a:pt x="38" y="205"/>
                    </a:cubicBezTo>
                    <a:cubicBezTo>
                      <a:pt x="40" y="226"/>
                      <a:pt x="41" y="350"/>
                      <a:pt x="41" y="356"/>
                    </a:cubicBezTo>
                    <a:cubicBezTo>
                      <a:pt x="41" y="359"/>
                      <a:pt x="36" y="421"/>
                      <a:pt x="32" y="445"/>
                    </a:cubicBezTo>
                    <a:cubicBezTo>
                      <a:pt x="26" y="471"/>
                      <a:pt x="16" y="561"/>
                      <a:pt x="17" y="576"/>
                    </a:cubicBezTo>
                    <a:cubicBezTo>
                      <a:pt x="18" y="591"/>
                      <a:pt x="8" y="742"/>
                      <a:pt x="6" y="760"/>
                    </a:cubicBezTo>
                    <a:cubicBezTo>
                      <a:pt x="10" y="764"/>
                      <a:pt x="20" y="771"/>
                      <a:pt x="26" y="771"/>
                    </a:cubicBezTo>
                    <a:cubicBezTo>
                      <a:pt x="27" y="771"/>
                      <a:pt x="29" y="770"/>
                      <a:pt x="31" y="765"/>
                    </a:cubicBezTo>
                    <a:cubicBezTo>
                      <a:pt x="33" y="756"/>
                      <a:pt x="32" y="743"/>
                      <a:pt x="31" y="728"/>
                    </a:cubicBezTo>
                    <a:cubicBezTo>
                      <a:pt x="29" y="700"/>
                      <a:pt x="25" y="663"/>
                      <a:pt x="41" y="619"/>
                    </a:cubicBezTo>
                    <a:cubicBezTo>
                      <a:pt x="44" y="610"/>
                      <a:pt x="76" y="309"/>
                      <a:pt x="94" y="151"/>
                    </a:cubicBezTo>
                    <a:lnTo>
                      <a:pt x="94" y="150"/>
                    </a:lnTo>
                    <a:close/>
                    <a:moveTo>
                      <a:pt x="132" y="0"/>
                    </a:moveTo>
                    <a:cubicBezTo>
                      <a:pt x="132" y="0"/>
                      <a:pt x="134" y="0"/>
                      <a:pt x="135" y="1"/>
                    </a:cubicBezTo>
                    <a:cubicBezTo>
                      <a:pt x="135" y="2"/>
                      <a:pt x="136" y="2"/>
                      <a:pt x="135" y="4"/>
                    </a:cubicBezTo>
                    <a:lnTo>
                      <a:pt x="100" y="151"/>
                    </a:lnTo>
                    <a:cubicBezTo>
                      <a:pt x="95" y="200"/>
                      <a:pt x="50" y="613"/>
                      <a:pt x="47" y="622"/>
                    </a:cubicBezTo>
                    <a:cubicBezTo>
                      <a:pt x="32" y="664"/>
                      <a:pt x="35" y="699"/>
                      <a:pt x="37" y="727"/>
                    </a:cubicBezTo>
                    <a:cubicBezTo>
                      <a:pt x="39" y="743"/>
                      <a:pt x="39" y="756"/>
                      <a:pt x="36" y="768"/>
                    </a:cubicBezTo>
                    <a:cubicBezTo>
                      <a:pt x="34" y="775"/>
                      <a:pt x="29" y="777"/>
                      <a:pt x="26" y="777"/>
                    </a:cubicBezTo>
                    <a:cubicBezTo>
                      <a:pt x="15" y="777"/>
                      <a:pt x="2" y="765"/>
                      <a:pt x="1" y="764"/>
                    </a:cubicBezTo>
                    <a:cubicBezTo>
                      <a:pt x="0" y="763"/>
                      <a:pt x="0" y="763"/>
                      <a:pt x="0" y="761"/>
                    </a:cubicBezTo>
                    <a:cubicBezTo>
                      <a:pt x="0" y="760"/>
                      <a:pt x="12" y="591"/>
                      <a:pt x="11" y="576"/>
                    </a:cubicBezTo>
                    <a:cubicBezTo>
                      <a:pt x="10" y="560"/>
                      <a:pt x="20" y="467"/>
                      <a:pt x="26" y="444"/>
                    </a:cubicBezTo>
                    <a:cubicBezTo>
                      <a:pt x="30" y="421"/>
                      <a:pt x="35" y="356"/>
                      <a:pt x="35" y="356"/>
                    </a:cubicBezTo>
                    <a:cubicBezTo>
                      <a:pt x="35" y="354"/>
                      <a:pt x="34" y="226"/>
                      <a:pt x="32" y="206"/>
                    </a:cubicBezTo>
                    <a:cubicBezTo>
                      <a:pt x="32" y="203"/>
                      <a:pt x="31" y="199"/>
                      <a:pt x="30" y="195"/>
                    </a:cubicBezTo>
                    <a:cubicBezTo>
                      <a:pt x="23" y="133"/>
                      <a:pt x="17" y="68"/>
                      <a:pt x="36" y="52"/>
                    </a:cubicBezTo>
                    <a:cubicBezTo>
                      <a:pt x="58" y="35"/>
                      <a:pt x="129" y="2"/>
                      <a:pt x="132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7" name="îṧlîdê">
                <a:extLst>
                  <a:ext uri="{FF2B5EF4-FFF2-40B4-BE49-F238E27FC236}">
                    <a16:creationId xmlns:a16="http://schemas.microsoft.com/office/drawing/2014/main" id="{48D3D188-6CF0-4016-A45A-F034123C24CF}"/>
                  </a:ext>
                </a:extLst>
              </p:cNvPr>
              <p:cNvSpPr/>
              <p:nvPr/>
            </p:nvSpPr>
            <p:spPr bwMode="auto">
              <a:xfrm>
                <a:off x="2369908" y="2707374"/>
                <a:ext cx="301628" cy="370030"/>
              </a:xfrm>
              <a:custGeom>
                <a:avLst/>
                <a:gdLst>
                  <a:gd name="T0" fmla="*/ 103 w 154"/>
                  <a:gd name="T1" fmla="*/ 0 h 190"/>
                  <a:gd name="T2" fmla="*/ 149 w 154"/>
                  <a:gd name="T3" fmla="*/ 25 h 190"/>
                  <a:gd name="T4" fmla="*/ 149 w 154"/>
                  <a:gd name="T5" fmla="*/ 57 h 190"/>
                  <a:gd name="T6" fmla="*/ 117 w 154"/>
                  <a:gd name="T7" fmla="*/ 80 h 190"/>
                  <a:gd name="T8" fmla="*/ 19 w 154"/>
                  <a:gd name="T9" fmla="*/ 89 h 190"/>
                  <a:gd name="T10" fmla="*/ 26 w 154"/>
                  <a:gd name="T11" fmla="*/ 122 h 190"/>
                  <a:gd name="T12" fmla="*/ 35 w 154"/>
                  <a:gd name="T13" fmla="*/ 189 h 190"/>
                  <a:gd name="T14" fmla="*/ 9 w 154"/>
                  <a:gd name="T15" fmla="*/ 136 h 190"/>
                  <a:gd name="T16" fmla="*/ 7 w 154"/>
                  <a:gd name="T17" fmla="*/ 41 h 190"/>
                  <a:gd name="T18" fmla="*/ 103 w 154"/>
                  <a:gd name="T1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4" h="190">
                    <a:moveTo>
                      <a:pt x="103" y="0"/>
                    </a:moveTo>
                    <a:cubicBezTo>
                      <a:pt x="119" y="0"/>
                      <a:pt x="145" y="17"/>
                      <a:pt x="149" y="25"/>
                    </a:cubicBezTo>
                    <a:cubicBezTo>
                      <a:pt x="153" y="32"/>
                      <a:pt x="149" y="57"/>
                      <a:pt x="149" y="57"/>
                    </a:cubicBezTo>
                    <a:cubicBezTo>
                      <a:pt x="149" y="57"/>
                      <a:pt x="137" y="73"/>
                      <a:pt x="117" y="80"/>
                    </a:cubicBezTo>
                    <a:cubicBezTo>
                      <a:pt x="97" y="88"/>
                      <a:pt x="19" y="89"/>
                      <a:pt x="19" y="89"/>
                    </a:cubicBezTo>
                    <a:cubicBezTo>
                      <a:pt x="19" y="89"/>
                      <a:pt x="23" y="113"/>
                      <a:pt x="26" y="122"/>
                    </a:cubicBezTo>
                    <a:cubicBezTo>
                      <a:pt x="29" y="131"/>
                      <a:pt x="35" y="189"/>
                      <a:pt x="35" y="189"/>
                    </a:cubicBezTo>
                    <a:cubicBezTo>
                      <a:pt x="35" y="189"/>
                      <a:pt x="15" y="148"/>
                      <a:pt x="9" y="136"/>
                    </a:cubicBezTo>
                    <a:cubicBezTo>
                      <a:pt x="3" y="123"/>
                      <a:pt x="0" y="60"/>
                      <a:pt x="7" y="41"/>
                    </a:cubicBezTo>
                    <a:cubicBezTo>
                      <a:pt x="13" y="22"/>
                      <a:pt x="88" y="0"/>
                      <a:pt x="103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8" name="ïs1iḍe">
                <a:extLst>
                  <a:ext uri="{FF2B5EF4-FFF2-40B4-BE49-F238E27FC236}">
                    <a16:creationId xmlns:a16="http://schemas.microsoft.com/office/drawing/2014/main" id="{6139AF60-DBE0-46FA-8A7D-F1B46700DCB7}"/>
                  </a:ext>
                </a:extLst>
              </p:cNvPr>
              <p:cNvSpPr/>
              <p:nvPr/>
            </p:nvSpPr>
            <p:spPr bwMode="auto">
              <a:xfrm>
                <a:off x="2361293" y="2698766"/>
                <a:ext cx="318858" cy="387246"/>
              </a:xfrm>
              <a:custGeom>
                <a:avLst/>
                <a:gdLst>
                  <a:gd name="T0" fmla="*/ 149 w 161"/>
                  <a:gd name="T1" fmla="*/ 59 h 197"/>
                  <a:gd name="T2" fmla="*/ 150 w 161"/>
                  <a:gd name="T3" fmla="*/ 30 h 197"/>
                  <a:gd name="T4" fmla="*/ 107 w 161"/>
                  <a:gd name="T5" fmla="*/ 6 h 197"/>
                  <a:gd name="T6" fmla="*/ 12 w 161"/>
                  <a:gd name="T7" fmla="*/ 46 h 197"/>
                  <a:gd name="T8" fmla="*/ 15 w 161"/>
                  <a:gd name="T9" fmla="*/ 138 h 197"/>
                  <a:gd name="T10" fmla="*/ 33 w 161"/>
                  <a:gd name="T11" fmla="*/ 177 h 197"/>
                  <a:gd name="T12" fmla="*/ 26 w 161"/>
                  <a:gd name="T13" fmla="*/ 127 h 197"/>
                  <a:gd name="T14" fmla="*/ 19 w 161"/>
                  <a:gd name="T15" fmla="*/ 93 h 197"/>
                  <a:gd name="T16" fmla="*/ 20 w 161"/>
                  <a:gd name="T17" fmla="*/ 91 h 197"/>
                  <a:gd name="T18" fmla="*/ 22 w 161"/>
                  <a:gd name="T19" fmla="*/ 90 h 197"/>
                  <a:gd name="T20" fmla="*/ 119 w 161"/>
                  <a:gd name="T21" fmla="*/ 82 h 197"/>
                  <a:gd name="T22" fmla="*/ 149 w 161"/>
                  <a:gd name="T23" fmla="*/ 59 h 197"/>
                  <a:gd name="T24" fmla="*/ 107 w 161"/>
                  <a:gd name="T25" fmla="*/ 0 h 197"/>
                  <a:gd name="T26" fmla="*/ 155 w 161"/>
                  <a:gd name="T27" fmla="*/ 27 h 197"/>
                  <a:gd name="T28" fmla="*/ 155 w 161"/>
                  <a:gd name="T29" fmla="*/ 61 h 197"/>
                  <a:gd name="T30" fmla="*/ 154 w 161"/>
                  <a:gd name="T31" fmla="*/ 63 h 197"/>
                  <a:gd name="T32" fmla="*/ 121 w 161"/>
                  <a:gd name="T33" fmla="*/ 87 h 197"/>
                  <a:gd name="T34" fmla="*/ 26 w 161"/>
                  <a:gd name="T35" fmla="*/ 96 h 197"/>
                  <a:gd name="T36" fmla="*/ 32 w 161"/>
                  <a:gd name="T37" fmla="*/ 125 h 197"/>
                  <a:gd name="T38" fmla="*/ 40 w 161"/>
                  <a:gd name="T39" fmla="*/ 193 h 197"/>
                  <a:gd name="T40" fmla="*/ 38 w 161"/>
                  <a:gd name="T41" fmla="*/ 196 h 197"/>
                  <a:gd name="T42" fmla="*/ 37 w 161"/>
                  <a:gd name="T43" fmla="*/ 196 h 197"/>
                  <a:gd name="T44" fmla="*/ 35 w 161"/>
                  <a:gd name="T45" fmla="*/ 195 h 197"/>
                  <a:gd name="T46" fmla="*/ 9 w 161"/>
                  <a:gd name="T47" fmla="*/ 141 h 197"/>
                  <a:gd name="T48" fmla="*/ 7 w 161"/>
                  <a:gd name="T49" fmla="*/ 44 h 197"/>
                  <a:gd name="T50" fmla="*/ 107 w 161"/>
                  <a:gd name="T51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1" h="197">
                    <a:moveTo>
                      <a:pt x="149" y="59"/>
                    </a:moveTo>
                    <a:cubicBezTo>
                      <a:pt x="151" y="50"/>
                      <a:pt x="152" y="35"/>
                      <a:pt x="150" y="30"/>
                    </a:cubicBezTo>
                    <a:cubicBezTo>
                      <a:pt x="146" y="24"/>
                      <a:pt x="122" y="6"/>
                      <a:pt x="107" y="6"/>
                    </a:cubicBezTo>
                    <a:cubicBezTo>
                      <a:pt x="91" y="6"/>
                      <a:pt x="18" y="30"/>
                      <a:pt x="12" y="46"/>
                    </a:cubicBezTo>
                    <a:cubicBezTo>
                      <a:pt x="6" y="64"/>
                      <a:pt x="8" y="127"/>
                      <a:pt x="15" y="138"/>
                    </a:cubicBezTo>
                    <a:cubicBezTo>
                      <a:pt x="18" y="145"/>
                      <a:pt x="27" y="164"/>
                      <a:pt x="33" y="177"/>
                    </a:cubicBezTo>
                    <a:cubicBezTo>
                      <a:pt x="30" y="158"/>
                      <a:pt x="28" y="132"/>
                      <a:pt x="26" y="127"/>
                    </a:cubicBezTo>
                    <a:cubicBezTo>
                      <a:pt x="23" y="118"/>
                      <a:pt x="19" y="94"/>
                      <a:pt x="19" y="93"/>
                    </a:cubicBezTo>
                    <a:cubicBezTo>
                      <a:pt x="19" y="93"/>
                      <a:pt x="19" y="92"/>
                      <a:pt x="20" y="91"/>
                    </a:cubicBezTo>
                    <a:cubicBezTo>
                      <a:pt x="20" y="90"/>
                      <a:pt x="21" y="90"/>
                      <a:pt x="22" y="90"/>
                    </a:cubicBezTo>
                    <a:cubicBezTo>
                      <a:pt x="23" y="90"/>
                      <a:pt x="100" y="89"/>
                      <a:pt x="119" y="82"/>
                    </a:cubicBezTo>
                    <a:cubicBezTo>
                      <a:pt x="135" y="76"/>
                      <a:pt x="147" y="62"/>
                      <a:pt x="149" y="59"/>
                    </a:cubicBezTo>
                    <a:close/>
                    <a:moveTo>
                      <a:pt x="107" y="0"/>
                    </a:moveTo>
                    <a:cubicBezTo>
                      <a:pt x="123" y="0"/>
                      <a:pt x="151" y="19"/>
                      <a:pt x="155" y="27"/>
                    </a:cubicBezTo>
                    <a:cubicBezTo>
                      <a:pt x="160" y="35"/>
                      <a:pt x="156" y="57"/>
                      <a:pt x="155" y="61"/>
                    </a:cubicBezTo>
                    <a:cubicBezTo>
                      <a:pt x="155" y="61"/>
                      <a:pt x="155" y="62"/>
                      <a:pt x="154" y="63"/>
                    </a:cubicBezTo>
                    <a:cubicBezTo>
                      <a:pt x="154" y="63"/>
                      <a:pt x="141" y="80"/>
                      <a:pt x="121" y="87"/>
                    </a:cubicBezTo>
                    <a:cubicBezTo>
                      <a:pt x="103" y="94"/>
                      <a:pt x="42" y="96"/>
                      <a:pt x="26" y="96"/>
                    </a:cubicBezTo>
                    <a:cubicBezTo>
                      <a:pt x="27" y="103"/>
                      <a:pt x="30" y="119"/>
                      <a:pt x="32" y="125"/>
                    </a:cubicBezTo>
                    <a:cubicBezTo>
                      <a:pt x="35" y="135"/>
                      <a:pt x="40" y="191"/>
                      <a:pt x="40" y="193"/>
                    </a:cubicBezTo>
                    <a:cubicBezTo>
                      <a:pt x="40" y="195"/>
                      <a:pt x="40" y="196"/>
                      <a:pt x="38" y="196"/>
                    </a:cubicBezTo>
                    <a:cubicBezTo>
                      <a:pt x="38" y="196"/>
                      <a:pt x="38" y="196"/>
                      <a:pt x="37" y="196"/>
                    </a:cubicBezTo>
                    <a:cubicBezTo>
                      <a:pt x="37" y="196"/>
                      <a:pt x="35" y="196"/>
                      <a:pt x="35" y="195"/>
                    </a:cubicBezTo>
                    <a:cubicBezTo>
                      <a:pt x="34" y="194"/>
                      <a:pt x="15" y="153"/>
                      <a:pt x="9" y="141"/>
                    </a:cubicBezTo>
                    <a:cubicBezTo>
                      <a:pt x="2" y="127"/>
                      <a:pt x="0" y="63"/>
                      <a:pt x="7" y="44"/>
                    </a:cubicBezTo>
                    <a:cubicBezTo>
                      <a:pt x="14" y="22"/>
                      <a:pt x="92" y="0"/>
                      <a:pt x="107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9" name="ïś1ïḓè">
                <a:extLst>
                  <a:ext uri="{FF2B5EF4-FFF2-40B4-BE49-F238E27FC236}">
                    <a16:creationId xmlns:a16="http://schemas.microsoft.com/office/drawing/2014/main" id="{95C84125-667B-40FD-9F39-3D8A876A4E3F}"/>
                  </a:ext>
                </a:extLst>
              </p:cNvPr>
              <p:cNvSpPr/>
              <p:nvPr/>
            </p:nvSpPr>
            <p:spPr bwMode="auto">
              <a:xfrm>
                <a:off x="2507794" y="3318355"/>
                <a:ext cx="620486" cy="1678057"/>
              </a:xfrm>
              <a:custGeom>
                <a:avLst/>
                <a:gdLst>
                  <a:gd name="T0" fmla="*/ 269 w 317"/>
                  <a:gd name="T1" fmla="*/ 40 h 858"/>
                  <a:gd name="T2" fmla="*/ 316 w 317"/>
                  <a:gd name="T3" fmla="*/ 59 h 858"/>
                  <a:gd name="T4" fmla="*/ 277 w 317"/>
                  <a:gd name="T5" fmla="*/ 454 h 858"/>
                  <a:gd name="T6" fmla="*/ 302 w 317"/>
                  <a:gd name="T7" fmla="*/ 792 h 858"/>
                  <a:gd name="T8" fmla="*/ 197 w 317"/>
                  <a:gd name="T9" fmla="*/ 831 h 858"/>
                  <a:gd name="T10" fmla="*/ 82 w 317"/>
                  <a:gd name="T11" fmla="*/ 786 h 858"/>
                  <a:gd name="T12" fmla="*/ 10 w 317"/>
                  <a:gd name="T13" fmla="*/ 342 h 858"/>
                  <a:gd name="T14" fmla="*/ 161 w 317"/>
                  <a:gd name="T15" fmla="*/ 0 h 858"/>
                  <a:gd name="T16" fmla="*/ 269 w 317"/>
                  <a:gd name="T17" fmla="*/ 40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7" h="858">
                    <a:moveTo>
                      <a:pt x="269" y="40"/>
                    </a:moveTo>
                    <a:cubicBezTo>
                      <a:pt x="295" y="46"/>
                      <a:pt x="316" y="59"/>
                      <a:pt x="316" y="59"/>
                    </a:cubicBezTo>
                    <a:cubicBezTo>
                      <a:pt x="316" y="59"/>
                      <a:pt x="275" y="425"/>
                      <a:pt x="277" y="454"/>
                    </a:cubicBezTo>
                    <a:cubicBezTo>
                      <a:pt x="279" y="481"/>
                      <a:pt x="297" y="786"/>
                      <a:pt x="302" y="792"/>
                    </a:cubicBezTo>
                    <a:cubicBezTo>
                      <a:pt x="302" y="792"/>
                      <a:pt x="231" y="824"/>
                      <a:pt x="197" y="831"/>
                    </a:cubicBezTo>
                    <a:cubicBezTo>
                      <a:pt x="163" y="839"/>
                      <a:pt x="104" y="857"/>
                      <a:pt x="82" y="786"/>
                    </a:cubicBezTo>
                    <a:cubicBezTo>
                      <a:pt x="59" y="717"/>
                      <a:pt x="0" y="413"/>
                      <a:pt x="10" y="342"/>
                    </a:cubicBezTo>
                    <a:cubicBezTo>
                      <a:pt x="21" y="270"/>
                      <a:pt x="161" y="0"/>
                      <a:pt x="161" y="0"/>
                    </a:cubicBezTo>
                    <a:cubicBezTo>
                      <a:pt x="161" y="0"/>
                      <a:pt x="242" y="33"/>
                      <a:pt x="269" y="4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0" name="ïSḷîḑe">
                <a:extLst>
                  <a:ext uri="{FF2B5EF4-FFF2-40B4-BE49-F238E27FC236}">
                    <a16:creationId xmlns:a16="http://schemas.microsoft.com/office/drawing/2014/main" id="{3022EC59-8B64-48F6-9A77-A3B4D02E3E5E}"/>
                  </a:ext>
                </a:extLst>
              </p:cNvPr>
              <p:cNvSpPr/>
              <p:nvPr/>
            </p:nvSpPr>
            <p:spPr bwMode="auto">
              <a:xfrm>
                <a:off x="2499179" y="3309753"/>
                <a:ext cx="637721" cy="1652238"/>
              </a:xfrm>
              <a:custGeom>
                <a:avLst/>
                <a:gdLst>
                  <a:gd name="T0" fmla="*/ 278 w 325"/>
                  <a:gd name="T1" fmla="*/ 457 h 847"/>
                  <a:gd name="T2" fmla="*/ 317 w 325"/>
                  <a:gd name="T3" fmla="*/ 64 h 847"/>
                  <a:gd name="T4" fmla="*/ 272 w 325"/>
                  <a:gd name="T5" fmla="*/ 45 h 847"/>
                  <a:gd name="T6" fmla="*/ 166 w 325"/>
                  <a:gd name="T7" fmla="*/ 7 h 847"/>
                  <a:gd name="T8" fmla="*/ 17 w 325"/>
                  <a:gd name="T9" fmla="*/ 346 h 847"/>
                  <a:gd name="T10" fmla="*/ 89 w 325"/>
                  <a:gd name="T11" fmla="*/ 790 h 847"/>
                  <a:gd name="T12" fmla="*/ 151 w 325"/>
                  <a:gd name="T13" fmla="*/ 840 h 847"/>
                  <a:gd name="T14" fmla="*/ 193 w 325"/>
                  <a:gd name="T15" fmla="*/ 834 h 847"/>
                  <a:gd name="T16" fmla="*/ 200 w 325"/>
                  <a:gd name="T17" fmla="*/ 833 h 847"/>
                  <a:gd name="T18" fmla="*/ 302 w 325"/>
                  <a:gd name="T19" fmla="*/ 796 h 847"/>
                  <a:gd name="T20" fmla="*/ 281 w 325"/>
                  <a:gd name="T21" fmla="*/ 502 h 847"/>
                  <a:gd name="T22" fmla="*/ 278 w 325"/>
                  <a:gd name="T23" fmla="*/ 457 h 847"/>
                  <a:gd name="T24" fmla="*/ 322 w 325"/>
                  <a:gd name="T25" fmla="*/ 59 h 847"/>
                  <a:gd name="T26" fmla="*/ 324 w 325"/>
                  <a:gd name="T27" fmla="*/ 62 h 847"/>
                  <a:gd name="T28" fmla="*/ 284 w 325"/>
                  <a:gd name="T29" fmla="*/ 457 h 847"/>
                  <a:gd name="T30" fmla="*/ 287 w 325"/>
                  <a:gd name="T31" fmla="*/ 501 h 847"/>
                  <a:gd name="T32" fmla="*/ 308 w 325"/>
                  <a:gd name="T33" fmla="*/ 796 h 847"/>
                  <a:gd name="T34" fmla="*/ 309 w 325"/>
                  <a:gd name="T35" fmla="*/ 798 h 847"/>
                  <a:gd name="T36" fmla="*/ 307 w 325"/>
                  <a:gd name="T37" fmla="*/ 800 h 847"/>
                  <a:gd name="T38" fmla="*/ 202 w 325"/>
                  <a:gd name="T39" fmla="*/ 839 h 847"/>
                  <a:gd name="T40" fmla="*/ 194 w 325"/>
                  <a:gd name="T41" fmla="*/ 840 h 847"/>
                  <a:gd name="T42" fmla="*/ 151 w 325"/>
                  <a:gd name="T43" fmla="*/ 846 h 847"/>
                  <a:gd name="T44" fmla="*/ 83 w 325"/>
                  <a:gd name="T45" fmla="*/ 792 h 847"/>
                  <a:gd name="T46" fmla="*/ 11 w 325"/>
                  <a:gd name="T47" fmla="*/ 345 h 847"/>
                  <a:gd name="T48" fmla="*/ 163 w 325"/>
                  <a:gd name="T49" fmla="*/ 1 h 847"/>
                  <a:gd name="T50" fmla="*/ 166 w 325"/>
                  <a:gd name="T51" fmla="*/ 1 h 847"/>
                  <a:gd name="T52" fmla="*/ 274 w 325"/>
                  <a:gd name="T53" fmla="*/ 39 h 847"/>
                  <a:gd name="T54" fmla="*/ 322 w 325"/>
                  <a:gd name="T55" fmla="*/ 59 h 8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25" h="847">
                    <a:moveTo>
                      <a:pt x="278" y="457"/>
                    </a:moveTo>
                    <a:cubicBezTo>
                      <a:pt x="276" y="429"/>
                      <a:pt x="314" y="95"/>
                      <a:pt x="317" y="64"/>
                    </a:cubicBezTo>
                    <a:cubicBezTo>
                      <a:pt x="311" y="61"/>
                      <a:pt x="294" y="51"/>
                      <a:pt x="272" y="45"/>
                    </a:cubicBezTo>
                    <a:cubicBezTo>
                      <a:pt x="248" y="40"/>
                      <a:pt x="181" y="13"/>
                      <a:pt x="166" y="7"/>
                    </a:cubicBezTo>
                    <a:cubicBezTo>
                      <a:pt x="152" y="35"/>
                      <a:pt x="27" y="279"/>
                      <a:pt x="17" y="346"/>
                    </a:cubicBezTo>
                    <a:cubicBezTo>
                      <a:pt x="6" y="416"/>
                      <a:pt x="66" y="718"/>
                      <a:pt x="89" y="790"/>
                    </a:cubicBezTo>
                    <a:cubicBezTo>
                      <a:pt x="100" y="824"/>
                      <a:pt x="120" y="840"/>
                      <a:pt x="151" y="840"/>
                    </a:cubicBezTo>
                    <a:cubicBezTo>
                      <a:pt x="166" y="840"/>
                      <a:pt x="181" y="837"/>
                      <a:pt x="193" y="834"/>
                    </a:cubicBezTo>
                    <a:cubicBezTo>
                      <a:pt x="196" y="834"/>
                      <a:pt x="198" y="833"/>
                      <a:pt x="200" y="833"/>
                    </a:cubicBezTo>
                    <a:cubicBezTo>
                      <a:pt x="230" y="826"/>
                      <a:pt x="290" y="801"/>
                      <a:pt x="302" y="796"/>
                    </a:cubicBezTo>
                    <a:cubicBezTo>
                      <a:pt x="299" y="777"/>
                      <a:pt x="293" y="693"/>
                      <a:pt x="281" y="502"/>
                    </a:cubicBezTo>
                    <a:cubicBezTo>
                      <a:pt x="280" y="479"/>
                      <a:pt x="278" y="463"/>
                      <a:pt x="278" y="457"/>
                    </a:cubicBezTo>
                    <a:close/>
                    <a:moveTo>
                      <a:pt x="322" y="59"/>
                    </a:moveTo>
                    <a:cubicBezTo>
                      <a:pt x="323" y="60"/>
                      <a:pt x="324" y="61"/>
                      <a:pt x="324" y="62"/>
                    </a:cubicBezTo>
                    <a:cubicBezTo>
                      <a:pt x="323" y="66"/>
                      <a:pt x="282" y="429"/>
                      <a:pt x="284" y="457"/>
                    </a:cubicBezTo>
                    <a:cubicBezTo>
                      <a:pt x="285" y="463"/>
                      <a:pt x="286" y="478"/>
                      <a:pt x="287" y="501"/>
                    </a:cubicBezTo>
                    <a:cubicBezTo>
                      <a:pt x="293" y="586"/>
                      <a:pt x="305" y="785"/>
                      <a:pt x="308" y="796"/>
                    </a:cubicBezTo>
                    <a:cubicBezTo>
                      <a:pt x="309" y="796"/>
                      <a:pt x="309" y="797"/>
                      <a:pt x="309" y="798"/>
                    </a:cubicBezTo>
                    <a:cubicBezTo>
                      <a:pt x="308" y="799"/>
                      <a:pt x="308" y="800"/>
                      <a:pt x="307" y="800"/>
                    </a:cubicBezTo>
                    <a:cubicBezTo>
                      <a:pt x="304" y="802"/>
                      <a:pt x="235" y="831"/>
                      <a:pt x="202" y="839"/>
                    </a:cubicBezTo>
                    <a:cubicBezTo>
                      <a:pt x="200" y="839"/>
                      <a:pt x="197" y="840"/>
                      <a:pt x="194" y="840"/>
                    </a:cubicBezTo>
                    <a:cubicBezTo>
                      <a:pt x="182" y="843"/>
                      <a:pt x="167" y="846"/>
                      <a:pt x="151" y="846"/>
                    </a:cubicBezTo>
                    <a:cubicBezTo>
                      <a:pt x="117" y="846"/>
                      <a:pt x="95" y="828"/>
                      <a:pt x="83" y="792"/>
                    </a:cubicBezTo>
                    <a:cubicBezTo>
                      <a:pt x="60" y="720"/>
                      <a:pt x="0" y="416"/>
                      <a:pt x="11" y="345"/>
                    </a:cubicBezTo>
                    <a:cubicBezTo>
                      <a:pt x="22" y="274"/>
                      <a:pt x="157" y="13"/>
                      <a:pt x="163" y="1"/>
                    </a:cubicBezTo>
                    <a:cubicBezTo>
                      <a:pt x="163" y="1"/>
                      <a:pt x="165" y="0"/>
                      <a:pt x="166" y="1"/>
                    </a:cubicBezTo>
                    <a:cubicBezTo>
                      <a:pt x="167" y="1"/>
                      <a:pt x="247" y="33"/>
                      <a:pt x="274" y="39"/>
                    </a:cubicBezTo>
                    <a:cubicBezTo>
                      <a:pt x="301" y="45"/>
                      <a:pt x="321" y="59"/>
                      <a:pt x="322" y="59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1" name="ïṩḷîḑè">
                <a:extLst>
                  <a:ext uri="{FF2B5EF4-FFF2-40B4-BE49-F238E27FC236}">
                    <a16:creationId xmlns:a16="http://schemas.microsoft.com/office/drawing/2014/main" id="{1C00B2F9-0ECA-49F3-8F92-81B4938587DB}"/>
                  </a:ext>
                </a:extLst>
              </p:cNvPr>
              <p:cNvSpPr/>
              <p:nvPr/>
            </p:nvSpPr>
            <p:spPr bwMode="auto">
              <a:xfrm>
                <a:off x="2335437" y="3456042"/>
                <a:ext cx="258536" cy="1110100"/>
              </a:xfrm>
              <a:custGeom>
                <a:avLst/>
                <a:gdLst>
                  <a:gd name="T0" fmla="*/ 100 w 131"/>
                  <a:gd name="T1" fmla="*/ 0 h 570"/>
                  <a:gd name="T2" fmla="*/ 125 w 131"/>
                  <a:gd name="T3" fmla="*/ 8 h 570"/>
                  <a:gd name="T4" fmla="*/ 119 w 131"/>
                  <a:gd name="T5" fmla="*/ 106 h 570"/>
                  <a:gd name="T6" fmla="*/ 99 w 131"/>
                  <a:gd name="T7" fmla="*/ 237 h 570"/>
                  <a:gd name="T8" fmla="*/ 70 w 131"/>
                  <a:gd name="T9" fmla="*/ 428 h 570"/>
                  <a:gd name="T10" fmla="*/ 74 w 131"/>
                  <a:gd name="T11" fmla="*/ 529 h 570"/>
                  <a:gd name="T12" fmla="*/ 28 w 131"/>
                  <a:gd name="T13" fmla="*/ 569 h 570"/>
                  <a:gd name="T14" fmla="*/ 4 w 131"/>
                  <a:gd name="T15" fmla="*/ 521 h 570"/>
                  <a:gd name="T16" fmla="*/ 31 w 131"/>
                  <a:gd name="T17" fmla="*/ 294 h 570"/>
                  <a:gd name="T18" fmla="*/ 61 w 131"/>
                  <a:gd name="T19" fmla="*/ 124 h 570"/>
                  <a:gd name="T20" fmla="*/ 88 w 131"/>
                  <a:gd name="T21" fmla="*/ 47 h 570"/>
                  <a:gd name="T22" fmla="*/ 100 w 131"/>
                  <a:gd name="T23" fmla="*/ 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1" h="570">
                    <a:moveTo>
                      <a:pt x="100" y="0"/>
                    </a:moveTo>
                    <a:cubicBezTo>
                      <a:pt x="100" y="0"/>
                      <a:pt x="121" y="0"/>
                      <a:pt x="125" y="8"/>
                    </a:cubicBezTo>
                    <a:cubicBezTo>
                      <a:pt x="130" y="17"/>
                      <a:pt x="121" y="99"/>
                      <a:pt x="119" y="106"/>
                    </a:cubicBezTo>
                    <a:cubicBezTo>
                      <a:pt x="118" y="113"/>
                      <a:pt x="101" y="224"/>
                      <a:pt x="99" y="237"/>
                    </a:cubicBezTo>
                    <a:cubicBezTo>
                      <a:pt x="97" y="250"/>
                      <a:pt x="75" y="414"/>
                      <a:pt x="70" y="428"/>
                    </a:cubicBezTo>
                    <a:cubicBezTo>
                      <a:pt x="66" y="442"/>
                      <a:pt x="74" y="529"/>
                      <a:pt x="74" y="529"/>
                    </a:cubicBezTo>
                    <a:lnTo>
                      <a:pt x="28" y="569"/>
                    </a:lnTo>
                    <a:lnTo>
                      <a:pt x="4" y="521"/>
                    </a:lnTo>
                    <a:cubicBezTo>
                      <a:pt x="0" y="496"/>
                      <a:pt x="28" y="320"/>
                      <a:pt x="31" y="294"/>
                    </a:cubicBezTo>
                    <a:cubicBezTo>
                      <a:pt x="33" y="267"/>
                      <a:pt x="55" y="148"/>
                      <a:pt x="61" y="124"/>
                    </a:cubicBezTo>
                    <a:cubicBezTo>
                      <a:pt x="68" y="99"/>
                      <a:pt x="81" y="64"/>
                      <a:pt x="88" y="47"/>
                    </a:cubicBezTo>
                    <a:cubicBezTo>
                      <a:pt x="95" y="30"/>
                      <a:pt x="100" y="0"/>
                      <a:pt x="100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2" name="ïşḷïḍe">
                <a:extLst>
                  <a:ext uri="{FF2B5EF4-FFF2-40B4-BE49-F238E27FC236}">
                    <a16:creationId xmlns:a16="http://schemas.microsoft.com/office/drawing/2014/main" id="{715CB6A9-CC76-44CB-B8AF-DD7E8F3C64F8}"/>
                  </a:ext>
                </a:extLst>
              </p:cNvPr>
              <p:cNvSpPr/>
              <p:nvPr/>
            </p:nvSpPr>
            <p:spPr bwMode="auto">
              <a:xfrm>
                <a:off x="2326821" y="3456042"/>
                <a:ext cx="267151" cy="1127311"/>
              </a:xfrm>
              <a:custGeom>
                <a:avLst/>
                <a:gdLst>
                  <a:gd name="T0" fmla="*/ 119 w 137"/>
                  <a:gd name="T1" fmla="*/ 109 h 577"/>
                  <a:gd name="T2" fmla="*/ 125 w 137"/>
                  <a:gd name="T3" fmla="*/ 13 h 577"/>
                  <a:gd name="T4" fmla="*/ 105 w 137"/>
                  <a:gd name="T5" fmla="*/ 6 h 577"/>
                  <a:gd name="T6" fmla="*/ 94 w 137"/>
                  <a:gd name="T7" fmla="*/ 52 h 577"/>
                  <a:gd name="T8" fmla="*/ 66 w 137"/>
                  <a:gd name="T9" fmla="*/ 128 h 577"/>
                  <a:gd name="T10" fmla="*/ 36 w 137"/>
                  <a:gd name="T11" fmla="*/ 298 h 577"/>
                  <a:gd name="T12" fmla="*/ 28 w 137"/>
                  <a:gd name="T13" fmla="*/ 354 h 577"/>
                  <a:gd name="T14" fmla="*/ 9 w 137"/>
                  <a:gd name="T15" fmla="*/ 525 h 577"/>
                  <a:gd name="T16" fmla="*/ 32 w 137"/>
                  <a:gd name="T17" fmla="*/ 568 h 577"/>
                  <a:gd name="T18" fmla="*/ 72 w 137"/>
                  <a:gd name="T19" fmla="*/ 532 h 577"/>
                  <a:gd name="T20" fmla="*/ 69 w 137"/>
                  <a:gd name="T21" fmla="*/ 432 h 577"/>
                  <a:gd name="T22" fmla="*/ 92 w 137"/>
                  <a:gd name="T23" fmla="*/ 283 h 577"/>
                  <a:gd name="T24" fmla="*/ 98 w 137"/>
                  <a:gd name="T25" fmla="*/ 241 h 577"/>
                  <a:gd name="T26" fmla="*/ 107 w 137"/>
                  <a:gd name="T27" fmla="*/ 181 h 577"/>
                  <a:gd name="T28" fmla="*/ 119 w 137"/>
                  <a:gd name="T29" fmla="*/ 109 h 577"/>
                  <a:gd name="T30" fmla="*/ 102 w 137"/>
                  <a:gd name="T31" fmla="*/ 0 h 577"/>
                  <a:gd name="T32" fmla="*/ 131 w 137"/>
                  <a:gd name="T33" fmla="*/ 10 h 577"/>
                  <a:gd name="T34" fmla="*/ 125 w 137"/>
                  <a:gd name="T35" fmla="*/ 110 h 577"/>
                  <a:gd name="T36" fmla="*/ 114 w 137"/>
                  <a:gd name="T37" fmla="*/ 182 h 577"/>
                  <a:gd name="T38" fmla="*/ 104 w 137"/>
                  <a:gd name="T39" fmla="*/ 241 h 577"/>
                  <a:gd name="T40" fmla="*/ 98 w 137"/>
                  <a:gd name="T41" fmla="*/ 284 h 577"/>
                  <a:gd name="T42" fmla="*/ 75 w 137"/>
                  <a:gd name="T43" fmla="*/ 433 h 577"/>
                  <a:gd name="T44" fmla="*/ 79 w 137"/>
                  <a:gd name="T45" fmla="*/ 533 h 577"/>
                  <a:gd name="T46" fmla="*/ 78 w 137"/>
                  <a:gd name="T47" fmla="*/ 536 h 577"/>
                  <a:gd name="T48" fmla="*/ 33 w 137"/>
                  <a:gd name="T49" fmla="*/ 576 h 577"/>
                  <a:gd name="T50" fmla="*/ 31 w 137"/>
                  <a:gd name="T51" fmla="*/ 576 h 577"/>
                  <a:gd name="T52" fmla="*/ 28 w 137"/>
                  <a:gd name="T53" fmla="*/ 574 h 577"/>
                  <a:gd name="T54" fmla="*/ 3 w 137"/>
                  <a:gd name="T55" fmla="*/ 527 h 577"/>
                  <a:gd name="T56" fmla="*/ 3 w 137"/>
                  <a:gd name="T57" fmla="*/ 526 h 577"/>
                  <a:gd name="T58" fmla="*/ 22 w 137"/>
                  <a:gd name="T59" fmla="*/ 353 h 577"/>
                  <a:gd name="T60" fmla="*/ 30 w 137"/>
                  <a:gd name="T61" fmla="*/ 298 h 577"/>
                  <a:gd name="T62" fmla="*/ 60 w 137"/>
                  <a:gd name="T63" fmla="*/ 127 h 577"/>
                  <a:gd name="T64" fmla="*/ 88 w 137"/>
                  <a:gd name="T65" fmla="*/ 50 h 577"/>
                  <a:gd name="T66" fmla="*/ 99 w 137"/>
                  <a:gd name="T67" fmla="*/ 3 h 577"/>
                  <a:gd name="T68" fmla="*/ 102 w 137"/>
                  <a:gd name="T69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7" h="577">
                    <a:moveTo>
                      <a:pt x="119" y="109"/>
                    </a:moveTo>
                    <a:cubicBezTo>
                      <a:pt x="121" y="99"/>
                      <a:pt x="129" y="20"/>
                      <a:pt x="125" y="13"/>
                    </a:cubicBezTo>
                    <a:cubicBezTo>
                      <a:pt x="123" y="9"/>
                      <a:pt x="113" y="7"/>
                      <a:pt x="105" y="6"/>
                    </a:cubicBezTo>
                    <a:cubicBezTo>
                      <a:pt x="104" y="15"/>
                      <a:pt x="100" y="37"/>
                      <a:pt x="94" y="52"/>
                    </a:cubicBezTo>
                    <a:cubicBezTo>
                      <a:pt x="80" y="85"/>
                      <a:pt x="71" y="110"/>
                      <a:pt x="66" y="128"/>
                    </a:cubicBezTo>
                    <a:cubicBezTo>
                      <a:pt x="60" y="154"/>
                      <a:pt x="38" y="273"/>
                      <a:pt x="36" y="298"/>
                    </a:cubicBezTo>
                    <a:cubicBezTo>
                      <a:pt x="35" y="306"/>
                      <a:pt x="32" y="327"/>
                      <a:pt x="28" y="354"/>
                    </a:cubicBezTo>
                    <a:cubicBezTo>
                      <a:pt x="20" y="413"/>
                      <a:pt x="7" y="506"/>
                      <a:pt x="9" y="525"/>
                    </a:cubicBezTo>
                    <a:lnTo>
                      <a:pt x="32" y="568"/>
                    </a:lnTo>
                    <a:lnTo>
                      <a:pt x="72" y="532"/>
                    </a:lnTo>
                    <a:cubicBezTo>
                      <a:pt x="72" y="518"/>
                      <a:pt x="65" y="444"/>
                      <a:pt x="69" y="432"/>
                    </a:cubicBezTo>
                    <a:cubicBezTo>
                      <a:pt x="72" y="422"/>
                      <a:pt x="85" y="335"/>
                      <a:pt x="92" y="283"/>
                    </a:cubicBezTo>
                    <a:cubicBezTo>
                      <a:pt x="95" y="260"/>
                      <a:pt x="97" y="244"/>
                      <a:pt x="98" y="241"/>
                    </a:cubicBezTo>
                    <a:cubicBezTo>
                      <a:pt x="100" y="235"/>
                      <a:pt x="104" y="208"/>
                      <a:pt x="107" y="181"/>
                    </a:cubicBezTo>
                    <a:cubicBezTo>
                      <a:pt x="113" y="147"/>
                      <a:pt x="118" y="113"/>
                      <a:pt x="119" y="109"/>
                    </a:cubicBezTo>
                    <a:close/>
                    <a:moveTo>
                      <a:pt x="102" y="0"/>
                    </a:moveTo>
                    <a:cubicBezTo>
                      <a:pt x="104" y="0"/>
                      <a:pt x="126" y="1"/>
                      <a:pt x="131" y="10"/>
                    </a:cubicBezTo>
                    <a:cubicBezTo>
                      <a:pt x="136" y="21"/>
                      <a:pt x="126" y="106"/>
                      <a:pt x="125" y="110"/>
                    </a:cubicBezTo>
                    <a:cubicBezTo>
                      <a:pt x="124" y="114"/>
                      <a:pt x="119" y="150"/>
                      <a:pt x="114" y="182"/>
                    </a:cubicBezTo>
                    <a:cubicBezTo>
                      <a:pt x="110" y="210"/>
                      <a:pt x="106" y="235"/>
                      <a:pt x="104" y="241"/>
                    </a:cubicBezTo>
                    <a:cubicBezTo>
                      <a:pt x="104" y="245"/>
                      <a:pt x="101" y="263"/>
                      <a:pt x="98" y="284"/>
                    </a:cubicBezTo>
                    <a:cubicBezTo>
                      <a:pt x="88" y="354"/>
                      <a:pt x="78" y="424"/>
                      <a:pt x="75" y="433"/>
                    </a:cubicBezTo>
                    <a:cubicBezTo>
                      <a:pt x="72" y="444"/>
                      <a:pt x="77" y="509"/>
                      <a:pt x="79" y="533"/>
                    </a:cubicBezTo>
                    <a:cubicBezTo>
                      <a:pt x="79" y="534"/>
                      <a:pt x="78" y="535"/>
                      <a:pt x="78" y="536"/>
                    </a:cubicBezTo>
                    <a:lnTo>
                      <a:pt x="33" y="576"/>
                    </a:lnTo>
                    <a:cubicBezTo>
                      <a:pt x="32" y="576"/>
                      <a:pt x="31" y="576"/>
                      <a:pt x="31" y="576"/>
                    </a:cubicBezTo>
                    <a:cubicBezTo>
                      <a:pt x="30" y="576"/>
                      <a:pt x="28" y="576"/>
                      <a:pt x="28" y="574"/>
                    </a:cubicBezTo>
                    <a:lnTo>
                      <a:pt x="3" y="527"/>
                    </a:lnTo>
                    <a:lnTo>
                      <a:pt x="3" y="526"/>
                    </a:lnTo>
                    <a:cubicBezTo>
                      <a:pt x="0" y="507"/>
                      <a:pt x="13" y="417"/>
                      <a:pt x="22" y="353"/>
                    </a:cubicBezTo>
                    <a:cubicBezTo>
                      <a:pt x="26" y="326"/>
                      <a:pt x="29" y="305"/>
                      <a:pt x="30" y="298"/>
                    </a:cubicBezTo>
                    <a:cubicBezTo>
                      <a:pt x="31" y="272"/>
                      <a:pt x="54" y="152"/>
                      <a:pt x="60" y="127"/>
                    </a:cubicBezTo>
                    <a:cubicBezTo>
                      <a:pt x="65" y="109"/>
                      <a:pt x="74" y="83"/>
                      <a:pt x="88" y="50"/>
                    </a:cubicBezTo>
                    <a:cubicBezTo>
                      <a:pt x="94" y="33"/>
                      <a:pt x="99" y="3"/>
                      <a:pt x="99" y="3"/>
                    </a:cubicBezTo>
                    <a:cubicBezTo>
                      <a:pt x="100" y="2"/>
                      <a:pt x="101" y="0"/>
                      <a:pt x="102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3" name="ïšḷiḑé">
                <a:extLst>
                  <a:ext uri="{FF2B5EF4-FFF2-40B4-BE49-F238E27FC236}">
                    <a16:creationId xmlns:a16="http://schemas.microsoft.com/office/drawing/2014/main" id="{C227B91B-2A00-443E-AE92-D8CD97401A0E}"/>
                  </a:ext>
                </a:extLst>
              </p:cNvPr>
              <p:cNvSpPr/>
              <p:nvPr/>
            </p:nvSpPr>
            <p:spPr bwMode="auto">
              <a:xfrm>
                <a:off x="2507794" y="3404409"/>
                <a:ext cx="146506" cy="94662"/>
              </a:xfrm>
              <a:custGeom>
                <a:avLst/>
                <a:gdLst>
                  <a:gd name="T0" fmla="*/ 13 w 73"/>
                  <a:gd name="T1" fmla="*/ 0 h 50"/>
                  <a:gd name="T2" fmla="*/ 69 w 73"/>
                  <a:gd name="T3" fmla="*/ 11 h 50"/>
                  <a:gd name="T4" fmla="*/ 31 w 73"/>
                  <a:gd name="T5" fmla="*/ 49 h 50"/>
                  <a:gd name="T6" fmla="*/ 6 w 73"/>
                  <a:gd name="T7" fmla="*/ 43 h 50"/>
                  <a:gd name="T8" fmla="*/ 0 w 73"/>
                  <a:gd name="T9" fmla="*/ 9 h 50"/>
                  <a:gd name="T10" fmla="*/ 13 w 73"/>
                  <a:gd name="T11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50">
                    <a:moveTo>
                      <a:pt x="13" y="0"/>
                    </a:moveTo>
                    <a:cubicBezTo>
                      <a:pt x="25" y="0"/>
                      <a:pt x="72" y="3"/>
                      <a:pt x="69" y="11"/>
                    </a:cubicBezTo>
                    <a:cubicBezTo>
                      <a:pt x="66" y="20"/>
                      <a:pt x="31" y="49"/>
                      <a:pt x="31" y="49"/>
                    </a:cubicBezTo>
                    <a:cubicBezTo>
                      <a:pt x="25" y="42"/>
                      <a:pt x="6" y="43"/>
                      <a:pt x="6" y="43"/>
                    </a:cubicBezTo>
                    <a:cubicBezTo>
                      <a:pt x="4" y="34"/>
                      <a:pt x="0" y="9"/>
                      <a:pt x="0" y="9"/>
                    </a:cubicBezTo>
                    <a:cubicBezTo>
                      <a:pt x="0" y="9"/>
                      <a:pt x="0" y="0"/>
                      <a:pt x="13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4" name="íśľídê">
                <a:extLst>
                  <a:ext uri="{FF2B5EF4-FFF2-40B4-BE49-F238E27FC236}">
                    <a16:creationId xmlns:a16="http://schemas.microsoft.com/office/drawing/2014/main" id="{F8BD9719-325E-4793-9C28-AE4EA783E0D4}"/>
                  </a:ext>
                </a:extLst>
              </p:cNvPr>
              <p:cNvSpPr/>
              <p:nvPr/>
            </p:nvSpPr>
            <p:spPr bwMode="auto">
              <a:xfrm>
                <a:off x="2507794" y="3395807"/>
                <a:ext cx="155121" cy="111868"/>
              </a:xfrm>
              <a:custGeom>
                <a:avLst/>
                <a:gdLst>
                  <a:gd name="T0" fmla="*/ 35 w 80"/>
                  <a:gd name="T1" fmla="*/ 48 h 57"/>
                  <a:gd name="T2" fmla="*/ 72 w 80"/>
                  <a:gd name="T3" fmla="*/ 14 h 57"/>
                  <a:gd name="T4" fmla="*/ 17 w 80"/>
                  <a:gd name="T5" fmla="*/ 7 h 57"/>
                  <a:gd name="T6" fmla="*/ 6 w 80"/>
                  <a:gd name="T7" fmla="*/ 13 h 57"/>
                  <a:gd name="T8" fmla="*/ 12 w 80"/>
                  <a:gd name="T9" fmla="*/ 43 h 57"/>
                  <a:gd name="T10" fmla="*/ 35 w 80"/>
                  <a:gd name="T11" fmla="*/ 48 h 57"/>
                  <a:gd name="T12" fmla="*/ 17 w 80"/>
                  <a:gd name="T13" fmla="*/ 0 h 57"/>
                  <a:gd name="T14" fmla="*/ 77 w 80"/>
                  <a:gd name="T15" fmla="*/ 11 h 57"/>
                  <a:gd name="T16" fmla="*/ 78 w 80"/>
                  <a:gd name="T17" fmla="*/ 16 h 57"/>
                  <a:gd name="T18" fmla="*/ 37 w 80"/>
                  <a:gd name="T19" fmla="*/ 55 h 57"/>
                  <a:gd name="T20" fmla="*/ 35 w 80"/>
                  <a:gd name="T21" fmla="*/ 56 h 57"/>
                  <a:gd name="T22" fmla="*/ 33 w 80"/>
                  <a:gd name="T23" fmla="*/ 55 h 57"/>
                  <a:gd name="T24" fmla="*/ 11 w 80"/>
                  <a:gd name="T25" fmla="*/ 50 h 57"/>
                  <a:gd name="T26" fmla="*/ 9 w 80"/>
                  <a:gd name="T27" fmla="*/ 50 h 57"/>
                  <a:gd name="T28" fmla="*/ 6 w 80"/>
                  <a:gd name="T29" fmla="*/ 47 h 57"/>
                  <a:gd name="T30" fmla="*/ 0 w 80"/>
                  <a:gd name="T31" fmla="*/ 13 h 57"/>
                  <a:gd name="T32" fmla="*/ 0 w 80"/>
                  <a:gd name="T33" fmla="*/ 12 h 57"/>
                  <a:gd name="T34" fmla="*/ 17 w 80"/>
                  <a:gd name="T35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0" h="57">
                    <a:moveTo>
                      <a:pt x="35" y="48"/>
                    </a:moveTo>
                    <a:cubicBezTo>
                      <a:pt x="49" y="38"/>
                      <a:pt x="69" y="20"/>
                      <a:pt x="72" y="14"/>
                    </a:cubicBezTo>
                    <a:cubicBezTo>
                      <a:pt x="68" y="10"/>
                      <a:pt x="36" y="7"/>
                      <a:pt x="17" y="7"/>
                    </a:cubicBezTo>
                    <a:cubicBezTo>
                      <a:pt x="8" y="7"/>
                      <a:pt x="7" y="11"/>
                      <a:pt x="6" y="13"/>
                    </a:cubicBezTo>
                    <a:cubicBezTo>
                      <a:pt x="7" y="16"/>
                      <a:pt x="10" y="34"/>
                      <a:pt x="12" y="43"/>
                    </a:cubicBezTo>
                    <a:cubicBezTo>
                      <a:pt x="18" y="44"/>
                      <a:pt x="29" y="45"/>
                      <a:pt x="35" y="48"/>
                    </a:cubicBezTo>
                    <a:close/>
                    <a:moveTo>
                      <a:pt x="17" y="0"/>
                    </a:moveTo>
                    <a:cubicBezTo>
                      <a:pt x="17" y="0"/>
                      <a:pt x="71" y="1"/>
                      <a:pt x="77" y="11"/>
                    </a:cubicBezTo>
                    <a:cubicBezTo>
                      <a:pt x="78" y="13"/>
                      <a:pt x="79" y="14"/>
                      <a:pt x="78" y="16"/>
                    </a:cubicBezTo>
                    <a:cubicBezTo>
                      <a:pt x="75" y="25"/>
                      <a:pt x="44" y="50"/>
                      <a:pt x="37" y="55"/>
                    </a:cubicBezTo>
                    <a:cubicBezTo>
                      <a:pt x="37" y="55"/>
                      <a:pt x="36" y="56"/>
                      <a:pt x="35" y="56"/>
                    </a:cubicBezTo>
                    <a:cubicBezTo>
                      <a:pt x="34" y="56"/>
                      <a:pt x="34" y="55"/>
                      <a:pt x="33" y="55"/>
                    </a:cubicBezTo>
                    <a:cubicBezTo>
                      <a:pt x="30" y="51"/>
                      <a:pt x="19" y="50"/>
                      <a:pt x="11" y="50"/>
                    </a:cubicBezTo>
                    <a:cubicBezTo>
                      <a:pt x="10" y="50"/>
                      <a:pt x="10" y="50"/>
                      <a:pt x="9" y="50"/>
                    </a:cubicBezTo>
                    <a:cubicBezTo>
                      <a:pt x="7" y="50"/>
                      <a:pt x="7" y="48"/>
                      <a:pt x="6" y="47"/>
                    </a:cubicBezTo>
                    <a:cubicBezTo>
                      <a:pt x="4" y="38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2"/>
                    </a:cubicBezTo>
                    <a:cubicBezTo>
                      <a:pt x="0" y="8"/>
                      <a:pt x="4" y="0"/>
                      <a:pt x="17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5" name="îśḷïḓè">
                <a:extLst>
                  <a:ext uri="{FF2B5EF4-FFF2-40B4-BE49-F238E27FC236}">
                    <a16:creationId xmlns:a16="http://schemas.microsoft.com/office/drawing/2014/main" id="{5A9D479B-219F-426D-8B0B-4873325ECA20}"/>
                  </a:ext>
                </a:extLst>
              </p:cNvPr>
              <p:cNvSpPr/>
              <p:nvPr/>
            </p:nvSpPr>
            <p:spPr bwMode="auto">
              <a:xfrm>
                <a:off x="2593972" y="3215090"/>
                <a:ext cx="206829" cy="249559"/>
              </a:xfrm>
              <a:custGeom>
                <a:avLst/>
                <a:gdLst>
                  <a:gd name="T0" fmla="*/ 75 w 107"/>
                  <a:gd name="T1" fmla="*/ 0 h 127"/>
                  <a:gd name="T2" fmla="*/ 97 w 107"/>
                  <a:gd name="T3" fmla="*/ 19 h 127"/>
                  <a:gd name="T4" fmla="*/ 50 w 107"/>
                  <a:gd name="T5" fmla="*/ 126 h 127"/>
                  <a:gd name="T6" fmla="*/ 0 w 107"/>
                  <a:gd name="T7" fmla="*/ 88 h 127"/>
                  <a:gd name="T8" fmla="*/ 70 w 107"/>
                  <a:gd name="T9" fmla="*/ 34 h 127"/>
                  <a:gd name="T10" fmla="*/ 75 w 107"/>
                  <a:gd name="T11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7" h="127">
                    <a:moveTo>
                      <a:pt x="75" y="0"/>
                    </a:moveTo>
                    <a:cubicBezTo>
                      <a:pt x="81" y="2"/>
                      <a:pt x="91" y="12"/>
                      <a:pt x="97" y="19"/>
                    </a:cubicBezTo>
                    <a:cubicBezTo>
                      <a:pt x="106" y="29"/>
                      <a:pt x="50" y="126"/>
                      <a:pt x="50" y="126"/>
                    </a:cubicBezTo>
                    <a:lnTo>
                      <a:pt x="0" y="88"/>
                    </a:lnTo>
                    <a:cubicBezTo>
                      <a:pt x="5" y="87"/>
                      <a:pt x="63" y="37"/>
                      <a:pt x="70" y="34"/>
                    </a:cubicBezTo>
                    <a:cubicBezTo>
                      <a:pt x="77" y="31"/>
                      <a:pt x="75" y="0"/>
                      <a:pt x="7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6" name="ïSliďé">
                <a:extLst>
                  <a:ext uri="{FF2B5EF4-FFF2-40B4-BE49-F238E27FC236}">
                    <a16:creationId xmlns:a16="http://schemas.microsoft.com/office/drawing/2014/main" id="{48F821BB-4885-44C1-8488-65A5BBB5960F}"/>
                  </a:ext>
                </a:extLst>
              </p:cNvPr>
              <p:cNvSpPr/>
              <p:nvPr/>
            </p:nvSpPr>
            <p:spPr bwMode="auto">
              <a:xfrm>
                <a:off x="2585357" y="3215090"/>
                <a:ext cx="215444" cy="258162"/>
              </a:xfrm>
              <a:custGeom>
                <a:avLst/>
                <a:gdLst>
                  <a:gd name="T0" fmla="*/ 52 w 110"/>
                  <a:gd name="T1" fmla="*/ 125 h 134"/>
                  <a:gd name="T2" fmla="*/ 98 w 110"/>
                  <a:gd name="T3" fmla="*/ 24 h 134"/>
                  <a:gd name="T4" fmla="*/ 82 w 110"/>
                  <a:gd name="T5" fmla="*/ 8 h 134"/>
                  <a:gd name="T6" fmla="*/ 74 w 110"/>
                  <a:gd name="T7" fmla="*/ 40 h 134"/>
                  <a:gd name="T8" fmla="*/ 41 w 110"/>
                  <a:gd name="T9" fmla="*/ 66 h 134"/>
                  <a:gd name="T10" fmla="*/ 9 w 110"/>
                  <a:gd name="T11" fmla="*/ 92 h 134"/>
                  <a:gd name="T12" fmla="*/ 52 w 110"/>
                  <a:gd name="T13" fmla="*/ 125 h 134"/>
                  <a:gd name="T14" fmla="*/ 79 w 110"/>
                  <a:gd name="T15" fmla="*/ 0 h 134"/>
                  <a:gd name="T16" fmla="*/ 102 w 110"/>
                  <a:gd name="T17" fmla="*/ 20 h 134"/>
                  <a:gd name="T18" fmla="*/ 83 w 110"/>
                  <a:gd name="T19" fmla="*/ 81 h 134"/>
                  <a:gd name="T20" fmla="*/ 56 w 110"/>
                  <a:gd name="T21" fmla="*/ 131 h 134"/>
                  <a:gd name="T22" fmla="*/ 53 w 110"/>
                  <a:gd name="T23" fmla="*/ 133 h 134"/>
                  <a:gd name="T24" fmla="*/ 51 w 110"/>
                  <a:gd name="T25" fmla="*/ 133 h 134"/>
                  <a:gd name="T26" fmla="*/ 1 w 110"/>
                  <a:gd name="T27" fmla="*/ 93 h 134"/>
                  <a:gd name="T28" fmla="*/ 0 w 110"/>
                  <a:gd name="T29" fmla="*/ 90 h 134"/>
                  <a:gd name="T30" fmla="*/ 3 w 110"/>
                  <a:gd name="T31" fmla="*/ 88 h 134"/>
                  <a:gd name="T32" fmla="*/ 37 w 110"/>
                  <a:gd name="T33" fmla="*/ 60 h 134"/>
                  <a:gd name="T34" fmla="*/ 72 w 110"/>
                  <a:gd name="T35" fmla="*/ 34 h 134"/>
                  <a:gd name="T36" fmla="*/ 75 w 110"/>
                  <a:gd name="T37" fmla="*/ 3 h 134"/>
                  <a:gd name="T38" fmla="*/ 77 w 110"/>
                  <a:gd name="T39" fmla="*/ 0 h 134"/>
                  <a:gd name="T40" fmla="*/ 79 w 110"/>
                  <a:gd name="T41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0" h="134">
                    <a:moveTo>
                      <a:pt x="52" y="125"/>
                    </a:moveTo>
                    <a:cubicBezTo>
                      <a:pt x="77" y="81"/>
                      <a:pt x="102" y="30"/>
                      <a:pt x="98" y="24"/>
                    </a:cubicBezTo>
                    <a:cubicBezTo>
                      <a:pt x="90" y="15"/>
                      <a:pt x="85" y="10"/>
                      <a:pt x="82" y="8"/>
                    </a:cubicBezTo>
                    <a:cubicBezTo>
                      <a:pt x="82" y="19"/>
                      <a:pt x="81" y="37"/>
                      <a:pt x="74" y="40"/>
                    </a:cubicBezTo>
                    <a:cubicBezTo>
                      <a:pt x="71" y="41"/>
                      <a:pt x="55" y="54"/>
                      <a:pt x="41" y="66"/>
                    </a:cubicBezTo>
                    <a:cubicBezTo>
                      <a:pt x="23" y="80"/>
                      <a:pt x="13" y="88"/>
                      <a:pt x="9" y="92"/>
                    </a:cubicBezTo>
                    <a:lnTo>
                      <a:pt x="52" y="125"/>
                    </a:lnTo>
                    <a:close/>
                    <a:moveTo>
                      <a:pt x="79" y="0"/>
                    </a:moveTo>
                    <a:cubicBezTo>
                      <a:pt x="84" y="1"/>
                      <a:pt x="91" y="7"/>
                      <a:pt x="102" y="20"/>
                    </a:cubicBezTo>
                    <a:cubicBezTo>
                      <a:pt x="105" y="22"/>
                      <a:pt x="109" y="28"/>
                      <a:pt x="83" y="81"/>
                    </a:cubicBezTo>
                    <a:cubicBezTo>
                      <a:pt x="70" y="107"/>
                      <a:pt x="56" y="131"/>
                      <a:pt x="56" y="131"/>
                    </a:cubicBezTo>
                    <a:cubicBezTo>
                      <a:pt x="56" y="132"/>
                      <a:pt x="55" y="133"/>
                      <a:pt x="53" y="133"/>
                    </a:cubicBezTo>
                    <a:cubicBezTo>
                      <a:pt x="53" y="133"/>
                      <a:pt x="52" y="133"/>
                      <a:pt x="51" y="133"/>
                    </a:cubicBezTo>
                    <a:lnTo>
                      <a:pt x="1" y="93"/>
                    </a:lnTo>
                    <a:cubicBezTo>
                      <a:pt x="0" y="92"/>
                      <a:pt x="0" y="92"/>
                      <a:pt x="0" y="90"/>
                    </a:cubicBezTo>
                    <a:cubicBezTo>
                      <a:pt x="0" y="89"/>
                      <a:pt x="1" y="89"/>
                      <a:pt x="3" y="88"/>
                    </a:cubicBezTo>
                    <a:cubicBezTo>
                      <a:pt x="5" y="87"/>
                      <a:pt x="24" y="72"/>
                      <a:pt x="37" y="60"/>
                    </a:cubicBezTo>
                    <a:cubicBezTo>
                      <a:pt x="56" y="45"/>
                      <a:pt x="68" y="35"/>
                      <a:pt x="72" y="34"/>
                    </a:cubicBezTo>
                    <a:cubicBezTo>
                      <a:pt x="74" y="32"/>
                      <a:pt x="76" y="18"/>
                      <a:pt x="75" y="3"/>
                    </a:cubicBezTo>
                    <a:cubicBezTo>
                      <a:pt x="75" y="2"/>
                      <a:pt x="76" y="1"/>
                      <a:pt x="77" y="0"/>
                    </a:cubicBezTo>
                    <a:cubicBezTo>
                      <a:pt x="77" y="0"/>
                      <a:pt x="78" y="0"/>
                      <a:pt x="79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7" name="iṡļïḍè">
                <a:extLst>
                  <a:ext uri="{FF2B5EF4-FFF2-40B4-BE49-F238E27FC236}">
                    <a16:creationId xmlns:a16="http://schemas.microsoft.com/office/drawing/2014/main" id="{6C609817-9FF1-42B8-AB59-0F0E1E8D8A98}"/>
                  </a:ext>
                </a:extLst>
              </p:cNvPr>
              <p:cNvSpPr/>
              <p:nvPr/>
            </p:nvSpPr>
            <p:spPr bwMode="auto">
              <a:xfrm>
                <a:off x="2481943" y="3292542"/>
                <a:ext cx="77558" cy="146289"/>
              </a:xfrm>
              <a:custGeom>
                <a:avLst/>
                <a:gdLst>
                  <a:gd name="T0" fmla="*/ 13 w 41"/>
                  <a:gd name="T1" fmla="*/ 0 h 77"/>
                  <a:gd name="T2" fmla="*/ 40 w 41"/>
                  <a:gd name="T3" fmla="*/ 50 h 77"/>
                  <a:gd name="T4" fmla="*/ 0 w 41"/>
                  <a:gd name="T5" fmla="*/ 76 h 77"/>
                  <a:gd name="T6" fmla="*/ 5 w 41"/>
                  <a:gd name="T7" fmla="*/ 11 h 77"/>
                  <a:gd name="T8" fmla="*/ 13 w 41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7">
                    <a:moveTo>
                      <a:pt x="13" y="0"/>
                    </a:moveTo>
                    <a:cubicBezTo>
                      <a:pt x="12" y="27"/>
                      <a:pt x="40" y="50"/>
                      <a:pt x="40" y="50"/>
                    </a:cubicBezTo>
                    <a:cubicBezTo>
                      <a:pt x="34" y="51"/>
                      <a:pt x="0" y="76"/>
                      <a:pt x="0" y="76"/>
                    </a:cubicBezTo>
                    <a:cubicBezTo>
                      <a:pt x="2" y="68"/>
                      <a:pt x="2" y="16"/>
                      <a:pt x="5" y="11"/>
                    </a:cubicBezTo>
                    <a:cubicBezTo>
                      <a:pt x="7" y="6"/>
                      <a:pt x="13" y="0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8" name="íSḻïďê">
                <a:extLst>
                  <a:ext uri="{FF2B5EF4-FFF2-40B4-BE49-F238E27FC236}">
                    <a16:creationId xmlns:a16="http://schemas.microsoft.com/office/drawing/2014/main" id="{1B362413-A9FF-4DDB-BF16-BF567D05BA01}"/>
                  </a:ext>
                </a:extLst>
              </p:cNvPr>
              <p:cNvSpPr/>
              <p:nvPr/>
            </p:nvSpPr>
            <p:spPr bwMode="auto">
              <a:xfrm>
                <a:off x="2473322" y="3283934"/>
                <a:ext cx="94799" cy="163505"/>
              </a:xfrm>
              <a:custGeom>
                <a:avLst/>
                <a:gdLst>
                  <a:gd name="T0" fmla="*/ 8 w 50"/>
                  <a:gd name="T1" fmla="*/ 73 h 84"/>
                  <a:gd name="T2" fmla="*/ 40 w 50"/>
                  <a:gd name="T3" fmla="*/ 53 h 84"/>
                  <a:gd name="T4" fmla="*/ 15 w 50"/>
                  <a:gd name="T5" fmla="*/ 11 h 84"/>
                  <a:gd name="T6" fmla="*/ 12 w 50"/>
                  <a:gd name="T7" fmla="*/ 16 h 84"/>
                  <a:gd name="T8" fmla="*/ 9 w 50"/>
                  <a:gd name="T9" fmla="*/ 47 h 84"/>
                  <a:gd name="T10" fmla="*/ 8 w 50"/>
                  <a:gd name="T11" fmla="*/ 73 h 84"/>
                  <a:gd name="T12" fmla="*/ 20 w 50"/>
                  <a:gd name="T13" fmla="*/ 3 h 84"/>
                  <a:gd name="T14" fmla="*/ 48 w 50"/>
                  <a:gd name="T15" fmla="*/ 52 h 84"/>
                  <a:gd name="T16" fmla="*/ 49 w 50"/>
                  <a:gd name="T17" fmla="*/ 55 h 84"/>
                  <a:gd name="T18" fmla="*/ 46 w 50"/>
                  <a:gd name="T19" fmla="*/ 57 h 84"/>
                  <a:gd name="T20" fmla="*/ 5 w 50"/>
                  <a:gd name="T21" fmla="*/ 82 h 84"/>
                  <a:gd name="T22" fmla="*/ 4 w 50"/>
                  <a:gd name="T23" fmla="*/ 83 h 84"/>
                  <a:gd name="T24" fmla="*/ 1 w 50"/>
                  <a:gd name="T25" fmla="*/ 82 h 84"/>
                  <a:gd name="T26" fmla="*/ 1 w 50"/>
                  <a:gd name="T27" fmla="*/ 79 h 84"/>
                  <a:gd name="T28" fmla="*/ 3 w 50"/>
                  <a:gd name="T29" fmla="*/ 47 h 84"/>
                  <a:gd name="T30" fmla="*/ 5 w 50"/>
                  <a:gd name="T31" fmla="*/ 14 h 84"/>
                  <a:gd name="T32" fmla="*/ 15 w 50"/>
                  <a:gd name="T33" fmla="*/ 1 h 84"/>
                  <a:gd name="T34" fmla="*/ 19 w 50"/>
                  <a:gd name="T35" fmla="*/ 0 h 84"/>
                  <a:gd name="T36" fmla="*/ 20 w 50"/>
                  <a:gd name="T37" fmla="*/ 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" h="84">
                    <a:moveTo>
                      <a:pt x="8" y="73"/>
                    </a:moveTo>
                    <a:cubicBezTo>
                      <a:pt x="17" y="67"/>
                      <a:pt x="32" y="58"/>
                      <a:pt x="40" y="53"/>
                    </a:cubicBezTo>
                    <a:cubicBezTo>
                      <a:pt x="33" y="46"/>
                      <a:pt x="18" y="30"/>
                      <a:pt x="15" y="11"/>
                    </a:cubicBezTo>
                    <a:cubicBezTo>
                      <a:pt x="13" y="13"/>
                      <a:pt x="12" y="15"/>
                      <a:pt x="12" y="16"/>
                    </a:cubicBezTo>
                    <a:cubicBezTo>
                      <a:pt x="10" y="19"/>
                      <a:pt x="9" y="35"/>
                      <a:pt x="9" y="47"/>
                    </a:cubicBezTo>
                    <a:cubicBezTo>
                      <a:pt x="9" y="57"/>
                      <a:pt x="9" y="67"/>
                      <a:pt x="8" y="73"/>
                    </a:cubicBezTo>
                    <a:close/>
                    <a:moveTo>
                      <a:pt x="20" y="3"/>
                    </a:moveTo>
                    <a:cubicBezTo>
                      <a:pt x="19" y="28"/>
                      <a:pt x="48" y="52"/>
                      <a:pt x="48" y="52"/>
                    </a:cubicBezTo>
                    <a:cubicBezTo>
                      <a:pt x="49" y="52"/>
                      <a:pt x="49" y="54"/>
                      <a:pt x="49" y="55"/>
                    </a:cubicBezTo>
                    <a:cubicBezTo>
                      <a:pt x="48" y="56"/>
                      <a:pt x="48" y="57"/>
                      <a:pt x="46" y="57"/>
                    </a:cubicBezTo>
                    <a:cubicBezTo>
                      <a:pt x="43" y="58"/>
                      <a:pt x="23" y="70"/>
                      <a:pt x="5" y="82"/>
                    </a:cubicBezTo>
                    <a:cubicBezTo>
                      <a:pt x="5" y="83"/>
                      <a:pt x="5" y="83"/>
                      <a:pt x="4" y="83"/>
                    </a:cubicBezTo>
                    <a:cubicBezTo>
                      <a:pt x="3" y="83"/>
                      <a:pt x="2" y="83"/>
                      <a:pt x="1" y="82"/>
                    </a:cubicBezTo>
                    <a:cubicBezTo>
                      <a:pt x="1" y="82"/>
                      <a:pt x="0" y="81"/>
                      <a:pt x="1" y="79"/>
                    </a:cubicBezTo>
                    <a:cubicBezTo>
                      <a:pt x="1" y="76"/>
                      <a:pt x="2" y="61"/>
                      <a:pt x="3" y="47"/>
                    </a:cubicBezTo>
                    <a:cubicBezTo>
                      <a:pt x="4" y="27"/>
                      <a:pt x="4" y="17"/>
                      <a:pt x="5" y="14"/>
                    </a:cubicBezTo>
                    <a:cubicBezTo>
                      <a:pt x="9" y="8"/>
                      <a:pt x="15" y="1"/>
                      <a:pt x="15" y="1"/>
                    </a:cubicBezTo>
                    <a:cubicBezTo>
                      <a:pt x="16" y="0"/>
                      <a:pt x="17" y="0"/>
                      <a:pt x="19" y="0"/>
                    </a:cubicBezTo>
                    <a:cubicBezTo>
                      <a:pt x="19" y="1"/>
                      <a:pt x="20" y="2"/>
                      <a:pt x="20" y="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9" name="îṣļiḋè">
                <a:extLst>
                  <a:ext uri="{FF2B5EF4-FFF2-40B4-BE49-F238E27FC236}">
                    <a16:creationId xmlns:a16="http://schemas.microsoft.com/office/drawing/2014/main" id="{E0DD8FCA-5E18-4501-B906-B0940D01DAF2}"/>
                  </a:ext>
                </a:extLst>
              </p:cNvPr>
              <p:cNvSpPr/>
              <p:nvPr/>
            </p:nvSpPr>
            <p:spPr bwMode="auto">
              <a:xfrm>
                <a:off x="2525029" y="3240909"/>
                <a:ext cx="353335" cy="740065"/>
              </a:xfrm>
              <a:custGeom>
                <a:avLst/>
                <a:gdLst>
                  <a:gd name="T0" fmla="*/ 177 w 180"/>
                  <a:gd name="T1" fmla="*/ 64 h 378"/>
                  <a:gd name="T2" fmla="*/ 159 w 180"/>
                  <a:gd name="T3" fmla="*/ 79 h 378"/>
                  <a:gd name="T4" fmla="*/ 179 w 180"/>
                  <a:gd name="T5" fmla="*/ 88 h 378"/>
                  <a:gd name="T6" fmla="*/ 55 w 180"/>
                  <a:gd name="T7" fmla="*/ 286 h 378"/>
                  <a:gd name="T8" fmla="*/ 0 w 180"/>
                  <a:gd name="T9" fmla="*/ 377 h 378"/>
                  <a:gd name="T10" fmla="*/ 37 w 180"/>
                  <a:gd name="T11" fmla="*/ 232 h 378"/>
                  <a:gd name="T12" fmla="*/ 98 w 180"/>
                  <a:gd name="T13" fmla="*/ 68 h 378"/>
                  <a:gd name="T14" fmla="*/ 133 w 180"/>
                  <a:gd name="T15" fmla="*/ 0 h 378"/>
                  <a:gd name="T16" fmla="*/ 169 w 180"/>
                  <a:gd name="T17" fmla="*/ 43 h 378"/>
                  <a:gd name="T18" fmla="*/ 177 w 180"/>
                  <a:gd name="T19" fmla="*/ 64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0" h="378">
                    <a:moveTo>
                      <a:pt x="177" y="64"/>
                    </a:moveTo>
                    <a:lnTo>
                      <a:pt x="159" y="79"/>
                    </a:lnTo>
                    <a:lnTo>
                      <a:pt x="179" y="88"/>
                    </a:lnTo>
                    <a:cubicBezTo>
                      <a:pt x="174" y="111"/>
                      <a:pt x="64" y="275"/>
                      <a:pt x="55" y="286"/>
                    </a:cubicBezTo>
                    <a:cubicBezTo>
                      <a:pt x="46" y="296"/>
                      <a:pt x="0" y="377"/>
                      <a:pt x="0" y="377"/>
                    </a:cubicBezTo>
                    <a:cubicBezTo>
                      <a:pt x="0" y="352"/>
                      <a:pt x="22" y="268"/>
                      <a:pt x="37" y="232"/>
                    </a:cubicBezTo>
                    <a:cubicBezTo>
                      <a:pt x="52" y="196"/>
                      <a:pt x="86" y="94"/>
                      <a:pt x="98" y="68"/>
                    </a:cubicBezTo>
                    <a:cubicBezTo>
                      <a:pt x="109" y="43"/>
                      <a:pt x="133" y="0"/>
                      <a:pt x="133" y="0"/>
                    </a:cubicBezTo>
                    <a:cubicBezTo>
                      <a:pt x="135" y="10"/>
                      <a:pt x="163" y="31"/>
                      <a:pt x="169" y="43"/>
                    </a:cubicBezTo>
                    <a:cubicBezTo>
                      <a:pt x="175" y="56"/>
                      <a:pt x="177" y="64"/>
                      <a:pt x="177" y="6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0" name="îṩľïdè">
                <a:extLst>
                  <a:ext uri="{FF2B5EF4-FFF2-40B4-BE49-F238E27FC236}">
                    <a16:creationId xmlns:a16="http://schemas.microsoft.com/office/drawing/2014/main" id="{4A789CFB-5671-4E1C-B1E8-006A30D35767}"/>
                  </a:ext>
                </a:extLst>
              </p:cNvPr>
              <p:cNvSpPr/>
              <p:nvPr/>
            </p:nvSpPr>
            <p:spPr bwMode="auto">
              <a:xfrm>
                <a:off x="2525029" y="3240909"/>
                <a:ext cx="370571" cy="748668"/>
              </a:xfrm>
              <a:custGeom>
                <a:avLst/>
                <a:gdLst>
                  <a:gd name="T0" fmla="*/ 57 w 188"/>
                  <a:gd name="T1" fmla="*/ 286 h 384"/>
                  <a:gd name="T2" fmla="*/ 179 w 188"/>
                  <a:gd name="T3" fmla="*/ 92 h 384"/>
                  <a:gd name="T4" fmla="*/ 161 w 188"/>
                  <a:gd name="T5" fmla="*/ 85 h 384"/>
                  <a:gd name="T6" fmla="*/ 159 w 188"/>
                  <a:gd name="T7" fmla="*/ 83 h 384"/>
                  <a:gd name="T8" fmla="*/ 160 w 188"/>
                  <a:gd name="T9" fmla="*/ 79 h 384"/>
                  <a:gd name="T10" fmla="*/ 177 w 188"/>
                  <a:gd name="T11" fmla="*/ 65 h 384"/>
                  <a:gd name="T12" fmla="*/ 170 w 188"/>
                  <a:gd name="T13" fmla="*/ 47 h 384"/>
                  <a:gd name="T14" fmla="*/ 151 w 188"/>
                  <a:gd name="T15" fmla="*/ 25 h 384"/>
                  <a:gd name="T16" fmla="*/ 136 w 188"/>
                  <a:gd name="T17" fmla="*/ 10 h 384"/>
                  <a:gd name="T18" fmla="*/ 104 w 188"/>
                  <a:gd name="T19" fmla="*/ 73 h 384"/>
                  <a:gd name="T20" fmla="*/ 72 w 188"/>
                  <a:gd name="T21" fmla="*/ 159 h 384"/>
                  <a:gd name="T22" fmla="*/ 44 w 188"/>
                  <a:gd name="T23" fmla="*/ 235 h 384"/>
                  <a:gd name="T24" fmla="*/ 9 w 188"/>
                  <a:gd name="T25" fmla="*/ 365 h 384"/>
                  <a:gd name="T26" fmla="*/ 57 w 188"/>
                  <a:gd name="T27" fmla="*/ 286 h 384"/>
                  <a:gd name="T28" fmla="*/ 184 w 188"/>
                  <a:gd name="T29" fmla="*/ 88 h 384"/>
                  <a:gd name="T30" fmla="*/ 186 w 188"/>
                  <a:gd name="T31" fmla="*/ 92 h 384"/>
                  <a:gd name="T32" fmla="*/ 61 w 188"/>
                  <a:gd name="T33" fmla="*/ 290 h 384"/>
                  <a:gd name="T34" fmla="*/ 6 w 188"/>
                  <a:gd name="T35" fmla="*/ 381 h 384"/>
                  <a:gd name="T36" fmla="*/ 3 w 188"/>
                  <a:gd name="T37" fmla="*/ 383 h 384"/>
                  <a:gd name="T38" fmla="*/ 3 w 188"/>
                  <a:gd name="T39" fmla="*/ 383 h 384"/>
                  <a:gd name="T40" fmla="*/ 0 w 188"/>
                  <a:gd name="T41" fmla="*/ 380 h 384"/>
                  <a:gd name="T42" fmla="*/ 38 w 188"/>
                  <a:gd name="T43" fmla="*/ 233 h 384"/>
                  <a:gd name="T44" fmla="*/ 66 w 188"/>
                  <a:gd name="T45" fmla="*/ 157 h 384"/>
                  <a:gd name="T46" fmla="*/ 98 w 188"/>
                  <a:gd name="T47" fmla="*/ 70 h 384"/>
                  <a:gd name="T48" fmla="*/ 133 w 188"/>
                  <a:gd name="T49" fmla="*/ 2 h 384"/>
                  <a:gd name="T50" fmla="*/ 136 w 188"/>
                  <a:gd name="T51" fmla="*/ 0 h 384"/>
                  <a:gd name="T52" fmla="*/ 139 w 188"/>
                  <a:gd name="T53" fmla="*/ 2 h 384"/>
                  <a:gd name="T54" fmla="*/ 155 w 188"/>
                  <a:gd name="T55" fmla="*/ 21 h 384"/>
                  <a:gd name="T56" fmla="*/ 176 w 188"/>
                  <a:gd name="T57" fmla="*/ 45 h 384"/>
                  <a:gd name="T58" fmla="*/ 184 w 188"/>
                  <a:gd name="T59" fmla="*/ 66 h 384"/>
                  <a:gd name="T60" fmla="*/ 183 w 188"/>
                  <a:gd name="T61" fmla="*/ 69 h 384"/>
                  <a:gd name="T62" fmla="*/ 168 w 188"/>
                  <a:gd name="T63" fmla="*/ 81 h 384"/>
                  <a:gd name="T64" fmla="*/ 184 w 188"/>
                  <a:gd name="T65" fmla="*/ 88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88" h="384">
                    <a:moveTo>
                      <a:pt x="57" y="286"/>
                    </a:moveTo>
                    <a:cubicBezTo>
                      <a:pt x="66" y="275"/>
                      <a:pt x="168" y="122"/>
                      <a:pt x="179" y="92"/>
                    </a:cubicBezTo>
                    <a:lnTo>
                      <a:pt x="161" y="85"/>
                    </a:lnTo>
                    <a:cubicBezTo>
                      <a:pt x="160" y="85"/>
                      <a:pt x="159" y="83"/>
                      <a:pt x="159" y="83"/>
                    </a:cubicBezTo>
                    <a:cubicBezTo>
                      <a:pt x="158" y="82"/>
                      <a:pt x="159" y="80"/>
                      <a:pt x="160" y="79"/>
                    </a:cubicBezTo>
                    <a:lnTo>
                      <a:pt x="177" y="65"/>
                    </a:lnTo>
                    <a:cubicBezTo>
                      <a:pt x="177" y="63"/>
                      <a:pt x="174" y="56"/>
                      <a:pt x="170" y="47"/>
                    </a:cubicBezTo>
                    <a:cubicBezTo>
                      <a:pt x="168" y="42"/>
                      <a:pt x="158" y="33"/>
                      <a:pt x="151" y="25"/>
                    </a:cubicBezTo>
                    <a:cubicBezTo>
                      <a:pt x="145" y="20"/>
                      <a:pt x="139" y="14"/>
                      <a:pt x="136" y="10"/>
                    </a:cubicBezTo>
                    <a:cubicBezTo>
                      <a:pt x="130" y="21"/>
                      <a:pt x="114" y="52"/>
                      <a:pt x="104" y="73"/>
                    </a:cubicBezTo>
                    <a:cubicBezTo>
                      <a:pt x="98" y="86"/>
                      <a:pt x="85" y="123"/>
                      <a:pt x="72" y="159"/>
                    </a:cubicBezTo>
                    <a:cubicBezTo>
                      <a:pt x="61" y="188"/>
                      <a:pt x="50" y="219"/>
                      <a:pt x="44" y="235"/>
                    </a:cubicBezTo>
                    <a:cubicBezTo>
                      <a:pt x="31" y="266"/>
                      <a:pt x="14" y="331"/>
                      <a:pt x="9" y="365"/>
                    </a:cubicBezTo>
                    <a:cubicBezTo>
                      <a:pt x="22" y="342"/>
                      <a:pt x="49" y="294"/>
                      <a:pt x="57" y="286"/>
                    </a:cubicBezTo>
                    <a:close/>
                    <a:moveTo>
                      <a:pt x="184" y="88"/>
                    </a:moveTo>
                    <a:cubicBezTo>
                      <a:pt x="186" y="89"/>
                      <a:pt x="187" y="90"/>
                      <a:pt x="186" y="92"/>
                    </a:cubicBezTo>
                    <a:cubicBezTo>
                      <a:pt x="181" y="115"/>
                      <a:pt x="72" y="278"/>
                      <a:pt x="61" y="290"/>
                    </a:cubicBezTo>
                    <a:cubicBezTo>
                      <a:pt x="52" y="300"/>
                      <a:pt x="7" y="380"/>
                      <a:pt x="6" y="381"/>
                    </a:cubicBezTo>
                    <a:cubicBezTo>
                      <a:pt x="6" y="383"/>
                      <a:pt x="5" y="383"/>
                      <a:pt x="3" y="383"/>
                    </a:cubicBezTo>
                    <a:lnTo>
                      <a:pt x="3" y="383"/>
                    </a:lnTo>
                    <a:cubicBezTo>
                      <a:pt x="2" y="383"/>
                      <a:pt x="0" y="381"/>
                      <a:pt x="0" y="380"/>
                    </a:cubicBezTo>
                    <a:cubicBezTo>
                      <a:pt x="1" y="355"/>
                      <a:pt x="22" y="271"/>
                      <a:pt x="38" y="233"/>
                    </a:cubicBezTo>
                    <a:cubicBezTo>
                      <a:pt x="44" y="216"/>
                      <a:pt x="56" y="186"/>
                      <a:pt x="66" y="157"/>
                    </a:cubicBezTo>
                    <a:cubicBezTo>
                      <a:pt x="79" y="121"/>
                      <a:pt x="92" y="84"/>
                      <a:pt x="98" y="70"/>
                    </a:cubicBezTo>
                    <a:cubicBezTo>
                      <a:pt x="111" y="45"/>
                      <a:pt x="133" y="2"/>
                      <a:pt x="133" y="2"/>
                    </a:cubicBezTo>
                    <a:cubicBezTo>
                      <a:pt x="134" y="1"/>
                      <a:pt x="136" y="0"/>
                      <a:pt x="136" y="0"/>
                    </a:cubicBezTo>
                    <a:cubicBezTo>
                      <a:pt x="138" y="0"/>
                      <a:pt x="139" y="2"/>
                      <a:pt x="139" y="2"/>
                    </a:cubicBezTo>
                    <a:cubicBezTo>
                      <a:pt x="140" y="6"/>
                      <a:pt x="149" y="14"/>
                      <a:pt x="155" y="21"/>
                    </a:cubicBezTo>
                    <a:cubicBezTo>
                      <a:pt x="164" y="30"/>
                      <a:pt x="172" y="38"/>
                      <a:pt x="176" y="45"/>
                    </a:cubicBezTo>
                    <a:cubicBezTo>
                      <a:pt x="182" y="57"/>
                      <a:pt x="184" y="66"/>
                      <a:pt x="184" y="66"/>
                    </a:cubicBezTo>
                    <a:cubicBezTo>
                      <a:pt x="184" y="67"/>
                      <a:pt x="184" y="68"/>
                      <a:pt x="183" y="69"/>
                    </a:cubicBezTo>
                    <a:lnTo>
                      <a:pt x="168" y="81"/>
                    </a:lnTo>
                    <a:lnTo>
                      <a:pt x="184" y="88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1" name="îšlíďè">
                <a:extLst>
                  <a:ext uri="{FF2B5EF4-FFF2-40B4-BE49-F238E27FC236}">
                    <a16:creationId xmlns:a16="http://schemas.microsoft.com/office/drawing/2014/main" id="{5882479C-480D-4CD8-BC9C-86FF5F96FA71}"/>
                  </a:ext>
                </a:extLst>
              </p:cNvPr>
              <p:cNvSpPr/>
              <p:nvPr/>
            </p:nvSpPr>
            <p:spPr bwMode="auto">
              <a:xfrm>
                <a:off x="2369908" y="3421620"/>
                <a:ext cx="8621" cy="8608"/>
              </a:xfrm>
              <a:custGeom>
                <a:avLst/>
                <a:gdLst>
                  <a:gd name="T0" fmla="*/ 0 w 3"/>
                  <a:gd name="T1" fmla="*/ 1 h 2"/>
                  <a:gd name="T2" fmla="*/ 2 w 3"/>
                  <a:gd name="T3" fmla="*/ 1 h 2"/>
                  <a:gd name="T4" fmla="*/ 0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0" y="0"/>
                      <a:pt x="0" y="0"/>
                      <a:pt x="2" y="1"/>
                    </a:cubicBezTo>
                    <a:lnTo>
                      <a:pt x="0" y="1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2" name="išḻiďe">
                <a:extLst>
                  <a:ext uri="{FF2B5EF4-FFF2-40B4-BE49-F238E27FC236}">
                    <a16:creationId xmlns:a16="http://schemas.microsoft.com/office/drawing/2014/main" id="{DD0304D2-3C65-4E1A-9754-B789D6F077C2}"/>
                  </a:ext>
                </a:extLst>
              </p:cNvPr>
              <p:cNvSpPr/>
              <p:nvPr/>
            </p:nvSpPr>
            <p:spPr bwMode="auto">
              <a:xfrm>
                <a:off x="2283729" y="3335566"/>
                <a:ext cx="206829" cy="1230576"/>
              </a:xfrm>
              <a:custGeom>
                <a:avLst/>
                <a:gdLst>
                  <a:gd name="T0" fmla="*/ 91 w 107"/>
                  <a:gd name="T1" fmla="*/ 15 h 631"/>
                  <a:gd name="T2" fmla="*/ 103 w 107"/>
                  <a:gd name="T3" fmla="*/ 0 h 631"/>
                  <a:gd name="T4" fmla="*/ 99 w 107"/>
                  <a:gd name="T5" fmla="*/ 34 h 631"/>
                  <a:gd name="T6" fmla="*/ 81 w 107"/>
                  <a:gd name="T7" fmla="*/ 88 h 631"/>
                  <a:gd name="T8" fmla="*/ 0 w 107"/>
                  <a:gd name="T9" fmla="*/ 630 h 631"/>
                  <a:gd name="T10" fmla="*/ 11 w 107"/>
                  <a:gd name="T11" fmla="*/ 440 h 631"/>
                  <a:gd name="T12" fmla="*/ 42 w 107"/>
                  <a:gd name="T13" fmla="*/ 44 h 631"/>
                  <a:gd name="T14" fmla="*/ 68 w 107"/>
                  <a:gd name="T15" fmla="*/ 40 h 631"/>
                  <a:gd name="T16" fmla="*/ 62 w 107"/>
                  <a:gd name="T17" fmla="*/ 31 h 631"/>
                  <a:gd name="T18" fmla="*/ 91 w 107"/>
                  <a:gd name="T19" fmla="*/ 15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7" h="631">
                    <a:moveTo>
                      <a:pt x="91" y="15"/>
                    </a:moveTo>
                    <a:cubicBezTo>
                      <a:pt x="94" y="11"/>
                      <a:pt x="103" y="0"/>
                      <a:pt x="103" y="0"/>
                    </a:cubicBezTo>
                    <a:cubicBezTo>
                      <a:pt x="103" y="0"/>
                      <a:pt x="106" y="19"/>
                      <a:pt x="99" y="34"/>
                    </a:cubicBezTo>
                    <a:cubicBezTo>
                      <a:pt x="93" y="46"/>
                      <a:pt x="87" y="68"/>
                      <a:pt x="81" y="88"/>
                    </a:cubicBezTo>
                    <a:cubicBezTo>
                      <a:pt x="44" y="239"/>
                      <a:pt x="6" y="621"/>
                      <a:pt x="0" y="630"/>
                    </a:cubicBezTo>
                    <a:cubicBezTo>
                      <a:pt x="0" y="630"/>
                      <a:pt x="8" y="485"/>
                      <a:pt x="11" y="440"/>
                    </a:cubicBezTo>
                    <a:cubicBezTo>
                      <a:pt x="11" y="440"/>
                      <a:pt x="49" y="52"/>
                      <a:pt x="42" y="44"/>
                    </a:cubicBezTo>
                    <a:lnTo>
                      <a:pt x="68" y="40"/>
                    </a:lnTo>
                    <a:lnTo>
                      <a:pt x="62" y="31"/>
                    </a:lnTo>
                    <a:cubicBezTo>
                      <a:pt x="62" y="31"/>
                      <a:pt x="87" y="18"/>
                      <a:pt x="91" y="15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3" name="iṥḻïďe">
                <a:extLst>
                  <a:ext uri="{FF2B5EF4-FFF2-40B4-BE49-F238E27FC236}">
                    <a16:creationId xmlns:a16="http://schemas.microsoft.com/office/drawing/2014/main" id="{147026FE-495A-4C69-99CD-E63244335137}"/>
                  </a:ext>
                </a:extLst>
              </p:cNvPr>
              <p:cNvSpPr/>
              <p:nvPr/>
            </p:nvSpPr>
            <p:spPr bwMode="auto">
              <a:xfrm>
                <a:off x="2283729" y="3326963"/>
                <a:ext cx="224064" cy="1239179"/>
              </a:xfrm>
              <a:custGeom>
                <a:avLst/>
                <a:gdLst>
                  <a:gd name="T0" fmla="*/ 100 w 114"/>
                  <a:gd name="T1" fmla="*/ 36 h 637"/>
                  <a:gd name="T2" fmla="*/ 104 w 114"/>
                  <a:gd name="T3" fmla="*/ 11 h 637"/>
                  <a:gd name="T4" fmla="*/ 97 w 114"/>
                  <a:gd name="T5" fmla="*/ 20 h 637"/>
                  <a:gd name="T6" fmla="*/ 69 w 114"/>
                  <a:gd name="T7" fmla="*/ 36 h 637"/>
                  <a:gd name="T8" fmla="*/ 74 w 114"/>
                  <a:gd name="T9" fmla="*/ 42 h 637"/>
                  <a:gd name="T10" fmla="*/ 74 w 114"/>
                  <a:gd name="T11" fmla="*/ 45 h 637"/>
                  <a:gd name="T12" fmla="*/ 72 w 114"/>
                  <a:gd name="T13" fmla="*/ 46 h 637"/>
                  <a:gd name="T14" fmla="*/ 48 w 114"/>
                  <a:gd name="T15" fmla="*/ 50 h 637"/>
                  <a:gd name="T16" fmla="*/ 35 w 114"/>
                  <a:gd name="T17" fmla="*/ 249 h 637"/>
                  <a:gd name="T18" fmla="*/ 16 w 114"/>
                  <a:gd name="T19" fmla="*/ 444 h 637"/>
                  <a:gd name="T20" fmla="*/ 10 w 114"/>
                  <a:gd name="T21" fmla="*/ 566 h 637"/>
                  <a:gd name="T22" fmla="*/ 16 w 114"/>
                  <a:gd name="T23" fmla="*/ 518 h 637"/>
                  <a:gd name="T24" fmla="*/ 81 w 114"/>
                  <a:gd name="T25" fmla="*/ 91 h 637"/>
                  <a:gd name="T26" fmla="*/ 100 w 114"/>
                  <a:gd name="T27" fmla="*/ 36 h 637"/>
                  <a:gd name="T28" fmla="*/ 107 w 114"/>
                  <a:gd name="T29" fmla="*/ 1 h 637"/>
                  <a:gd name="T30" fmla="*/ 109 w 114"/>
                  <a:gd name="T31" fmla="*/ 3 h 637"/>
                  <a:gd name="T32" fmla="*/ 105 w 114"/>
                  <a:gd name="T33" fmla="*/ 39 h 637"/>
                  <a:gd name="T34" fmla="*/ 88 w 114"/>
                  <a:gd name="T35" fmla="*/ 92 h 637"/>
                  <a:gd name="T36" fmla="*/ 22 w 114"/>
                  <a:gd name="T37" fmla="*/ 519 h 637"/>
                  <a:gd name="T38" fmla="*/ 5 w 114"/>
                  <a:gd name="T39" fmla="*/ 635 h 637"/>
                  <a:gd name="T40" fmla="*/ 3 w 114"/>
                  <a:gd name="T41" fmla="*/ 636 h 637"/>
                  <a:gd name="T42" fmla="*/ 2 w 114"/>
                  <a:gd name="T43" fmla="*/ 636 h 637"/>
                  <a:gd name="T44" fmla="*/ 0 w 114"/>
                  <a:gd name="T45" fmla="*/ 633 h 637"/>
                  <a:gd name="T46" fmla="*/ 10 w 114"/>
                  <a:gd name="T47" fmla="*/ 444 h 637"/>
                  <a:gd name="T48" fmla="*/ 42 w 114"/>
                  <a:gd name="T49" fmla="*/ 50 h 637"/>
                  <a:gd name="T50" fmla="*/ 41 w 114"/>
                  <a:gd name="T51" fmla="*/ 49 h 637"/>
                  <a:gd name="T52" fmla="*/ 42 w 114"/>
                  <a:gd name="T53" fmla="*/ 45 h 637"/>
                  <a:gd name="T54" fmla="*/ 44 w 114"/>
                  <a:gd name="T55" fmla="*/ 44 h 637"/>
                  <a:gd name="T56" fmla="*/ 45 w 114"/>
                  <a:gd name="T57" fmla="*/ 44 h 637"/>
                  <a:gd name="T58" fmla="*/ 66 w 114"/>
                  <a:gd name="T59" fmla="*/ 41 h 637"/>
                  <a:gd name="T60" fmla="*/ 62 w 114"/>
                  <a:gd name="T61" fmla="*/ 36 h 637"/>
                  <a:gd name="T62" fmla="*/ 62 w 114"/>
                  <a:gd name="T63" fmla="*/ 33 h 637"/>
                  <a:gd name="T64" fmla="*/ 63 w 114"/>
                  <a:gd name="T65" fmla="*/ 32 h 637"/>
                  <a:gd name="T66" fmla="*/ 91 w 114"/>
                  <a:gd name="T67" fmla="*/ 16 h 637"/>
                  <a:gd name="T68" fmla="*/ 104 w 114"/>
                  <a:gd name="T69" fmla="*/ 1 h 637"/>
                  <a:gd name="T70" fmla="*/ 107 w 114"/>
                  <a:gd name="T71" fmla="*/ 1 h 6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4" h="637">
                    <a:moveTo>
                      <a:pt x="100" y="36"/>
                    </a:moveTo>
                    <a:cubicBezTo>
                      <a:pt x="103" y="28"/>
                      <a:pt x="104" y="17"/>
                      <a:pt x="104" y="11"/>
                    </a:cubicBezTo>
                    <a:cubicBezTo>
                      <a:pt x="101" y="14"/>
                      <a:pt x="98" y="18"/>
                      <a:pt x="97" y="20"/>
                    </a:cubicBezTo>
                    <a:cubicBezTo>
                      <a:pt x="94" y="23"/>
                      <a:pt x="78" y="32"/>
                      <a:pt x="69" y="36"/>
                    </a:cubicBezTo>
                    <a:lnTo>
                      <a:pt x="74" y="42"/>
                    </a:lnTo>
                    <a:cubicBezTo>
                      <a:pt x="74" y="42"/>
                      <a:pt x="75" y="44"/>
                      <a:pt x="74" y="45"/>
                    </a:cubicBezTo>
                    <a:lnTo>
                      <a:pt x="72" y="46"/>
                    </a:lnTo>
                    <a:lnTo>
                      <a:pt x="48" y="50"/>
                    </a:lnTo>
                    <a:cubicBezTo>
                      <a:pt x="50" y="61"/>
                      <a:pt x="48" y="98"/>
                      <a:pt x="35" y="249"/>
                    </a:cubicBezTo>
                    <a:cubicBezTo>
                      <a:pt x="26" y="347"/>
                      <a:pt x="17" y="443"/>
                      <a:pt x="16" y="444"/>
                    </a:cubicBezTo>
                    <a:cubicBezTo>
                      <a:pt x="16" y="468"/>
                      <a:pt x="13" y="522"/>
                      <a:pt x="10" y="566"/>
                    </a:cubicBezTo>
                    <a:cubicBezTo>
                      <a:pt x="12" y="551"/>
                      <a:pt x="13" y="535"/>
                      <a:pt x="16" y="518"/>
                    </a:cubicBezTo>
                    <a:cubicBezTo>
                      <a:pt x="32" y="388"/>
                      <a:pt x="56" y="191"/>
                      <a:pt x="81" y="91"/>
                    </a:cubicBezTo>
                    <a:cubicBezTo>
                      <a:pt x="88" y="69"/>
                      <a:pt x="94" y="48"/>
                      <a:pt x="100" y="36"/>
                    </a:cubicBezTo>
                    <a:close/>
                    <a:moveTo>
                      <a:pt x="107" y="1"/>
                    </a:moveTo>
                    <a:cubicBezTo>
                      <a:pt x="109" y="1"/>
                      <a:pt x="109" y="1"/>
                      <a:pt x="109" y="3"/>
                    </a:cubicBezTo>
                    <a:cubicBezTo>
                      <a:pt x="109" y="4"/>
                      <a:pt x="113" y="23"/>
                      <a:pt x="105" y="39"/>
                    </a:cubicBezTo>
                    <a:cubicBezTo>
                      <a:pt x="100" y="50"/>
                      <a:pt x="93" y="71"/>
                      <a:pt x="88" y="92"/>
                    </a:cubicBezTo>
                    <a:cubicBezTo>
                      <a:pt x="63" y="192"/>
                      <a:pt x="38" y="389"/>
                      <a:pt x="22" y="519"/>
                    </a:cubicBezTo>
                    <a:cubicBezTo>
                      <a:pt x="11" y="604"/>
                      <a:pt x="8" y="632"/>
                      <a:pt x="5" y="635"/>
                    </a:cubicBezTo>
                    <a:cubicBezTo>
                      <a:pt x="5" y="636"/>
                      <a:pt x="3" y="636"/>
                      <a:pt x="3" y="636"/>
                    </a:cubicBezTo>
                    <a:lnTo>
                      <a:pt x="2" y="636"/>
                    </a:lnTo>
                    <a:cubicBezTo>
                      <a:pt x="0" y="636"/>
                      <a:pt x="0" y="635"/>
                      <a:pt x="0" y="633"/>
                    </a:cubicBezTo>
                    <a:cubicBezTo>
                      <a:pt x="0" y="632"/>
                      <a:pt x="8" y="487"/>
                      <a:pt x="10" y="444"/>
                    </a:cubicBezTo>
                    <a:cubicBezTo>
                      <a:pt x="25" y="295"/>
                      <a:pt x="45" y="71"/>
                      <a:pt x="42" y="50"/>
                    </a:cubicBezTo>
                    <a:cubicBezTo>
                      <a:pt x="42" y="50"/>
                      <a:pt x="42" y="49"/>
                      <a:pt x="41" y="49"/>
                    </a:cubicBezTo>
                    <a:cubicBezTo>
                      <a:pt x="41" y="48"/>
                      <a:pt x="41" y="47"/>
                      <a:pt x="42" y="45"/>
                    </a:cubicBezTo>
                    <a:cubicBezTo>
                      <a:pt x="43" y="45"/>
                      <a:pt x="44" y="44"/>
                      <a:pt x="44" y="44"/>
                    </a:cubicBezTo>
                    <a:cubicBezTo>
                      <a:pt x="45" y="44"/>
                      <a:pt x="45" y="44"/>
                      <a:pt x="45" y="44"/>
                    </a:cubicBezTo>
                    <a:lnTo>
                      <a:pt x="66" y="41"/>
                    </a:lnTo>
                    <a:lnTo>
                      <a:pt x="62" y="36"/>
                    </a:lnTo>
                    <a:cubicBezTo>
                      <a:pt x="62" y="36"/>
                      <a:pt x="62" y="34"/>
                      <a:pt x="62" y="33"/>
                    </a:cubicBezTo>
                    <a:cubicBezTo>
                      <a:pt x="62" y="32"/>
                      <a:pt x="63" y="32"/>
                      <a:pt x="63" y="32"/>
                    </a:cubicBezTo>
                    <a:cubicBezTo>
                      <a:pt x="75" y="26"/>
                      <a:pt x="90" y="18"/>
                      <a:pt x="91" y="16"/>
                    </a:cubicBezTo>
                    <a:cubicBezTo>
                      <a:pt x="94" y="12"/>
                      <a:pt x="103" y="1"/>
                      <a:pt x="104" y="1"/>
                    </a:cubicBezTo>
                    <a:cubicBezTo>
                      <a:pt x="105" y="1"/>
                      <a:pt x="106" y="0"/>
                      <a:pt x="107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4" name="ïṣlïḍe">
                <a:extLst>
                  <a:ext uri="{FF2B5EF4-FFF2-40B4-BE49-F238E27FC236}">
                    <a16:creationId xmlns:a16="http://schemas.microsoft.com/office/drawing/2014/main" id="{7C8F448B-0AA2-4D89-A06B-7F54BB11EA25}"/>
                  </a:ext>
                </a:extLst>
              </p:cNvPr>
              <p:cNvSpPr/>
              <p:nvPr/>
            </p:nvSpPr>
            <p:spPr bwMode="auto">
              <a:xfrm>
                <a:off x="0" y="5194334"/>
                <a:ext cx="5041444" cy="1652238"/>
              </a:xfrm>
              <a:custGeom>
                <a:avLst/>
                <a:gdLst>
                  <a:gd name="T0" fmla="*/ 143 w 2581"/>
                  <a:gd name="T1" fmla="*/ 0 h 846"/>
                  <a:gd name="T2" fmla="*/ 2571 w 2581"/>
                  <a:gd name="T3" fmla="*/ 440 h 846"/>
                  <a:gd name="T4" fmla="*/ 2580 w 2581"/>
                  <a:gd name="T5" fmla="*/ 845 h 846"/>
                  <a:gd name="T6" fmla="*/ 0 w 2581"/>
                  <a:gd name="T7" fmla="*/ 845 h 846"/>
                  <a:gd name="T8" fmla="*/ 0 w 2581"/>
                  <a:gd name="T9" fmla="*/ 35 h 846"/>
                  <a:gd name="T10" fmla="*/ 143 w 2581"/>
                  <a:gd name="T11" fmla="*/ 0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81" h="846">
                    <a:moveTo>
                      <a:pt x="143" y="0"/>
                    </a:moveTo>
                    <a:lnTo>
                      <a:pt x="2571" y="440"/>
                    </a:lnTo>
                    <a:lnTo>
                      <a:pt x="2580" y="845"/>
                    </a:lnTo>
                    <a:lnTo>
                      <a:pt x="0" y="845"/>
                    </a:lnTo>
                    <a:lnTo>
                      <a:pt x="0" y="35"/>
                    </a:lnTo>
                    <a:lnTo>
                      <a:pt x="143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5" name="ïšḻïḍè">
                <a:extLst>
                  <a:ext uri="{FF2B5EF4-FFF2-40B4-BE49-F238E27FC236}">
                    <a16:creationId xmlns:a16="http://schemas.microsoft.com/office/drawing/2014/main" id="{36E0B028-A839-417E-9EC7-3EFACF303F21}"/>
                  </a:ext>
                </a:extLst>
              </p:cNvPr>
              <p:cNvSpPr/>
              <p:nvPr/>
            </p:nvSpPr>
            <p:spPr bwMode="auto">
              <a:xfrm>
                <a:off x="0" y="5194334"/>
                <a:ext cx="5058679" cy="1660846"/>
              </a:xfrm>
              <a:custGeom>
                <a:avLst/>
                <a:gdLst>
                  <a:gd name="T0" fmla="*/ 2575 w 2588"/>
                  <a:gd name="T1" fmla="*/ 440 h 852"/>
                  <a:gd name="T2" fmla="*/ 2578 w 2588"/>
                  <a:gd name="T3" fmla="*/ 443 h 852"/>
                  <a:gd name="T4" fmla="*/ 2587 w 2588"/>
                  <a:gd name="T5" fmla="*/ 848 h 852"/>
                  <a:gd name="T6" fmla="*/ 2584 w 2588"/>
                  <a:gd name="T7" fmla="*/ 851 h 852"/>
                  <a:gd name="T8" fmla="*/ 2581 w 2588"/>
                  <a:gd name="T9" fmla="*/ 848 h 852"/>
                  <a:gd name="T10" fmla="*/ 2571 w 2588"/>
                  <a:gd name="T11" fmla="*/ 445 h 852"/>
                  <a:gd name="T12" fmla="*/ 147 w 2588"/>
                  <a:gd name="T13" fmla="*/ 6 h 852"/>
                  <a:gd name="T14" fmla="*/ 3 w 2588"/>
                  <a:gd name="T15" fmla="*/ 40 h 852"/>
                  <a:gd name="T16" fmla="*/ 0 w 2588"/>
                  <a:gd name="T17" fmla="*/ 38 h 852"/>
                  <a:gd name="T18" fmla="*/ 3 w 2588"/>
                  <a:gd name="T19" fmla="*/ 34 h 852"/>
                  <a:gd name="T20" fmla="*/ 146 w 2588"/>
                  <a:gd name="T21" fmla="*/ 0 h 852"/>
                  <a:gd name="T22" fmla="*/ 147 w 2588"/>
                  <a:gd name="T23" fmla="*/ 0 h 852"/>
                  <a:gd name="T24" fmla="*/ 2575 w 2588"/>
                  <a:gd name="T25" fmla="*/ 440 h 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88" h="852">
                    <a:moveTo>
                      <a:pt x="2575" y="440"/>
                    </a:moveTo>
                    <a:cubicBezTo>
                      <a:pt x="2576" y="440"/>
                      <a:pt x="2578" y="441"/>
                      <a:pt x="2578" y="443"/>
                    </a:cubicBezTo>
                    <a:lnTo>
                      <a:pt x="2587" y="848"/>
                    </a:lnTo>
                    <a:cubicBezTo>
                      <a:pt x="2587" y="850"/>
                      <a:pt x="2586" y="851"/>
                      <a:pt x="2584" y="851"/>
                    </a:cubicBezTo>
                    <a:cubicBezTo>
                      <a:pt x="2583" y="851"/>
                      <a:pt x="2581" y="850"/>
                      <a:pt x="2581" y="848"/>
                    </a:cubicBezTo>
                    <a:lnTo>
                      <a:pt x="2571" y="445"/>
                    </a:lnTo>
                    <a:lnTo>
                      <a:pt x="147" y="6"/>
                    </a:lnTo>
                    <a:lnTo>
                      <a:pt x="3" y="40"/>
                    </a:lnTo>
                    <a:cubicBezTo>
                      <a:pt x="2" y="41"/>
                      <a:pt x="0" y="40"/>
                      <a:pt x="0" y="38"/>
                    </a:cubicBezTo>
                    <a:cubicBezTo>
                      <a:pt x="0" y="36"/>
                      <a:pt x="0" y="35"/>
                      <a:pt x="3" y="34"/>
                    </a:cubicBezTo>
                    <a:lnTo>
                      <a:pt x="146" y="0"/>
                    </a:lnTo>
                    <a:cubicBezTo>
                      <a:pt x="147" y="0"/>
                      <a:pt x="147" y="0"/>
                      <a:pt x="147" y="0"/>
                    </a:cubicBezTo>
                    <a:lnTo>
                      <a:pt x="2575" y="44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6" name="i$líḋè">
                <a:extLst>
                  <a:ext uri="{FF2B5EF4-FFF2-40B4-BE49-F238E27FC236}">
                    <a16:creationId xmlns:a16="http://schemas.microsoft.com/office/drawing/2014/main" id="{5BC83013-E2FA-4319-91F7-9E348639581B}"/>
                  </a:ext>
                </a:extLst>
              </p:cNvPr>
              <p:cNvSpPr/>
              <p:nvPr/>
            </p:nvSpPr>
            <p:spPr bwMode="auto">
              <a:xfrm>
                <a:off x="2826657" y="3404409"/>
                <a:ext cx="465364" cy="1084281"/>
              </a:xfrm>
              <a:custGeom>
                <a:avLst/>
                <a:gdLst>
                  <a:gd name="T0" fmla="*/ 197 w 238"/>
                  <a:gd name="T1" fmla="*/ 213 h 557"/>
                  <a:gd name="T2" fmla="*/ 218 w 238"/>
                  <a:gd name="T3" fmla="*/ 312 h 557"/>
                  <a:gd name="T4" fmla="*/ 231 w 238"/>
                  <a:gd name="T5" fmla="*/ 375 h 557"/>
                  <a:gd name="T6" fmla="*/ 215 w 238"/>
                  <a:gd name="T7" fmla="*/ 423 h 557"/>
                  <a:gd name="T8" fmla="*/ 167 w 238"/>
                  <a:gd name="T9" fmla="*/ 471 h 557"/>
                  <a:gd name="T10" fmla="*/ 125 w 238"/>
                  <a:gd name="T11" fmla="*/ 508 h 557"/>
                  <a:gd name="T12" fmla="*/ 69 w 238"/>
                  <a:gd name="T13" fmla="*/ 551 h 557"/>
                  <a:gd name="T14" fmla="*/ 8 w 238"/>
                  <a:gd name="T15" fmla="*/ 451 h 557"/>
                  <a:gd name="T16" fmla="*/ 94 w 238"/>
                  <a:gd name="T17" fmla="*/ 383 h 557"/>
                  <a:gd name="T18" fmla="*/ 109 w 238"/>
                  <a:gd name="T19" fmla="*/ 368 h 557"/>
                  <a:gd name="T20" fmla="*/ 103 w 238"/>
                  <a:gd name="T21" fmla="*/ 350 h 557"/>
                  <a:gd name="T22" fmla="*/ 98 w 238"/>
                  <a:gd name="T23" fmla="*/ 291 h 557"/>
                  <a:gd name="T24" fmla="*/ 86 w 238"/>
                  <a:gd name="T25" fmla="*/ 282 h 557"/>
                  <a:gd name="T26" fmla="*/ 70 w 238"/>
                  <a:gd name="T27" fmla="*/ 232 h 557"/>
                  <a:gd name="T28" fmla="*/ 66 w 238"/>
                  <a:gd name="T29" fmla="*/ 90 h 557"/>
                  <a:gd name="T30" fmla="*/ 131 w 238"/>
                  <a:gd name="T31" fmla="*/ 3 h 557"/>
                  <a:gd name="T32" fmla="*/ 179 w 238"/>
                  <a:gd name="T33" fmla="*/ 88 h 557"/>
                  <a:gd name="T34" fmla="*/ 191 w 238"/>
                  <a:gd name="T35" fmla="*/ 145 h 557"/>
                  <a:gd name="T36" fmla="*/ 197 w 238"/>
                  <a:gd name="T37" fmla="*/ 213 h 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8" h="557">
                    <a:moveTo>
                      <a:pt x="197" y="213"/>
                    </a:moveTo>
                    <a:cubicBezTo>
                      <a:pt x="213" y="244"/>
                      <a:pt x="216" y="306"/>
                      <a:pt x="218" y="312"/>
                    </a:cubicBezTo>
                    <a:cubicBezTo>
                      <a:pt x="220" y="318"/>
                      <a:pt x="237" y="349"/>
                      <a:pt x="231" y="375"/>
                    </a:cubicBezTo>
                    <a:cubicBezTo>
                      <a:pt x="225" y="401"/>
                      <a:pt x="218" y="419"/>
                      <a:pt x="215" y="423"/>
                    </a:cubicBezTo>
                    <a:cubicBezTo>
                      <a:pt x="212" y="428"/>
                      <a:pt x="167" y="471"/>
                      <a:pt x="167" y="471"/>
                    </a:cubicBezTo>
                    <a:cubicBezTo>
                      <a:pt x="164" y="484"/>
                      <a:pt x="133" y="496"/>
                      <a:pt x="125" y="508"/>
                    </a:cubicBezTo>
                    <a:cubicBezTo>
                      <a:pt x="109" y="530"/>
                      <a:pt x="69" y="551"/>
                      <a:pt x="69" y="551"/>
                    </a:cubicBezTo>
                    <a:cubicBezTo>
                      <a:pt x="14" y="556"/>
                      <a:pt x="0" y="479"/>
                      <a:pt x="8" y="451"/>
                    </a:cubicBezTo>
                    <a:cubicBezTo>
                      <a:pt x="12" y="432"/>
                      <a:pt x="94" y="383"/>
                      <a:pt x="94" y="383"/>
                    </a:cubicBezTo>
                    <a:lnTo>
                      <a:pt x="109" y="368"/>
                    </a:lnTo>
                    <a:cubicBezTo>
                      <a:pt x="109" y="368"/>
                      <a:pt x="111" y="355"/>
                      <a:pt x="103" y="350"/>
                    </a:cubicBezTo>
                    <a:cubicBezTo>
                      <a:pt x="95" y="346"/>
                      <a:pt x="98" y="291"/>
                      <a:pt x="98" y="291"/>
                    </a:cubicBezTo>
                    <a:lnTo>
                      <a:pt x="86" y="282"/>
                    </a:lnTo>
                    <a:cubicBezTo>
                      <a:pt x="86" y="282"/>
                      <a:pt x="85" y="245"/>
                      <a:pt x="70" y="232"/>
                    </a:cubicBezTo>
                    <a:cubicBezTo>
                      <a:pt x="57" y="217"/>
                      <a:pt x="66" y="119"/>
                      <a:pt x="66" y="90"/>
                    </a:cubicBezTo>
                    <a:cubicBezTo>
                      <a:pt x="66" y="60"/>
                      <a:pt x="104" y="6"/>
                      <a:pt x="131" y="3"/>
                    </a:cubicBezTo>
                    <a:cubicBezTo>
                      <a:pt x="164" y="0"/>
                      <a:pt x="179" y="88"/>
                      <a:pt x="179" y="88"/>
                    </a:cubicBezTo>
                    <a:lnTo>
                      <a:pt x="191" y="145"/>
                    </a:lnTo>
                    <a:cubicBezTo>
                      <a:pt x="207" y="164"/>
                      <a:pt x="197" y="213"/>
                      <a:pt x="197" y="21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7" name="is1íďe">
                <a:extLst>
                  <a:ext uri="{FF2B5EF4-FFF2-40B4-BE49-F238E27FC236}">
                    <a16:creationId xmlns:a16="http://schemas.microsoft.com/office/drawing/2014/main" id="{43798BD4-5704-4793-B46B-37C41DB4A8A6}"/>
                  </a:ext>
                </a:extLst>
              </p:cNvPr>
              <p:cNvSpPr/>
              <p:nvPr/>
            </p:nvSpPr>
            <p:spPr bwMode="auto">
              <a:xfrm>
                <a:off x="2826657" y="3404409"/>
                <a:ext cx="473979" cy="1084281"/>
              </a:xfrm>
              <a:custGeom>
                <a:avLst/>
                <a:gdLst>
                  <a:gd name="T0" fmla="*/ 229 w 241"/>
                  <a:gd name="T1" fmla="*/ 375 h 557"/>
                  <a:gd name="T2" fmla="*/ 219 w 241"/>
                  <a:gd name="T3" fmla="*/ 320 h 557"/>
                  <a:gd name="T4" fmla="*/ 217 w 241"/>
                  <a:gd name="T5" fmla="*/ 313 h 557"/>
                  <a:gd name="T6" fmla="*/ 215 w 241"/>
                  <a:gd name="T7" fmla="*/ 302 h 557"/>
                  <a:gd name="T8" fmla="*/ 195 w 241"/>
                  <a:gd name="T9" fmla="*/ 215 h 557"/>
                  <a:gd name="T10" fmla="*/ 195 w 241"/>
                  <a:gd name="T11" fmla="*/ 212 h 557"/>
                  <a:gd name="T12" fmla="*/ 189 w 241"/>
                  <a:gd name="T13" fmla="*/ 147 h 557"/>
                  <a:gd name="T14" fmla="*/ 189 w 241"/>
                  <a:gd name="T15" fmla="*/ 146 h 557"/>
                  <a:gd name="T16" fmla="*/ 177 w 241"/>
                  <a:gd name="T17" fmla="*/ 89 h 557"/>
                  <a:gd name="T18" fmla="*/ 131 w 241"/>
                  <a:gd name="T19" fmla="*/ 6 h 557"/>
                  <a:gd name="T20" fmla="*/ 69 w 241"/>
                  <a:gd name="T21" fmla="*/ 90 h 557"/>
                  <a:gd name="T22" fmla="*/ 68 w 241"/>
                  <a:gd name="T23" fmla="*/ 120 h 557"/>
                  <a:gd name="T24" fmla="*/ 73 w 241"/>
                  <a:gd name="T25" fmla="*/ 230 h 557"/>
                  <a:gd name="T26" fmla="*/ 90 w 241"/>
                  <a:gd name="T27" fmla="*/ 281 h 557"/>
                  <a:gd name="T28" fmla="*/ 101 w 241"/>
                  <a:gd name="T29" fmla="*/ 289 h 557"/>
                  <a:gd name="T30" fmla="*/ 102 w 241"/>
                  <a:gd name="T31" fmla="*/ 293 h 557"/>
                  <a:gd name="T32" fmla="*/ 105 w 241"/>
                  <a:gd name="T33" fmla="*/ 348 h 557"/>
                  <a:gd name="T34" fmla="*/ 113 w 241"/>
                  <a:gd name="T35" fmla="*/ 370 h 557"/>
                  <a:gd name="T36" fmla="*/ 111 w 241"/>
                  <a:gd name="T37" fmla="*/ 371 h 557"/>
                  <a:gd name="T38" fmla="*/ 96 w 241"/>
                  <a:gd name="T39" fmla="*/ 386 h 557"/>
                  <a:gd name="T40" fmla="*/ 96 w 241"/>
                  <a:gd name="T41" fmla="*/ 386 h 557"/>
                  <a:gd name="T42" fmla="*/ 11 w 241"/>
                  <a:gd name="T43" fmla="*/ 453 h 557"/>
                  <a:gd name="T44" fmla="*/ 28 w 241"/>
                  <a:gd name="T45" fmla="*/ 531 h 557"/>
                  <a:gd name="T46" fmla="*/ 65 w 241"/>
                  <a:gd name="T47" fmla="*/ 550 h 557"/>
                  <a:gd name="T48" fmla="*/ 68 w 241"/>
                  <a:gd name="T49" fmla="*/ 549 h 557"/>
                  <a:gd name="T50" fmla="*/ 123 w 241"/>
                  <a:gd name="T51" fmla="*/ 506 h 557"/>
                  <a:gd name="T52" fmla="*/ 143 w 241"/>
                  <a:gd name="T53" fmla="*/ 490 h 557"/>
                  <a:gd name="T54" fmla="*/ 165 w 241"/>
                  <a:gd name="T55" fmla="*/ 471 h 557"/>
                  <a:gd name="T56" fmla="*/ 166 w 241"/>
                  <a:gd name="T57" fmla="*/ 469 h 557"/>
                  <a:gd name="T58" fmla="*/ 214 w 241"/>
                  <a:gd name="T59" fmla="*/ 422 h 557"/>
                  <a:gd name="T60" fmla="*/ 229 w 241"/>
                  <a:gd name="T61" fmla="*/ 375 h 557"/>
                  <a:gd name="T62" fmla="*/ 222 w 241"/>
                  <a:gd name="T63" fmla="*/ 311 h 557"/>
                  <a:gd name="T64" fmla="*/ 224 w 241"/>
                  <a:gd name="T65" fmla="*/ 318 h 557"/>
                  <a:gd name="T66" fmla="*/ 235 w 241"/>
                  <a:gd name="T67" fmla="*/ 377 h 557"/>
                  <a:gd name="T68" fmla="*/ 219 w 241"/>
                  <a:gd name="T69" fmla="*/ 425 h 557"/>
                  <a:gd name="T70" fmla="*/ 171 w 241"/>
                  <a:gd name="T71" fmla="*/ 473 h 557"/>
                  <a:gd name="T72" fmla="*/ 147 w 241"/>
                  <a:gd name="T73" fmla="*/ 495 h 557"/>
                  <a:gd name="T74" fmla="*/ 127 w 241"/>
                  <a:gd name="T75" fmla="*/ 510 h 557"/>
                  <a:gd name="T76" fmla="*/ 71 w 241"/>
                  <a:gd name="T77" fmla="*/ 555 h 557"/>
                  <a:gd name="T78" fmla="*/ 70 w 241"/>
                  <a:gd name="T79" fmla="*/ 555 h 557"/>
                  <a:gd name="T80" fmla="*/ 65 w 241"/>
                  <a:gd name="T81" fmla="*/ 556 h 557"/>
                  <a:gd name="T82" fmla="*/ 23 w 241"/>
                  <a:gd name="T83" fmla="*/ 534 h 557"/>
                  <a:gd name="T84" fmla="*/ 5 w 241"/>
                  <a:gd name="T85" fmla="*/ 451 h 557"/>
                  <a:gd name="T86" fmla="*/ 93 w 241"/>
                  <a:gd name="T87" fmla="*/ 381 h 557"/>
                  <a:gd name="T88" fmla="*/ 107 w 241"/>
                  <a:gd name="T89" fmla="*/ 367 h 557"/>
                  <a:gd name="T90" fmla="*/ 102 w 241"/>
                  <a:gd name="T91" fmla="*/ 353 h 557"/>
                  <a:gd name="T92" fmla="*/ 96 w 241"/>
                  <a:gd name="T93" fmla="*/ 293 h 557"/>
                  <a:gd name="T94" fmla="*/ 84 w 241"/>
                  <a:gd name="T95" fmla="*/ 285 h 557"/>
                  <a:gd name="T96" fmla="*/ 83 w 241"/>
                  <a:gd name="T97" fmla="*/ 283 h 557"/>
                  <a:gd name="T98" fmla="*/ 69 w 241"/>
                  <a:gd name="T99" fmla="*/ 234 h 557"/>
                  <a:gd name="T100" fmla="*/ 62 w 241"/>
                  <a:gd name="T101" fmla="*/ 120 h 557"/>
                  <a:gd name="T102" fmla="*/ 63 w 241"/>
                  <a:gd name="T103" fmla="*/ 90 h 557"/>
                  <a:gd name="T104" fmla="*/ 131 w 241"/>
                  <a:gd name="T105" fmla="*/ 0 h 557"/>
                  <a:gd name="T106" fmla="*/ 133 w 241"/>
                  <a:gd name="T107" fmla="*/ 0 h 557"/>
                  <a:gd name="T108" fmla="*/ 183 w 241"/>
                  <a:gd name="T109" fmla="*/ 87 h 557"/>
                  <a:gd name="T110" fmla="*/ 194 w 241"/>
                  <a:gd name="T111" fmla="*/ 144 h 557"/>
                  <a:gd name="T112" fmla="*/ 201 w 241"/>
                  <a:gd name="T113" fmla="*/ 213 h 557"/>
                  <a:gd name="T114" fmla="*/ 221 w 241"/>
                  <a:gd name="T115" fmla="*/ 302 h 557"/>
                  <a:gd name="T116" fmla="*/ 222 w 241"/>
                  <a:gd name="T117" fmla="*/ 311 h 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1" h="557">
                    <a:moveTo>
                      <a:pt x="229" y="375"/>
                    </a:moveTo>
                    <a:cubicBezTo>
                      <a:pt x="233" y="355"/>
                      <a:pt x="223" y="331"/>
                      <a:pt x="219" y="320"/>
                    </a:cubicBezTo>
                    <a:cubicBezTo>
                      <a:pt x="217" y="317"/>
                      <a:pt x="217" y="314"/>
                      <a:pt x="217" y="313"/>
                    </a:cubicBezTo>
                    <a:cubicBezTo>
                      <a:pt x="216" y="311"/>
                      <a:pt x="216" y="308"/>
                      <a:pt x="215" y="302"/>
                    </a:cubicBezTo>
                    <a:cubicBezTo>
                      <a:pt x="213" y="283"/>
                      <a:pt x="208" y="239"/>
                      <a:pt x="195" y="215"/>
                    </a:cubicBezTo>
                    <a:cubicBezTo>
                      <a:pt x="195" y="214"/>
                      <a:pt x="195" y="213"/>
                      <a:pt x="195" y="212"/>
                    </a:cubicBezTo>
                    <a:cubicBezTo>
                      <a:pt x="195" y="212"/>
                      <a:pt x="204" y="165"/>
                      <a:pt x="189" y="147"/>
                    </a:cubicBezTo>
                    <a:lnTo>
                      <a:pt x="189" y="146"/>
                    </a:lnTo>
                    <a:lnTo>
                      <a:pt x="177" y="89"/>
                    </a:lnTo>
                    <a:cubicBezTo>
                      <a:pt x="173" y="65"/>
                      <a:pt x="157" y="3"/>
                      <a:pt x="131" y="6"/>
                    </a:cubicBezTo>
                    <a:cubicBezTo>
                      <a:pt x="106" y="9"/>
                      <a:pt x="69" y="62"/>
                      <a:pt x="69" y="90"/>
                    </a:cubicBezTo>
                    <a:cubicBezTo>
                      <a:pt x="69" y="96"/>
                      <a:pt x="69" y="108"/>
                      <a:pt x="68" y="120"/>
                    </a:cubicBezTo>
                    <a:cubicBezTo>
                      <a:pt x="67" y="158"/>
                      <a:pt x="64" y="220"/>
                      <a:pt x="73" y="230"/>
                    </a:cubicBezTo>
                    <a:cubicBezTo>
                      <a:pt x="86" y="243"/>
                      <a:pt x="89" y="274"/>
                      <a:pt x="90" y="281"/>
                    </a:cubicBezTo>
                    <a:lnTo>
                      <a:pt x="101" y="289"/>
                    </a:lnTo>
                    <a:cubicBezTo>
                      <a:pt x="102" y="290"/>
                      <a:pt x="102" y="291"/>
                      <a:pt x="102" y="293"/>
                    </a:cubicBezTo>
                    <a:cubicBezTo>
                      <a:pt x="100" y="317"/>
                      <a:pt x="102" y="345"/>
                      <a:pt x="105" y="348"/>
                    </a:cubicBezTo>
                    <a:cubicBezTo>
                      <a:pt x="114" y="354"/>
                      <a:pt x="113" y="369"/>
                      <a:pt x="113" y="370"/>
                    </a:cubicBezTo>
                    <a:cubicBezTo>
                      <a:pt x="112" y="370"/>
                      <a:pt x="112" y="371"/>
                      <a:pt x="111" y="371"/>
                    </a:cubicBezTo>
                    <a:lnTo>
                      <a:pt x="96" y="386"/>
                    </a:lnTo>
                    <a:lnTo>
                      <a:pt x="96" y="386"/>
                    </a:lnTo>
                    <a:cubicBezTo>
                      <a:pt x="74" y="399"/>
                      <a:pt x="15" y="438"/>
                      <a:pt x="11" y="453"/>
                    </a:cubicBezTo>
                    <a:cubicBezTo>
                      <a:pt x="6" y="469"/>
                      <a:pt x="10" y="507"/>
                      <a:pt x="28" y="531"/>
                    </a:cubicBezTo>
                    <a:cubicBezTo>
                      <a:pt x="37" y="543"/>
                      <a:pt x="50" y="550"/>
                      <a:pt x="65" y="550"/>
                    </a:cubicBezTo>
                    <a:cubicBezTo>
                      <a:pt x="66" y="550"/>
                      <a:pt x="68" y="550"/>
                      <a:pt x="68" y="549"/>
                    </a:cubicBezTo>
                    <a:cubicBezTo>
                      <a:pt x="74" y="547"/>
                      <a:pt x="108" y="527"/>
                      <a:pt x="123" y="506"/>
                    </a:cubicBezTo>
                    <a:cubicBezTo>
                      <a:pt x="127" y="501"/>
                      <a:pt x="135" y="496"/>
                      <a:pt x="143" y="490"/>
                    </a:cubicBezTo>
                    <a:cubicBezTo>
                      <a:pt x="153" y="484"/>
                      <a:pt x="164" y="477"/>
                      <a:pt x="165" y="471"/>
                    </a:cubicBezTo>
                    <a:cubicBezTo>
                      <a:pt x="165" y="471"/>
                      <a:pt x="166" y="470"/>
                      <a:pt x="166" y="469"/>
                    </a:cubicBezTo>
                    <a:cubicBezTo>
                      <a:pt x="183" y="453"/>
                      <a:pt x="211" y="425"/>
                      <a:pt x="214" y="422"/>
                    </a:cubicBezTo>
                    <a:cubicBezTo>
                      <a:pt x="217" y="418"/>
                      <a:pt x="223" y="401"/>
                      <a:pt x="229" y="375"/>
                    </a:cubicBezTo>
                    <a:close/>
                    <a:moveTo>
                      <a:pt x="222" y="311"/>
                    </a:moveTo>
                    <a:cubicBezTo>
                      <a:pt x="223" y="312"/>
                      <a:pt x="223" y="314"/>
                      <a:pt x="224" y="318"/>
                    </a:cubicBezTo>
                    <a:cubicBezTo>
                      <a:pt x="229" y="329"/>
                      <a:pt x="240" y="354"/>
                      <a:pt x="235" y="377"/>
                    </a:cubicBezTo>
                    <a:cubicBezTo>
                      <a:pt x="229" y="401"/>
                      <a:pt x="223" y="420"/>
                      <a:pt x="219" y="425"/>
                    </a:cubicBezTo>
                    <a:cubicBezTo>
                      <a:pt x="216" y="430"/>
                      <a:pt x="178" y="467"/>
                      <a:pt x="171" y="473"/>
                    </a:cubicBezTo>
                    <a:cubicBezTo>
                      <a:pt x="168" y="481"/>
                      <a:pt x="158" y="488"/>
                      <a:pt x="147" y="495"/>
                    </a:cubicBezTo>
                    <a:cubicBezTo>
                      <a:pt x="139" y="500"/>
                      <a:pt x="131" y="506"/>
                      <a:pt x="127" y="510"/>
                    </a:cubicBezTo>
                    <a:cubicBezTo>
                      <a:pt x="111" y="533"/>
                      <a:pt x="73" y="554"/>
                      <a:pt x="71" y="555"/>
                    </a:cubicBezTo>
                    <a:lnTo>
                      <a:pt x="70" y="555"/>
                    </a:lnTo>
                    <a:cubicBezTo>
                      <a:pt x="68" y="556"/>
                      <a:pt x="66" y="556"/>
                      <a:pt x="65" y="556"/>
                    </a:cubicBezTo>
                    <a:cubicBezTo>
                      <a:pt x="48" y="556"/>
                      <a:pt x="34" y="548"/>
                      <a:pt x="23" y="534"/>
                    </a:cubicBezTo>
                    <a:cubicBezTo>
                      <a:pt x="4" y="509"/>
                      <a:pt x="0" y="469"/>
                      <a:pt x="5" y="451"/>
                    </a:cubicBezTo>
                    <a:cubicBezTo>
                      <a:pt x="10" y="431"/>
                      <a:pt x="83" y="386"/>
                      <a:pt x="93" y="381"/>
                    </a:cubicBezTo>
                    <a:lnTo>
                      <a:pt x="107" y="367"/>
                    </a:lnTo>
                    <a:cubicBezTo>
                      <a:pt x="107" y="364"/>
                      <a:pt x="106" y="356"/>
                      <a:pt x="102" y="353"/>
                    </a:cubicBezTo>
                    <a:cubicBezTo>
                      <a:pt x="93" y="349"/>
                      <a:pt x="95" y="311"/>
                      <a:pt x="96" y="293"/>
                    </a:cubicBezTo>
                    <a:lnTo>
                      <a:pt x="84" y="285"/>
                    </a:lnTo>
                    <a:cubicBezTo>
                      <a:pt x="83" y="285"/>
                      <a:pt x="83" y="283"/>
                      <a:pt x="83" y="283"/>
                    </a:cubicBezTo>
                    <a:cubicBezTo>
                      <a:pt x="83" y="283"/>
                      <a:pt x="82" y="247"/>
                      <a:pt x="69" y="234"/>
                    </a:cubicBezTo>
                    <a:cubicBezTo>
                      <a:pt x="58" y="223"/>
                      <a:pt x="59" y="176"/>
                      <a:pt x="62" y="120"/>
                    </a:cubicBezTo>
                    <a:cubicBezTo>
                      <a:pt x="63" y="107"/>
                      <a:pt x="63" y="96"/>
                      <a:pt x="63" y="90"/>
                    </a:cubicBezTo>
                    <a:cubicBezTo>
                      <a:pt x="63" y="59"/>
                      <a:pt x="102" y="3"/>
                      <a:pt x="131" y="0"/>
                    </a:cubicBezTo>
                    <a:cubicBezTo>
                      <a:pt x="132" y="0"/>
                      <a:pt x="133" y="0"/>
                      <a:pt x="133" y="0"/>
                    </a:cubicBezTo>
                    <a:cubicBezTo>
                      <a:pt x="168" y="0"/>
                      <a:pt x="183" y="84"/>
                      <a:pt x="183" y="87"/>
                    </a:cubicBezTo>
                    <a:lnTo>
                      <a:pt x="194" y="144"/>
                    </a:lnTo>
                    <a:cubicBezTo>
                      <a:pt x="210" y="162"/>
                      <a:pt x="202" y="205"/>
                      <a:pt x="201" y="213"/>
                    </a:cubicBezTo>
                    <a:cubicBezTo>
                      <a:pt x="214" y="238"/>
                      <a:pt x="219" y="281"/>
                      <a:pt x="221" y="302"/>
                    </a:cubicBezTo>
                    <a:cubicBezTo>
                      <a:pt x="222" y="306"/>
                      <a:pt x="222" y="311"/>
                      <a:pt x="222" y="31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8" name="ïṩḷídé">
                <a:extLst>
                  <a:ext uri="{FF2B5EF4-FFF2-40B4-BE49-F238E27FC236}">
                    <a16:creationId xmlns:a16="http://schemas.microsoft.com/office/drawing/2014/main" id="{123EFF95-C90A-41F9-9A38-A685EFD0CFD1}"/>
                  </a:ext>
                </a:extLst>
              </p:cNvPr>
              <p:cNvSpPr/>
              <p:nvPr/>
            </p:nvSpPr>
            <p:spPr bwMode="auto">
              <a:xfrm>
                <a:off x="2843893" y="4239136"/>
                <a:ext cx="163737" cy="232343"/>
              </a:xfrm>
              <a:custGeom>
                <a:avLst/>
                <a:gdLst>
                  <a:gd name="T0" fmla="*/ 39 w 84"/>
                  <a:gd name="T1" fmla="*/ 0 h 121"/>
                  <a:gd name="T2" fmla="*/ 81 w 84"/>
                  <a:gd name="T3" fmla="*/ 53 h 121"/>
                  <a:gd name="T4" fmla="*/ 55 w 84"/>
                  <a:gd name="T5" fmla="*/ 120 h 121"/>
                  <a:gd name="T6" fmla="*/ 8 w 84"/>
                  <a:gd name="T7" fmla="*/ 24 h 121"/>
                  <a:gd name="T8" fmla="*/ 39 w 84"/>
                  <a:gd name="T9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121">
                    <a:moveTo>
                      <a:pt x="39" y="0"/>
                    </a:moveTo>
                    <a:cubicBezTo>
                      <a:pt x="55" y="0"/>
                      <a:pt x="83" y="39"/>
                      <a:pt x="81" y="53"/>
                    </a:cubicBezTo>
                    <a:cubicBezTo>
                      <a:pt x="79" y="67"/>
                      <a:pt x="61" y="120"/>
                      <a:pt x="55" y="120"/>
                    </a:cubicBezTo>
                    <a:cubicBezTo>
                      <a:pt x="49" y="120"/>
                      <a:pt x="0" y="109"/>
                      <a:pt x="8" y="24"/>
                    </a:cubicBezTo>
                    <a:cubicBezTo>
                      <a:pt x="8" y="24"/>
                      <a:pt x="23" y="0"/>
                      <a:pt x="39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9" name="íŝļídè">
                <a:extLst>
                  <a:ext uri="{FF2B5EF4-FFF2-40B4-BE49-F238E27FC236}">
                    <a16:creationId xmlns:a16="http://schemas.microsoft.com/office/drawing/2014/main" id="{197FEF73-B31E-4CEA-A50C-85516123EA51}"/>
                  </a:ext>
                </a:extLst>
              </p:cNvPr>
              <p:cNvSpPr/>
              <p:nvPr/>
            </p:nvSpPr>
            <p:spPr bwMode="auto">
              <a:xfrm>
                <a:off x="2843893" y="4230528"/>
                <a:ext cx="172357" cy="249559"/>
              </a:xfrm>
              <a:custGeom>
                <a:avLst/>
                <a:gdLst>
                  <a:gd name="T0" fmla="*/ 79 w 87"/>
                  <a:gd name="T1" fmla="*/ 56 h 127"/>
                  <a:gd name="T2" fmla="*/ 61 w 87"/>
                  <a:gd name="T3" fmla="*/ 22 h 127"/>
                  <a:gd name="T4" fmla="*/ 39 w 87"/>
                  <a:gd name="T5" fmla="*/ 6 h 127"/>
                  <a:gd name="T6" fmla="*/ 10 w 87"/>
                  <a:gd name="T7" fmla="*/ 28 h 127"/>
                  <a:gd name="T8" fmla="*/ 29 w 87"/>
                  <a:gd name="T9" fmla="*/ 105 h 127"/>
                  <a:gd name="T10" fmla="*/ 54 w 87"/>
                  <a:gd name="T11" fmla="*/ 119 h 127"/>
                  <a:gd name="T12" fmla="*/ 79 w 87"/>
                  <a:gd name="T13" fmla="*/ 56 h 127"/>
                  <a:gd name="T14" fmla="*/ 39 w 87"/>
                  <a:gd name="T15" fmla="*/ 0 h 127"/>
                  <a:gd name="T16" fmla="*/ 67 w 87"/>
                  <a:gd name="T17" fmla="*/ 18 h 127"/>
                  <a:gd name="T18" fmla="*/ 85 w 87"/>
                  <a:gd name="T19" fmla="*/ 57 h 127"/>
                  <a:gd name="T20" fmla="*/ 55 w 87"/>
                  <a:gd name="T21" fmla="*/ 126 h 127"/>
                  <a:gd name="T22" fmla="*/ 24 w 87"/>
                  <a:gd name="T23" fmla="*/ 109 h 127"/>
                  <a:gd name="T24" fmla="*/ 4 w 87"/>
                  <a:gd name="T25" fmla="*/ 27 h 127"/>
                  <a:gd name="T26" fmla="*/ 5 w 87"/>
                  <a:gd name="T27" fmla="*/ 25 h 127"/>
                  <a:gd name="T28" fmla="*/ 39 w 87"/>
                  <a:gd name="T29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127">
                    <a:moveTo>
                      <a:pt x="79" y="56"/>
                    </a:moveTo>
                    <a:cubicBezTo>
                      <a:pt x="80" y="49"/>
                      <a:pt x="72" y="34"/>
                      <a:pt x="61" y="22"/>
                    </a:cubicBezTo>
                    <a:cubicBezTo>
                      <a:pt x="53" y="12"/>
                      <a:pt x="45" y="6"/>
                      <a:pt x="39" y="6"/>
                    </a:cubicBezTo>
                    <a:cubicBezTo>
                      <a:pt x="28" y="6"/>
                      <a:pt x="15" y="22"/>
                      <a:pt x="10" y="28"/>
                    </a:cubicBezTo>
                    <a:cubicBezTo>
                      <a:pt x="7" y="62"/>
                      <a:pt x="14" y="89"/>
                      <a:pt x="29" y="105"/>
                    </a:cubicBezTo>
                    <a:cubicBezTo>
                      <a:pt x="39" y="116"/>
                      <a:pt x="51" y="119"/>
                      <a:pt x="54" y="119"/>
                    </a:cubicBezTo>
                    <a:cubicBezTo>
                      <a:pt x="60" y="116"/>
                      <a:pt x="77" y="72"/>
                      <a:pt x="79" y="56"/>
                    </a:cubicBezTo>
                    <a:close/>
                    <a:moveTo>
                      <a:pt x="39" y="0"/>
                    </a:moveTo>
                    <a:cubicBezTo>
                      <a:pt x="50" y="0"/>
                      <a:pt x="60" y="11"/>
                      <a:pt x="67" y="18"/>
                    </a:cubicBezTo>
                    <a:cubicBezTo>
                      <a:pt x="76" y="29"/>
                      <a:pt x="86" y="47"/>
                      <a:pt x="85" y="57"/>
                    </a:cubicBezTo>
                    <a:cubicBezTo>
                      <a:pt x="83" y="66"/>
                      <a:pt x="65" y="126"/>
                      <a:pt x="55" y="126"/>
                    </a:cubicBezTo>
                    <a:cubicBezTo>
                      <a:pt x="51" y="126"/>
                      <a:pt x="37" y="123"/>
                      <a:pt x="24" y="109"/>
                    </a:cubicBezTo>
                    <a:cubicBezTo>
                      <a:pt x="12" y="96"/>
                      <a:pt x="0" y="73"/>
                      <a:pt x="4" y="27"/>
                    </a:cubicBezTo>
                    <a:cubicBezTo>
                      <a:pt x="4" y="26"/>
                      <a:pt x="4" y="26"/>
                      <a:pt x="5" y="25"/>
                    </a:cubicBezTo>
                    <a:cubicBezTo>
                      <a:pt x="5" y="25"/>
                      <a:pt x="22" y="0"/>
                      <a:pt x="39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0" name="ïŝļiḋe">
                <a:extLst>
                  <a:ext uri="{FF2B5EF4-FFF2-40B4-BE49-F238E27FC236}">
                    <a16:creationId xmlns:a16="http://schemas.microsoft.com/office/drawing/2014/main" id="{A7E62A8F-30AF-4FCD-B7DB-D0AC354E5DA6}"/>
                  </a:ext>
                </a:extLst>
              </p:cNvPr>
              <p:cNvSpPr/>
              <p:nvPr/>
            </p:nvSpPr>
            <p:spPr bwMode="auto">
              <a:xfrm>
                <a:off x="2731858" y="4247739"/>
                <a:ext cx="361950" cy="266770"/>
              </a:xfrm>
              <a:custGeom>
                <a:avLst/>
                <a:gdLst>
                  <a:gd name="T0" fmla="*/ 168 w 184"/>
                  <a:gd name="T1" fmla="*/ 31 h 137"/>
                  <a:gd name="T2" fmla="*/ 181 w 184"/>
                  <a:gd name="T3" fmla="*/ 52 h 137"/>
                  <a:gd name="T4" fmla="*/ 142 w 184"/>
                  <a:gd name="T5" fmla="*/ 46 h 137"/>
                  <a:gd name="T6" fmla="*/ 127 w 184"/>
                  <a:gd name="T7" fmla="*/ 93 h 137"/>
                  <a:gd name="T8" fmla="*/ 120 w 184"/>
                  <a:gd name="T9" fmla="*/ 119 h 137"/>
                  <a:gd name="T10" fmla="*/ 92 w 184"/>
                  <a:gd name="T11" fmla="*/ 125 h 137"/>
                  <a:gd name="T12" fmla="*/ 82 w 184"/>
                  <a:gd name="T13" fmla="*/ 135 h 137"/>
                  <a:gd name="T14" fmla="*/ 32 w 184"/>
                  <a:gd name="T15" fmla="*/ 130 h 137"/>
                  <a:gd name="T16" fmla="*/ 28 w 184"/>
                  <a:gd name="T17" fmla="*/ 118 h 137"/>
                  <a:gd name="T18" fmla="*/ 8 w 184"/>
                  <a:gd name="T19" fmla="*/ 104 h 137"/>
                  <a:gd name="T20" fmla="*/ 4 w 184"/>
                  <a:gd name="T21" fmla="*/ 80 h 137"/>
                  <a:gd name="T22" fmla="*/ 34 w 184"/>
                  <a:gd name="T23" fmla="*/ 92 h 137"/>
                  <a:gd name="T24" fmla="*/ 53 w 184"/>
                  <a:gd name="T25" fmla="*/ 32 h 137"/>
                  <a:gd name="T26" fmla="*/ 90 w 184"/>
                  <a:gd name="T27" fmla="*/ 1 h 137"/>
                  <a:gd name="T28" fmla="*/ 130 w 184"/>
                  <a:gd name="T29" fmla="*/ 5 h 137"/>
                  <a:gd name="T30" fmla="*/ 168 w 184"/>
                  <a:gd name="T31" fmla="*/ 3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4" h="137">
                    <a:moveTo>
                      <a:pt x="168" y="31"/>
                    </a:moveTo>
                    <a:cubicBezTo>
                      <a:pt x="175" y="35"/>
                      <a:pt x="183" y="44"/>
                      <a:pt x="181" y="52"/>
                    </a:cubicBezTo>
                    <a:cubicBezTo>
                      <a:pt x="179" y="58"/>
                      <a:pt x="167" y="59"/>
                      <a:pt x="142" y="46"/>
                    </a:cubicBezTo>
                    <a:lnTo>
                      <a:pt x="127" y="93"/>
                    </a:lnTo>
                    <a:cubicBezTo>
                      <a:pt x="127" y="93"/>
                      <a:pt x="123" y="117"/>
                      <a:pt x="120" y="119"/>
                    </a:cubicBezTo>
                    <a:cubicBezTo>
                      <a:pt x="117" y="120"/>
                      <a:pt x="98" y="128"/>
                      <a:pt x="92" y="125"/>
                    </a:cubicBezTo>
                    <a:cubicBezTo>
                      <a:pt x="92" y="125"/>
                      <a:pt x="85" y="134"/>
                      <a:pt x="82" y="135"/>
                    </a:cubicBezTo>
                    <a:cubicBezTo>
                      <a:pt x="79" y="136"/>
                      <a:pt x="41" y="135"/>
                      <a:pt x="32" y="130"/>
                    </a:cubicBezTo>
                    <a:cubicBezTo>
                      <a:pt x="32" y="130"/>
                      <a:pt x="28" y="123"/>
                      <a:pt x="28" y="118"/>
                    </a:cubicBezTo>
                    <a:cubicBezTo>
                      <a:pt x="28" y="118"/>
                      <a:pt x="15" y="114"/>
                      <a:pt x="8" y="104"/>
                    </a:cubicBezTo>
                    <a:cubicBezTo>
                      <a:pt x="0" y="95"/>
                      <a:pt x="0" y="85"/>
                      <a:pt x="4" y="80"/>
                    </a:cubicBezTo>
                    <a:cubicBezTo>
                      <a:pt x="9" y="77"/>
                      <a:pt x="24" y="79"/>
                      <a:pt x="34" y="92"/>
                    </a:cubicBezTo>
                    <a:cubicBezTo>
                      <a:pt x="34" y="92"/>
                      <a:pt x="39" y="43"/>
                      <a:pt x="53" y="32"/>
                    </a:cubicBezTo>
                    <a:cubicBezTo>
                      <a:pt x="67" y="21"/>
                      <a:pt x="68" y="0"/>
                      <a:pt x="90" y="1"/>
                    </a:cubicBezTo>
                    <a:cubicBezTo>
                      <a:pt x="90" y="1"/>
                      <a:pt x="116" y="2"/>
                      <a:pt x="130" y="5"/>
                    </a:cubicBezTo>
                    <a:cubicBezTo>
                      <a:pt x="145" y="8"/>
                      <a:pt x="160" y="25"/>
                      <a:pt x="168" y="3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1" name="ísľíďé">
                <a:extLst>
                  <a:ext uri="{FF2B5EF4-FFF2-40B4-BE49-F238E27FC236}">
                    <a16:creationId xmlns:a16="http://schemas.microsoft.com/office/drawing/2014/main" id="{8F9CB785-EB2E-4526-80B1-DF165FA141F7}"/>
                  </a:ext>
                </a:extLst>
              </p:cNvPr>
              <p:cNvSpPr/>
              <p:nvPr/>
            </p:nvSpPr>
            <p:spPr bwMode="auto">
              <a:xfrm>
                <a:off x="2723243" y="4239136"/>
                <a:ext cx="379186" cy="283976"/>
              </a:xfrm>
              <a:custGeom>
                <a:avLst/>
                <a:gdLst>
                  <a:gd name="T0" fmla="*/ 183 w 194"/>
                  <a:gd name="T1" fmla="*/ 55 h 144"/>
                  <a:gd name="T2" fmla="*/ 171 w 194"/>
                  <a:gd name="T3" fmla="*/ 37 h 144"/>
                  <a:gd name="T4" fmla="*/ 163 w 194"/>
                  <a:gd name="T5" fmla="*/ 31 h 144"/>
                  <a:gd name="T6" fmla="*/ 134 w 194"/>
                  <a:gd name="T7" fmla="*/ 12 h 144"/>
                  <a:gd name="T8" fmla="*/ 94 w 194"/>
                  <a:gd name="T9" fmla="*/ 7 h 144"/>
                  <a:gd name="T10" fmla="*/ 93 w 194"/>
                  <a:gd name="T11" fmla="*/ 7 h 144"/>
                  <a:gd name="T12" fmla="*/ 71 w 194"/>
                  <a:gd name="T13" fmla="*/ 24 h 144"/>
                  <a:gd name="T14" fmla="*/ 59 w 194"/>
                  <a:gd name="T15" fmla="*/ 39 h 144"/>
                  <a:gd name="T16" fmla="*/ 41 w 194"/>
                  <a:gd name="T17" fmla="*/ 97 h 144"/>
                  <a:gd name="T18" fmla="*/ 39 w 194"/>
                  <a:gd name="T19" fmla="*/ 100 h 144"/>
                  <a:gd name="T20" fmla="*/ 35 w 194"/>
                  <a:gd name="T21" fmla="*/ 99 h 144"/>
                  <a:gd name="T22" fmla="*/ 14 w 194"/>
                  <a:gd name="T23" fmla="*/ 87 h 144"/>
                  <a:gd name="T24" fmla="*/ 10 w 194"/>
                  <a:gd name="T25" fmla="*/ 88 h 144"/>
                  <a:gd name="T26" fmla="*/ 14 w 194"/>
                  <a:gd name="T27" fmla="*/ 108 h 144"/>
                  <a:gd name="T28" fmla="*/ 33 w 194"/>
                  <a:gd name="T29" fmla="*/ 120 h 144"/>
                  <a:gd name="T30" fmla="*/ 35 w 194"/>
                  <a:gd name="T31" fmla="*/ 123 h 144"/>
                  <a:gd name="T32" fmla="*/ 38 w 194"/>
                  <a:gd name="T33" fmla="*/ 133 h 144"/>
                  <a:gd name="T34" fmla="*/ 78 w 194"/>
                  <a:gd name="T35" fmla="*/ 137 h 144"/>
                  <a:gd name="T36" fmla="*/ 85 w 194"/>
                  <a:gd name="T37" fmla="*/ 137 h 144"/>
                  <a:gd name="T38" fmla="*/ 94 w 194"/>
                  <a:gd name="T39" fmla="*/ 129 h 144"/>
                  <a:gd name="T40" fmla="*/ 98 w 194"/>
                  <a:gd name="T41" fmla="*/ 128 h 144"/>
                  <a:gd name="T42" fmla="*/ 101 w 194"/>
                  <a:gd name="T43" fmla="*/ 128 h 144"/>
                  <a:gd name="T44" fmla="*/ 123 w 194"/>
                  <a:gd name="T45" fmla="*/ 122 h 144"/>
                  <a:gd name="T46" fmla="*/ 129 w 194"/>
                  <a:gd name="T47" fmla="*/ 98 h 144"/>
                  <a:gd name="T48" fmla="*/ 129 w 194"/>
                  <a:gd name="T49" fmla="*/ 97 h 144"/>
                  <a:gd name="T50" fmla="*/ 143 w 194"/>
                  <a:gd name="T51" fmla="*/ 50 h 144"/>
                  <a:gd name="T52" fmla="*/ 145 w 194"/>
                  <a:gd name="T53" fmla="*/ 49 h 144"/>
                  <a:gd name="T54" fmla="*/ 148 w 194"/>
                  <a:gd name="T55" fmla="*/ 49 h 144"/>
                  <a:gd name="T56" fmla="*/ 177 w 194"/>
                  <a:gd name="T57" fmla="*/ 58 h 144"/>
                  <a:gd name="T58" fmla="*/ 183 w 194"/>
                  <a:gd name="T59" fmla="*/ 55 h 144"/>
                  <a:gd name="T60" fmla="*/ 175 w 194"/>
                  <a:gd name="T61" fmla="*/ 32 h 144"/>
                  <a:gd name="T62" fmla="*/ 189 w 194"/>
                  <a:gd name="T63" fmla="*/ 58 h 144"/>
                  <a:gd name="T64" fmla="*/ 177 w 194"/>
                  <a:gd name="T65" fmla="*/ 64 h 144"/>
                  <a:gd name="T66" fmla="*/ 148 w 194"/>
                  <a:gd name="T67" fmla="*/ 55 h 144"/>
                  <a:gd name="T68" fmla="*/ 135 w 194"/>
                  <a:gd name="T69" fmla="*/ 99 h 144"/>
                  <a:gd name="T70" fmla="*/ 126 w 194"/>
                  <a:gd name="T71" fmla="*/ 127 h 144"/>
                  <a:gd name="T72" fmla="*/ 97 w 194"/>
                  <a:gd name="T73" fmla="*/ 134 h 144"/>
                  <a:gd name="T74" fmla="*/ 87 w 194"/>
                  <a:gd name="T75" fmla="*/ 143 h 144"/>
                  <a:gd name="T76" fmla="*/ 79 w 194"/>
                  <a:gd name="T77" fmla="*/ 143 h 144"/>
                  <a:gd name="T78" fmla="*/ 34 w 194"/>
                  <a:gd name="T79" fmla="*/ 139 h 144"/>
                  <a:gd name="T80" fmla="*/ 33 w 194"/>
                  <a:gd name="T81" fmla="*/ 137 h 144"/>
                  <a:gd name="T82" fmla="*/ 29 w 194"/>
                  <a:gd name="T83" fmla="*/ 126 h 144"/>
                  <a:gd name="T84" fmla="*/ 9 w 194"/>
                  <a:gd name="T85" fmla="*/ 112 h 144"/>
                  <a:gd name="T86" fmla="*/ 5 w 194"/>
                  <a:gd name="T87" fmla="*/ 83 h 144"/>
                  <a:gd name="T88" fmla="*/ 14 w 194"/>
                  <a:gd name="T89" fmla="*/ 81 h 144"/>
                  <a:gd name="T90" fmla="*/ 36 w 194"/>
                  <a:gd name="T91" fmla="*/ 90 h 144"/>
                  <a:gd name="T92" fmla="*/ 55 w 194"/>
                  <a:gd name="T93" fmla="*/ 34 h 144"/>
                  <a:gd name="T94" fmla="*/ 65 w 194"/>
                  <a:gd name="T95" fmla="*/ 21 h 144"/>
                  <a:gd name="T96" fmla="*/ 94 w 194"/>
                  <a:gd name="T97" fmla="*/ 1 h 144"/>
                  <a:gd name="T98" fmla="*/ 136 w 194"/>
                  <a:gd name="T99" fmla="*/ 6 h 144"/>
                  <a:gd name="T100" fmla="*/ 168 w 194"/>
                  <a:gd name="T101" fmla="*/ 26 h 144"/>
                  <a:gd name="T102" fmla="*/ 175 w 194"/>
                  <a:gd name="T103" fmla="*/ 3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94" h="144">
                    <a:moveTo>
                      <a:pt x="183" y="55"/>
                    </a:moveTo>
                    <a:cubicBezTo>
                      <a:pt x="184" y="49"/>
                      <a:pt x="178" y="42"/>
                      <a:pt x="171" y="37"/>
                    </a:cubicBezTo>
                    <a:cubicBezTo>
                      <a:pt x="169" y="36"/>
                      <a:pt x="166" y="33"/>
                      <a:pt x="163" y="31"/>
                    </a:cubicBezTo>
                    <a:cubicBezTo>
                      <a:pt x="155" y="23"/>
                      <a:pt x="144" y="13"/>
                      <a:pt x="134" y="12"/>
                    </a:cubicBezTo>
                    <a:cubicBezTo>
                      <a:pt x="120" y="9"/>
                      <a:pt x="94" y="7"/>
                      <a:pt x="94" y="7"/>
                    </a:cubicBezTo>
                    <a:lnTo>
                      <a:pt x="93" y="7"/>
                    </a:lnTo>
                    <a:cubicBezTo>
                      <a:pt x="81" y="7"/>
                      <a:pt x="76" y="15"/>
                      <a:pt x="71" y="24"/>
                    </a:cubicBezTo>
                    <a:cubicBezTo>
                      <a:pt x="68" y="29"/>
                      <a:pt x="64" y="35"/>
                      <a:pt x="59" y="39"/>
                    </a:cubicBezTo>
                    <a:cubicBezTo>
                      <a:pt x="49" y="48"/>
                      <a:pt x="43" y="84"/>
                      <a:pt x="41" y="97"/>
                    </a:cubicBezTo>
                    <a:cubicBezTo>
                      <a:pt x="41" y="98"/>
                      <a:pt x="40" y="100"/>
                      <a:pt x="39" y="100"/>
                    </a:cubicBezTo>
                    <a:cubicBezTo>
                      <a:pt x="37" y="101"/>
                      <a:pt x="36" y="100"/>
                      <a:pt x="35" y="99"/>
                    </a:cubicBezTo>
                    <a:cubicBezTo>
                      <a:pt x="29" y="91"/>
                      <a:pt x="20" y="87"/>
                      <a:pt x="14" y="87"/>
                    </a:cubicBezTo>
                    <a:cubicBezTo>
                      <a:pt x="11" y="87"/>
                      <a:pt x="11" y="88"/>
                      <a:pt x="10" y="88"/>
                    </a:cubicBezTo>
                    <a:cubicBezTo>
                      <a:pt x="7" y="91"/>
                      <a:pt x="7" y="100"/>
                      <a:pt x="14" y="108"/>
                    </a:cubicBezTo>
                    <a:cubicBezTo>
                      <a:pt x="20" y="117"/>
                      <a:pt x="33" y="120"/>
                      <a:pt x="33" y="120"/>
                    </a:cubicBezTo>
                    <a:cubicBezTo>
                      <a:pt x="34" y="121"/>
                      <a:pt x="35" y="122"/>
                      <a:pt x="35" y="123"/>
                    </a:cubicBezTo>
                    <a:cubicBezTo>
                      <a:pt x="35" y="127"/>
                      <a:pt x="37" y="131"/>
                      <a:pt x="38" y="133"/>
                    </a:cubicBezTo>
                    <a:cubicBezTo>
                      <a:pt x="45" y="136"/>
                      <a:pt x="66" y="137"/>
                      <a:pt x="78" y="137"/>
                    </a:cubicBezTo>
                    <a:cubicBezTo>
                      <a:pt x="84" y="137"/>
                      <a:pt x="85" y="137"/>
                      <a:pt x="85" y="137"/>
                    </a:cubicBezTo>
                    <a:cubicBezTo>
                      <a:pt x="86" y="136"/>
                      <a:pt x="91" y="133"/>
                      <a:pt x="94" y="129"/>
                    </a:cubicBezTo>
                    <a:cubicBezTo>
                      <a:pt x="95" y="127"/>
                      <a:pt x="97" y="127"/>
                      <a:pt x="98" y="128"/>
                    </a:cubicBezTo>
                    <a:cubicBezTo>
                      <a:pt x="98" y="128"/>
                      <a:pt x="99" y="128"/>
                      <a:pt x="101" y="128"/>
                    </a:cubicBezTo>
                    <a:cubicBezTo>
                      <a:pt x="106" y="128"/>
                      <a:pt x="116" y="125"/>
                      <a:pt x="123" y="122"/>
                    </a:cubicBezTo>
                    <a:cubicBezTo>
                      <a:pt x="125" y="120"/>
                      <a:pt x="127" y="108"/>
                      <a:pt x="129" y="98"/>
                    </a:cubicBezTo>
                    <a:lnTo>
                      <a:pt x="129" y="97"/>
                    </a:lnTo>
                    <a:lnTo>
                      <a:pt x="143" y="50"/>
                    </a:lnTo>
                    <a:cubicBezTo>
                      <a:pt x="143" y="49"/>
                      <a:pt x="144" y="49"/>
                      <a:pt x="145" y="49"/>
                    </a:cubicBezTo>
                    <a:cubicBezTo>
                      <a:pt x="146" y="49"/>
                      <a:pt x="147" y="48"/>
                      <a:pt x="148" y="49"/>
                    </a:cubicBezTo>
                    <a:cubicBezTo>
                      <a:pt x="163" y="56"/>
                      <a:pt x="172" y="58"/>
                      <a:pt x="177" y="58"/>
                    </a:cubicBezTo>
                    <a:cubicBezTo>
                      <a:pt x="178" y="58"/>
                      <a:pt x="182" y="58"/>
                      <a:pt x="183" y="55"/>
                    </a:cubicBezTo>
                    <a:close/>
                    <a:moveTo>
                      <a:pt x="175" y="32"/>
                    </a:moveTo>
                    <a:cubicBezTo>
                      <a:pt x="179" y="35"/>
                      <a:pt x="193" y="46"/>
                      <a:pt x="189" y="58"/>
                    </a:cubicBezTo>
                    <a:cubicBezTo>
                      <a:pt x="188" y="60"/>
                      <a:pt x="185" y="64"/>
                      <a:pt x="177" y="64"/>
                    </a:cubicBezTo>
                    <a:cubicBezTo>
                      <a:pt x="170" y="64"/>
                      <a:pt x="160" y="61"/>
                      <a:pt x="148" y="55"/>
                    </a:cubicBezTo>
                    <a:lnTo>
                      <a:pt x="135" y="99"/>
                    </a:lnTo>
                    <a:cubicBezTo>
                      <a:pt x="131" y="125"/>
                      <a:pt x="127" y="126"/>
                      <a:pt x="126" y="127"/>
                    </a:cubicBezTo>
                    <a:cubicBezTo>
                      <a:pt x="120" y="130"/>
                      <a:pt x="104" y="136"/>
                      <a:pt x="97" y="134"/>
                    </a:cubicBezTo>
                    <a:cubicBezTo>
                      <a:pt x="94" y="137"/>
                      <a:pt x="90" y="142"/>
                      <a:pt x="87" y="143"/>
                    </a:cubicBezTo>
                    <a:cubicBezTo>
                      <a:pt x="87" y="143"/>
                      <a:pt x="85" y="143"/>
                      <a:pt x="79" y="143"/>
                    </a:cubicBezTo>
                    <a:cubicBezTo>
                      <a:pt x="68" y="143"/>
                      <a:pt x="42" y="143"/>
                      <a:pt x="34" y="139"/>
                    </a:cubicBezTo>
                    <a:cubicBezTo>
                      <a:pt x="34" y="139"/>
                      <a:pt x="33" y="138"/>
                      <a:pt x="33" y="137"/>
                    </a:cubicBezTo>
                    <a:cubicBezTo>
                      <a:pt x="33" y="136"/>
                      <a:pt x="30" y="131"/>
                      <a:pt x="29" y="126"/>
                    </a:cubicBezTo>
                    <a:cubicBezTo>
                      <a:pt x="25" y="124"/>
                      <a:pt x="15" y="120"/>
                      <a:pt x="9" y="112"/>
                    </a:cubicBezTo>
                    <a:cubicBezTo>
                      <a:pt x="1" y="101"/>
                      <a:pt x="0" y="88"/>
                      <a:pt x="5" y="83"/>
                    </a:cubicBezTo>
                    <a:cubicBezTo>
                      <a:pt x="7" y="81"/>
                      <a:pt x="11" y="81"/>
                      <a:pt x="14" y="81"/>
                    </a:cubicBezTo>
                    <a:cubicBezTo>
                      <a:pt x="20" y="81"/>
                      <a:pt x="29" y="83"/>
                      <a:pt x="36" y="90"/>
                    </a:cubicBezTo>
                    <a:cubicBezTo>
                      <a:pt x="38" y="76"/>
                      <a:pt x="44" y="44"/>
                      <a:pt x="55" y="34"/>
                    </a:cubicBezTo>
                    <a:cubicBezTo>
                      <a:pt x="59" y="31"/>
                      <a:pt x="62" y="26"/>
                      <a:pt x="65" y="21"/>
                    </a:cubicBezTo>
                    <a:cubicBezTo>
                      <a:pt x="72" y="11"/>
                      <a:pt x="78" y="0"/>
                      <a:pt x="94" y="1"/>
                    </a:cubicBezTo>
                    <a:cubicBezTo>
                      <a:pt x="96" y="1"/>
                      <a:pt x="121" y="3"/>
                      <a:pt x="136" y="6"/>
                    </a:cubicBezTo>
                    <a:cubicBezTo>
                      <a:pt x="147" y="8"/>
                      <a:pt x="158" y="19"/>
                      <a:pt x="168" y="26"/>
                    </a:cubicBezTo>
                    <a:cubicBezTo>
                      <a:pt x="171" y="29"/>
                      <a:pt x="173" y="31"/>
                      <a:pt x="175" y="3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2" name="ïṧľîďê">
                <a:extLst>
                  <a:ext uri="{FF2B5EF4-FFF2-40B4-BE49-F238E27FC236}">
                    <a16:creationId xmlns:a16="http://schemas.microsoft.com/office/drawing/2014/main" id="{6DB3C60F-2C45-433E-9760-FC7E52A8DB18}"/>
                  </a:ext>
                </a:extLst>
              </p:cNvPr>
              <p:cNvSpPr/>
              <p:nvPr/>
            </p:nvSpPr>
            <p:spPr bwMode="auto">
              <a:xfrm>
                <a:off x="1766658" y="4153082"/>
                <a:ext cx="77563" cy="197922"/>
              </a:xfrm>
              <a:custGeom>
                <a:avLst/>
                <a:gdLst>
                  <a:gd name="T0" fmla="*/ 18 w 40"/>
                  <a:gd name="T1" fmla="*/ 0 h 103"/>
                  <a:gd name="T2" fmla="*/ 32 w 40"/>
                  <a:gd name="T3" fmla="*/ 29 h 103"/>
                  <a:gd name="T4" fmla="*/ 35 w 40"/>
                  <a:gd name="T5" fmla="*/ 100 h 103"/>
                  <a:gd name="T6" fmla="*/ 18 w 40"/>
                  <a:gd name="T7" fmla="*/ 89 h 103"/>
                  <a:gd name="T8" fmla="*/ 18 w 40"/>
                  <a:gd name="T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3">
                    <a:moveTo>
                      <a:pt x="18" y="0"/>
                    </a:moveTo>
                    <a:cubicBezTo>
                      <a:pt x="18" y="0"/>
                      <a:pt x="27" y="7"/>
                      <a:pt x="32" y="29"/>
                    </a:cubicBezTo>
                    <a:cubicBezTo>
                      <a:pt x="35" y="39"/>
                      <a:pt x="39" y="98"/>
                      <a:pt x="35" y="100"/>
                    </a:cubicBezTo>
                    <a:cubicBezTo>
                      <a:pt x="31" y="102"/>
                      <a:pt x="23" y="100"/>
                      <a:pt x="18" y="89"/>
                    </a:cubicBezTo>
                    <a:cubicBezTo>
                      <a:pt x="13" y="77"/>
                      <a:pt x="0" y="22"/>
                      <a:pt x="18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3" name="ïṩḷidê">
                <a:extLst>
                  <a:ext uri="{FF2B5EF4-FFF2-40B4-BE49-F238E27FC236}">
                    <a16:creationId xmlns:a16="http://schemas.microsoft.com/office/drawing/2014/main" id="{CE66D07E-1802-4B98-86A3-E703FCF75755}"/>
                  </a:ext>
                </a:extLst>
              </p:cNvPr>
              <p:cNvSpPr/>
              <p:nvPr/>
            </p:nvSpPr>
            <p:spPr bwMode="auto">
              <a:xfrm>
                <a:off x="1766658" y="4153082"/>
                <a:ext cx="94799" cy="215132"/>
              </a:xfrm>
              <a:custGeom>
                <a:avLst/>
                <a:gdLst>
                  <a:gd name="T0" fmla="*/ 38 w 47"/>
                  <a:gd name="T1" fmla="*/ 101 h 109"/>
                  <a:gd name="T2" fmla="*/ 33 w 47"/>
                  <a:gd name="T3" fmla="*/ 33 h 109"/>
                  <a:gd name="T4" fmla="*/ 22 w 47"/>
                  <a:gd name="T5" fmla="*/ 8 h 109"/>
                  <a:gd name="T6" fmla="*/ 25 w 47"/>
                  <a:gd name="T7" fmla="*/ 91 h 109"/>
                  <a:gd name="T8" fmla="*/ 35 w 47"/>
                  <a:gd name="T9" fmla="*/ 102 h 109"/>
                  <a:gd name="T10" fmla="*/ 38 w 47"/>
                  <a:gd name="T11" fmla="*/ 101 h 109"/>
                  <a:gd name="T12" fmla="*/ 39 w 47"/>
                  <a:gd name="T13" fmla="*/ 32 h 109"/>
                  <a:gd name="T14" fmla="*/ 44 w 47"/>
                  <a:gd name="T15" fmla="*/ 71 h 109"/>
                  <a:gd name="T16" fmla="*/ 41 w 47"/>
                  <a:gd name="T17" fmla="*/ 107 h 109"/>
                  <a:gd name="T18" fmla="*/ 35 w 47"/>
                  <a:gd name="T19" fmla="*/ 108 h 109"/>
                  <a:gd name="T20" fmla="*/ 19 w 47"/>
                  <a:gd name="T21" fmla="*/ 94 h 109"/>
                  <a:gd name="T22" fmla="*/ 19 w 47"/>
                  <a:gd name="T23" fmla="*/ 1 h 109"/>
                  <a:gd name="T24" fmla="*/ 23 w 47"/>
                  <a:gd name="T25" fmla="*/ 0 h 109"/>
                  <a:gd name="T26" fmla="*/ 39 w 47"/>
                  <a:gd name="T27" fmla="*/ 32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109">
                    <a:moveTo>
                      <a:pt x="38" y="101"/>
                    </a:moveTo>
                    <a:cubicBezTo>
                      <a:pt x="40" y="94"/>
                      <a:pt x="36" y="44"/>
                      <a:pt x="33" y="33"/>
                    </a:cubicBezTo>
                    <a:cubicBezTo>
                      <a:pt x="29" y="19"/>
                      <a:pt x="25" y="12"/>
                      <a:pt x="22" y="8"/>
                    </a:cubicBezTo>
                    <a:cubicBezTo>
                      <a:pt x="7" y="32"/>
                      <a:pt x="20" y="82"/>
                      <a:pt x="25" y="91"/>
                    </a:cubicBezTo>
                    <a:cubicBezTo>
                      <a:pt x="28" y="98"/>
                      <a:pt x="31" y="102"/>
                      <a:pt x="35" y="102"/>
                    </a:cubicBezTo>
                    <a:cubicBezTo>
                      <a:pt x="36" y="102"/>
                      <a:pt x="37" y="101"/>
                      <a:pt x="38" y="101"/>
                    </a:cubicBezTo>
                    <a:close/>
                    <a:moveTo>
                      <a:pt x="39" y="32"/>
                    </a:moveTo>
                    <a:cubicBezTo>
                      <a:pt x="41" y="37"/>
                      <a:pt x="43" y="55"/>
                      <a:pt x="44" y="71"/>
                    </a:cubicBezTo>
                    <a:cubicBezTo>
                      <a:pt x="46" y="104"/>
                      <a:pt x="43" y="106"/>
                      <a:pt x="41" y="107"/>
                    </a:cubicBezTo>
                    <a:cubicBezTo>
                      <a:pt x="39" y="107"/>
                      <a:pt x="38" y="108"/>
                      <a:pt x="35" y="108"/>
                    </a:cubicBezTo>
                    <a:cubicBezTo>
                      <a:pt x="32" y="108"/>
                      <a:pt x="25" y="107"/>
                      <a:pt x="19" y="94"/>
                    </a:cubicBezTo>
                    <a:cubicBezTo>
                      <a:pt x="13" y="82"/>
                      <a:pt x="0" y="25"/>
                      <a:pt x="19" y="1"/>
                    </a:cubicBezTo>
                    <a:cubicBezTo>
                      <a:pt x="20" y="0"/>
                      <a:pt x="22" y="0"/>
                      <a:pt x="23" y="0"/>
                    </a:cubicBezTo>
                    <a:cubicBezTo>
                      <a:pt x="24" y="1"/>
                      <a:pt x="33" y="9"/>
                      <a:pt x="39" y="3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4" name="íṣḷíḑé">
                <a:extLst>
                  <a:ext uri="{FF2B5EF4-FFF2-40B4-BE49-F238E27FC236}">
                    <a16:creationId xmlns:a16="http://schemas.microsoft.com/office/drawing/2014/main" id="{D0232F4E-BDB9-42F5-9BA0-E3635D8DA471}"/>
                  </a:ext>
                </a:extLst>
              </p:cNvPr>
              <p:cNvSpPr/>
              <p:nvPr/>
            </p:nvSpPr>
            <p:spPr bwMode="auto">
              <a:xfrm>
                <a:off x="1197879" y="4213318"/>
                <a:ext cx="353335" cy="43030"/>
              </a:xfrm>
              <a:custGeom>
                <a:avLst/>
                <a:gdLst>
                  <a:gd name="T0" fmla="*/ 0 w 181"/>
                  <a:gd name="T1" fmla="*/ 1 h 22"/>
                  <a:gd name="T2" fmla="*/ 16 w 181"/>
                  <a:gd name="T3" fmla="*/ 0 h 22"/>
                  <a:gd name="T4" fmla="*/ 180 w 181"/>
                  <a:gd name="T5" fmla="*/ 14 h 22"/>
                  <a:gd name="T6" fmla="*/ 177 w 181"/>
                  <a:gd name="T7" fmla="*/ 21 h 22"/>
                  <a:gd name="T8" fmla="*/ 18 w 181"/>
                  <a:gd name="T9" fmla="*/ 6 h 22"/>
                  <a:gd name="T10" fmla="*/ 0 w 181"/>
                  <a:gd name="T11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1" h="22">
                    <a:moveTo>
                      <a:pt x="0" y="1"/>
                    </a:moveTo>
                    <a:lnTo>
                      <a:pt x="16" y="0"/>
                    </a:lnTo>
                    <a:lnTo>
                      <a:pt x="180" y="14"/>
                    </a:lnTo>
                    <a:lnTo>
                      <a:pt x="177" y="21"/>
                    </a:lnTo>
                    <a:lnTo>
                      <a:pt x="18" y="6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5" name="ïṧlïḍé">
                <a:extLst>
                  <a:ext uri="{FF2B5EF4-FFF2-40B4-BE49-F238E27FC236}">
                    <a16:creationId xmlns:a16="http://schemas.microsoft.com/office/drawing/2014/main" id="{DA121D02-EB32-403A-AC0A-B8175C623457}"/>
                  </a:ext>
                </a:extLst>
              </p:cNvPr>
              <p:cNvSpPr/>
              <p:nvPr/>
            </p:nvSpPr>
            <p:spPr bwMode="auto">
              <a:xfrm>
                <a:off x="1189264" y="4204715"/>
                <a:ext cx="361950" cy="60235"/>
              </a:xfrm>
              <a:custGeom>
                <a:avLst/>
                <a:gdLst>
                  <a:gd name="T0" fmla="*/ 179 w 187"/>
                  <a:gd name="T1" fmla="*/ 25 h 32"/>
                  <a:gd name="T2" fmla="*/ 179 w 187"/>
                  <a:gd name="T3" fmla="*/ 21 h 32"/>
                  <a:gd name="T4" fmla="*/ 20 w 187"/>
                  <a:gd name="T5" fmla="*/ 6 h 32"/>
                  <a:gd name="T6" fmla="*/ 18 w 187"/>
                  <a:gd name="T7" fmla="*/ 6 h 32"/>
                  <a:gd name="T8" fmla="*/ 23 w 187"/>
                  <a:gd name="T9" fmla="*/ 7 h 32"/>
                  <a:gd name="T10" fmla="*/ 179 w 187"/>
                  <a:gd name="T11" fmla="*/ 25 h 32"/>
                  <a:gd name="T12" fmla="*/ 183 w 187"/>
                  <a:gd name="T13" fmla="*/ 16 h 32"/>
                  <a:gd name="T14" fmla="*/ 185 w 187"/>
                  <a:gd name="T15" fmla="*/ 17 h 32"/>
                  <a:gd name="T16" fmla="*/ 186 w 187"/>
                  <a:gd name="T17" fmla="*/ 20 h 32"/>
                  <a:gd name="T18" fmla="*/ 183 w 187"/>
                  <a:gd name="T19" fmla="*/ 29 h 32"/>
                  <a:gd name="T20" fmla="*/ 180 w 187"/>
                  <a:gd name="T21" fmla="*/ 31 h 32"/>
                  <a:gd name="T22" fmla="*/ 22 w 187"/>
                  <a:gd name="T23" fmla="*/ 14 h 32"/>
                  <a:gd name="T24" fmla="*/ 21 w 187"/>
                  <a:gd name="T25" fmla="*/ 14 h 32"/>
                  <a:gd name="T26" fmla="*/ 3 w 187"/>
                  <a:gd name="T27" fmla="*/ 7 h 32"/>
                  <a:gd name="T28" fmla="*/ 1 w 187"/>
                  <a:gd name="T29" fmla="*/ 5 h 32"/>
                  <a:gd name="T30" fmla="*/ 3 w 187"/>
                  <a:gd name="T31" fmla="*/ 2 h 32"/>
                  <a:gd name="T32" fmla="*/ 20 w 187"/>
                  <a:gd name="T33" fmla="*/ 0 h 32"/>
                  <a:gd name="T34" fmla="*/ 183 w 187"/>
                  <a:gd name="T3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7" h="32">
                    <a:moveTo>
                      <a:pt x="179" y="25"/>
                    </a:moveTo>
                    <a:lnTo>
                      <a:pt x="179" y="21"/>
                    </a:lnTo>
                    <a:lnTo>
                      <a:pt x="20" y="6"/>
                    </a:lnTo>
                    <a:lnTo>
                      <a:pt x="18" y="6"/>
                    </a:lnTo>
                    <a:lnTo>
                      <a:pt x="23" y="7"/>
                    </a:lnTo>
                    <a:lnTo>
                      <a:pt x="179" y="25"/>
                    </a:lnTo>
                    <a:close/>
                    <a:moveTo>
                      <a:pt x="183" y="16"/>
                    </a:moveTo>
                    <a:cubicBezTo>
                      <a:pt x="184" y="16"/>
                      <a:pt x="185" y="16"/>
                      <a:pt x="185" y="17"/>
                    </a:cubicBezTo>
                    <a:cubicBezTo>
                      <a:pt x="186" y="18"/>
                      <a:pt x="186" y="19"/>
                      <a:pt x="186" y="20"/>
                    </a:cubicBezTo>
                    <a:lnTo>
                      <a:pt x="183" y="29"/>
                    </a:lnTo>
                    <a:cubicBezTo>
                      <a:pt x="183" y="30"/>
                      <a:pt x="182" y="31"/>
                      <a:pt x="180" y="31"/>
                    </a:cubicBezTo>
                    <a:lnTo>
                      <a:pt x="22" y="14"/>
                    </a:lnTo>
                    <a:lnTo>
                      <a:pt x="21" y="14"/>
                    </a:lnTo>
                    <a:lnTo>
                      <a:pt x="3" y="7"/>
                    </a:lnTo>
                    <a:cubicBezTo>
                      <a:pt x="1" y="7"/>
                      <a:pt x="0" y="6"/>
                      <a:pt x="1" y="5"/>
                    </a:cubicBezTo>
                    <a:cubicBezTo>
                      <a:pt x="1" y="3"/>
                      <a:pt x="1" y="3"/>
                      <a:pt x="3" y="2"/>
                    </a:cubicBezTo>
                    <a:lnTo>
                      <a:pt x="20" y="0"/>
                    </a:lnTo>
                    <a:lnTo>
                      <a:pt x="183" y="16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6" name="ïšḷïdê">
                <a:extLst>
                  <a:ext uri="{FF2B5EF4-FFF2-40B4-BE49-F238E27FC236}">
                    <a16:creationId xmlns:a16="http://schemas.microsoft.com/office/drawing/2014/main" id="{8C1521F3-C99E-4003-9601-7027FE6BF7E0}"/>
                  </a:ext>
                </a:extLst>
              </p:cNvPr>
              <p:cNvSpPr/>
              <p:nvPr/>
            </p:nvSpPr>
            <p:spPr bwMode="auto">
              <a:xfrm>
                <a:off x="1473651" y="4153082"/>
                <a:ext cx="353335" cy="197922"/>
              </a:xfrm>
              <a:custGeom>
                <a:avLst/>
                <a:gdLst>
                  <a:gd name="T0" fmla="*/ 139 w 181"/>
                  <a:gd name="T1" fmla="*/ 3 h 100"/>
                  <a:gd name="T2" fmla="*/ 171 w 181"/>
                  <a:gd name="T3" fmla="*/ 5 h 100"/>
                  <a:gd name="T4" fmla="*/ 173 w 181"/>
                  <a:gd name="T5" fmla="*/ 5 h 100"/>
                  <a:gd name="T6" fmla="*/ 180 w 181"/>
                  <a:gd name="T7" fmla="*/ 54 h 100"/>
                  <a:gd name="T8" fmla="*/ 170 w 181"/>
                  <a:gd name="T9" fmla="*/ 56 h 100"/>
                  <a:gd name="T10" fmla="*/ 123 w 181"/>
                  <a:gd name="T11" fmla="*/ 90 h 100"/>
                  <a:gd name="T12" fmla="*/ 97 w 181"/>
                  <a:gd name="T13" fmla="*/ 98 h 100"/>
                  <a:gd name="T14" fmla="*/ 57 w 181"/>
                  <a:gd name="T15" fmla="*/ 96 h 100"/>
                  <a:gd name="T16" fmla="*/ 54 w 181"/>
                  <a:gd name="T17" fmla="*/ 84 h 100"/>
                  <a:gd name="T18" fmla="*/ 62 w 181"/>
                  <a:gd name="T19" fmla="*/ 64 h 100"/>
                  <a:gd name="T20" fmla="*/ 44 w 181"/>
                  <a:gd name="T21" fmla="*/ 32 h 100"/>
                  <a:gd name="T22" fmla="*/ 21 w 181"/>
                  <a:gd name="T23" fmla="*/ 42 h 100"/>
                  <a:gd name="T24" fmla="*/ 4 w 181"/>
                  <a:gd name="T25" fmla="*/ 29 h 100"/>
                  <a:gd name="T26" fmla="*/ 41 w 181"/>
                  <a:gd name="T27" fmla="*/ 11 h 100"/>
                  <a:gd name="T28" fmla="*/ 78 w 181"/>
                  <a:gd name="T29" fmla="*/ 0 h 100"/>
                  <a:gd name="T30" fmla="*/ 139 w 181"/>
                  <a:gd name="T31" fmla="*/ 3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1" h="100">
                    <a:moveTo>
                      <a:pt x="139" y="3"/>
                    </a:moveTo>
                    <a:cubicBezTo>
                      <a:pt x="146" y="3"/>
                      <a:pt x="171" y="5"/>
                      <a:pt x="171" y="5"/>
                    </a:cubicBezTo>
                    <a:lnTo>
                      <a:pt x="173" y="5"/>
                    </a:lnTo>
                    <a:cubicBezTo>
                      <a:pt x="178" y="11"/>
                      <a:pt x="180" y="54"/>
                      <a:pt x="180" y="54"/>
                    </a:cubicBezTo>
                    <a:cubicBezTo>
                      <a:pt x="180" y="54"/>
                      <a:pt x="175" y="54"/>
                      <a:pt x="170" y="56"/>
                    </a:cubicBezTo>
                    <a:cubicBezTo>
                      <a:pt x="165" y="57"/>
                      <a:pt x="129" y="82"/>
                      <a:pt x="123" y="90"/>
                    </a:cubicBezTo>
                    <a:cubicBezTo>
                      <a:pt x="116" y="97"/>
                      <a:pt x="107" y="98"/>
                      <a:pt x="97" y="98"/>
                    </a:cubicBezTo>
                    <a:cubicBezTo>
                      <a:pt x="87" y="99"/>
                      <a:pt x="60" y="96"/>
                      <a:pt x="57" y="96"/>
                    </a:cubicBezTo>
                    <a:cubicBezTo>
                      <a:pt x="54" y="96"/>
                      <a:pt x="54" y="85"/>
                      <a:pt x="54" y="84"/>
                    </a:cubicBezTo>
                    <a:cubicBezTo>
                      <a:pt x="54" y="82"/>
                      <a:pt x="62" y="64"/>
                      <a:pt x="62" y="64"/>
                    </a:cubicBezTo>
                    <a:lnTo>
                      <a:pt x="44" y="32"/>
                    </a:lnTo>
                    <a:cubicBezTo>
                      <a:pt x="39" y="35"/>
                      <a:pt x="31" y="39"/>
                      <a:pt x="21" y="42"/>
                    </a:cubicBezTo>
                    <a:cubicBezTo>
                      <a:pt x="11" y="44"/>
                      <a:pt x="0" y="30"/>
                      <a:pt x="4" y="29"/>
                    </a:cubicBezTo>
                    <a:cubicBezTo>
                      <a:pt x="8" y="29"/>
                      <a:pt x="38" y="11"/>
                      <a:pt x="41" y="11"/>
                    </a:cubicBezTo>
                    <a:cubicBezTo>
                      <a:pt x="44" y="11"/>
                      <a:pt x="73" y="0"/>
                      <a:pt x="78" y="0"/>
                    </a:cubicBezTo>
                    <a:cubicBezTo>
                      <a:pt x="82" y="1"/>
                      <a:pt x="132" y="3"/>
                      <a:pt x="139" y="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7" name="îṡļiḍe">
                <a:extLst>
                  <a:ext uri="{FF2B5EF4-FFF2-40B4-BE49-F238E27FC236}">
                    <a16:creationId xmlns:a16="http://schemas.microsoft.com/office/drawing/2014/main" id="{3232788F-0640-49F4-B914-CD7F4A4B92BF}"/>
                  </a:ext>
                </a:extLst>
              </p:cNvPr>
              <p:cNvSpPr/>
              <p:nvPr/>
            </p:nvSpPr>
            <p:spPr bwMode="auto">
              <a:xfrm>
                <a:off x="1473651" y="4153082"/>
                <a:ext cx="361950" cy="206530"/>
              </a:xfrm>
              <a:custGeom>
                <a:avLst/>
                <a:gdLst>
                  <a:gd name="T0" fmla="*/ 170 w 184"/>
                  <a:gd name="T1" fmla="*/ 57 h 106"/>
                  <a:gd name="T2" fmla="*/ 177 w 184"/>
                  <a:gd name="T3" fmla="*/ 55 h 106"/>
                  <a:gd name="T4" fmla="*/ 171 w 184"/>
                  <a:gd name="T5" fmla="*/ 11 h 106"/>
                  <a:gd name="T6" fmla="*/ 140 w 184"/>
                  <a:gd name="T7" fmla="*/ 9 h 106"/>
                  <a:gd name="T8" fmla="*/ 78 w 184"/>
                  <a:gd name="T9" fmla="*/ 6 h 106"/>
                  <a:gd name="T10" fmla="*/ 59 w 184"/>
                  <a:gd name="T11" fmla="*/ 12 h 106"/>
                  <a:gd name="T12" fmla="*/ 42 w 184"/>
                  <a:gd name="T13" fmla="*/ 18 h 106"/>
                  <a:gd name="T14" fmla="*/ 20 w 184"/>
                  <a:gd name="T15" fmla="*/ 29 h 106"/>
                  <a:gd name="T16" fmla="*/ 8 w 184"/>
                  <a:gd name="T17" fmla="*/ 35 h 106"/>
                  <a:gd name="T18" fmla="*/ 13 w 184"/>
                  <a:gd name="T19" fmla="*/ 40 h 106"/>
                  <a:gd name="T20" fmla="*/ 21 w 184"/>
                  <a:gd name="T21" fmla="*/ 42 h 106"/>
                  <a:gd name="T22" fmla="*/ 42 w 184"/>
                  <a:gd name="T23" fmla="*/ 33 h 106"/>
                  <a:gd name="T24" fmla="*/ 44 w 184"/>
                  <a:gd name="T25" fmla="*/ 32 h 106"/>
                  <a:gd name="T26" fmla="*/ 47 w 184"/>
                  <a:gd name="T27" fmla="*/ 34 h 106"/>
                  <a:gd name="T28" fmla="*/ 65 w 184"/>
                  <a:gd name="T29" fmla="*/ 67 h 106"/>
                  <a:gd name="T30" fmla="*/ 65 w 184"/>
                  <a:gd name="T31" fmla="*/ 69 h 106"/>
                  <a:gd name="T32" fmla="*/ 57 w 184"/>
                  <a:gd name="T33" fmla="*/ 88 h 106"/>
                  <a:gd name="T34" fmla="*/ 58 w 184"/>
                  <a:gd name="T35" fmla="*/ 91 h 106"/>
                  <a:gd name="T36" fmla="*/ 59 w 184"/>
                  <a:gd name="T37" fmla="*/ 98 h 106"/>
                  <a:gd name="T38" fmla="*/ 97 w 184"/>
                  <a:gd name="T39" fmla="*/ 99 h 106"/>
                  <a:gd name="T40" fmla="*/ 121 w 184"/>
                  <a:gd name="T41" fmla="*/ 92 h 106"/>
                  <a:gd name="T42" fmla="*/ 170 w 184"/>
                  <a:gd name="T43" fmla="*/ 57 h 106"/>
                  <a:gd name="T44" fmla="*/ 173 w 184"/>
                  <a:gd name="T45" fmla="*/ 5 h 106"/>
                  <a:gd name="T46" fmla="*/ 177 w 184"/>
                  <a:gd name="T47" fmla="*/ 6 h 106"/>
                  <a:gd name="T48" fmla="*/ 183 w 184"/>
                  <a:gd name="T49" fmla="*/ 58 h 106"/>
                  <a:gd name="T50" fmla="*/ 180 w 184"/>
                  <a:gd name="T51" fmla="*/ 61 h 106"/>
                  <a:gd name="T52" fmla="*/ 171 w 184"/>
                  <a:gd name="T53" fmla="*/ 63 h 106"/>
                  <a:gd name="T54" fmla="*/ 126 w 184"/>
                  <a:gd name="T55" fmla="*/ 95 h 106"/>
                  <a:gd name="T56" fmla="*/ 98 w 184"/>
                  <a:gd name="T57" fmla="*/ 105 h 106"/>
                  <a:gd name="T58" fmla="*/ 93 w 184"/>
                  <a:gd name="T59" fmla="*/ 105 h 106"/>
                  <a:gd name="T60" fmla="*/ 57 w 184"/>
                  <a:gd name="T61" fmla="*/ 104 h 106"/>
                  <a:gd name="T62" fmla="*/ 51 w 184"/>
                  <a:gd name="T63" fmla="*/ 91 h 106"/>
                  <a:gd name="T64" fmla="*/ 51 w 184"/>
                  <a:gd name="T65" fmla="*/ 88 h 106"/>
                  <a:gd name="T66" fmla="*/ 59 w 184"/>
                  <a:gd name="T67" fmla="*/ 68 h 106"/>
                  <a:gd name="T68" fmla="*/ 43 w 184"/>
                  <a:gd name="T69" fmla="*/ 40 h 106"/>
                  <a:gd name="T70" fmla="*/ 22 w 184"/>
                  <a:gd name="T71" fmla="*/ 48 h 106"/>
                  <a:gd name="T72" fmla="*/ 1 w 184"/>
                  <a:gd name="T73" fmla="*/ 35 h 106"/>
                  <a:gd name="T74" fmla="*/ 4 w 184"/>
                  <a:gd name="T75" fmla="*/ 29 h 106"/>
                  <a:gd name="T76" fmla="*/ 17 w 184"/>
                  <a:gd name="T77" fmla="*/ 24 h 106"/>
                  <a:gd name="T78" fmla="*/ 43 w 184"/>
                  <a:gd name="T79" fmla="*/ 11 h 106"/>
                  <a:gd name="T80" fmla="*/ 57 w 184"/>
                  <a:gd name="T81" fmla="*/ 6 h 106"/>
                  <a:gd name="T82" fmla="*/ 78 w 184"/>
                  <a:gd name="T83" fmla="*/ 0 h 106"/>
                  <a:gd name="T84" fmla="*/ 140 w 184"/>
                  <a:gd name="T85" fmla="*/ 3 h 106"/>
                  <a:gd name="T86" fmla="*/ 172 w 184"/>
                  <a:gd name="T87" fmla="*/ 5 h 106"/>
                  <a:gd name="T88" fmla="*/ 173 w 184"/>
                  <a:gd name="T8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84" h="106">
                    <a:moveTo>
                      <a:pt x="170" y="57"/>
                    </a:moveTo>
                    <a:cubicBezTo>
                      <a:pt x="172" y="56"/>
                      <a:pt x="175" y="56"/>
                      <a:pt x="177" y="55"/>
                    </a:cubicBezTo>
                    <a:cubicBezTo>
                      <a:pt x="176" y="40"/>
                      <a:pt x="174" y="18"/>
                      <a:pt x="171" y="11"/>
                    </a:cubicBezTo>
                    <a:cubicBezTo>
                      <a:pt x="171" y="11"/>
                      <a:pt x="146" y="9"/>
                      <a:pt x="140" y="9"/>
                    </a:cubicBezTo>
                    <a:cubicBezTo>
                      <a:pt x="132" y="9"/>
                      <a:pt x="82" y="7"/>
                      <a:pt x="78" y="6"/>
                    </a:cubicBezTo>
                    <a:cubicBezTo>
                      <a:pt x="75" y="6"/>
                      <a:pt x="66" y="10"/>
                      <a:pt x="59" y="12"/>
                    </a:cubicBezTo>
                    <a:cubicBezTo>
                      <a:pt x="48" y="16"/>
                      <a:pt x="44" y="18"/>
                      <a:pt x="42" y="18"/>
                    </a:cubicBezTo>
                    <a:cubicBezTo>
                      <a:pt x="39" y="18"/>
                      <a:pt x="28" y="24"/>
                      <a:pt x="20" y="29"/>
                    </a:cubicBezTo>
                    <a:cubicBezTo>
                      <a:pt x="14" y="32"/>
                      <a:pt x="10" y="34"/>
                      <a:pt x="8" y="35"/>
                    </a:cubicBezTo>
                    <a:cubicBezTo>
                      <a:pt x="9" y="36"/>
                      <a:pt x="10" y="38"/>
                      <a:pt x="13" y="40"/>
                    </a:cubicBezTo>
                    <a:cubicBezTo>
                      <a:pt x="16" y="42"/>
                      <a:pt x="19" y="43"/>
                      <a:pt x="21" y="42"/>
                    </a:cubicBezTo>
                    <a:cubicBezTo>
                      <a:pt x="31" y="40"/>
                      <a:pt x="38" y="35"/>
                      <a:pt x="42" y="33"/>
                    </a:cubicBezTo>
                    <a:cubicBezTo>
                      <a:pt x="43" y="32"/>
                      <a:pt x="44" y="32"/>
                      <a:pt x="44" y="32"/>
                    </a:cubicBezTo>
                    <a:cubicBezTo>
                      <a:pt x="46" y="32"/>
                      <a:pt x="47" y="33"/>
                      <a:pt x="47" y="34"/>
                    </a:cubicBezTo>
                    <a:lnTo>
                      <a:pt x="65" y="67"/>
                    </a:lnTo>
                    <a:cubicBezTo>
                      <a:pt x="65" y="67"/>
                      <a:pt x="65" y="68"/>
                      <a:pt x="65" y="69"/>
                    </a:cubicBezTo>
                    <a:cubicBezTo>
                      <a:pt x="62" y="76"/>
                      <a:pt x="58" y="85"/>
                      <a:pt x="57" y="88"/>
                    </a:cubicBezTo>
                    <a:cubicBezTo>
                      <a:pt x="57" y="89"/>
                      <a:pt x="58" y="89"/>
                      <a:pt x="58" y="91"/>
                    </a:cubicBezTo>
                    <a:cubicBezTo>
                      <a:pt x="58" y="92"/>
                      <a:pt x="58" y="96"/>
                      <a:pt x="59" y="98"/>
                    </a:cubicBezTo>
                    <a:cubicBezTo>
                      <a:pt x="63" y="98"/>
                      <a:pt x="88" y="100"/>
                      <a:pt x="97" y="99"/>
                    </a:cubicBezTo>
                    <a:cubicBezTo>
                      <a:pt x="107" y="99"/>
                      <a:pt x="115" y="98"/>
                      <a:pt x="121" y="92"/>
                    </a:cubicBezTo>
                    <a:cubicBezTo>
                      <a:pt x="128" y="84"/>
                      <a:pt x="163" y="57"/>
                      <a:pt x="170" y="57"/>
                    </a:cubicBezTo>
                    <a:close/>
                    <a:moveTo>
                      <a:pt x="173" y="5"/>
                    </a:moveTo>
                    <a:cubicBezTo>
                      <a:pt x="174" y="4"/>
                      <a:pt x="176" y="5"/>
                      <a:pt x="177" y="6"/>
                    </a:cubicBezTo>
                    <a:cubicBezTo>
                      <a:pt x="180" y="14"/>
                      <a:pt x="183" y="51"/>
                      <a:pt x="183" y="58"/>
                    </a:cubicBezTo>
                    <a:cubicBezTo>
                      <a:pt x="183" y="60"/>
                      <a:pt x="183" y="61"/>
                      <a:pt x="180" y="61"/>
                    </a:cubicBezTo>
                    <a:cubicBezTo>
                      <a:pt x="180" y="61"/>
                      <a:pt x="176" y="61"/>
                      <a:pt x="171" y="63"/>
                    </a:cubicBezTo>
                    <a:cubicBezTo>
                      <a:pt x="167" y="63"/>
                      <a:pt x="132" y="88"/>
                      <a:pt x="126" y="95"/>
                    </a:cubicBezTo>
                    <a:cubicBezTo>
                      <a:pt x="118" y="104"/>
                      <a:pt x="108" y="105"/>
                      <a:pt x="98" y="105"/>
                    </a:cubicBezTo>
                    <a:cubicBezTo>
                      <a:pt x="96" y="105"/>
                      <a:pt x="95" y="105"/>
                      <a:pt x="93" y="105"/>
                    </a:cubicBezTo>
                    <a:cubicBezTo>
                      <a:pt x="81" y="105"/>
                      <a:pt x="61" y="104"/>
                      <a:pt x="57" y="104"/>
                    </a:cubicBezTo>
                    <a:cubicBezTo>
                      <a:pt x="52" y="103"/>
                      <a:pt x="52" y="95"/>
                      <a:pt x="51" y="91"/>
                    </a:cubicBezTo>
                    <a:cubicBezTo>
                      <a:pt x="51" y="90"/>
                      <a:pt x="51" y="89"/>
                      <a:pt x="51" y="88"/>
                    </a:cubicBezTo>
                    <a:cubicBezTo>
                      <a:pt x="51" y="88"/>
                      <a:pt x="50" y="86"/>
                      <a:pt x="59" y="68"/>
                    </a:cubicBezTo>
                    <a:lnTo>
                      <a:pt x="43" y="40"/>
                    </a:lnTo>
                    <a:cubicBezTo>
                      <a:pt x="38" y="42"/>
                      <a:pt x="31" y="46"/>
                      <a:pt x="22" y="48"/>
                    </a:cubicBezTo>
                    <a:cubicBezTo>
                      <a:pt x="13" y="51"/>
                      <a:pt x="3" y="41"/>
                      <a:pt x="1" y="35"/>
                    </a:cubicBezTo>
                    <a:cubicBezTo>
                      <a:pt x="0" y="32"/>
                      <a:pt x="2" y="30"/>
                      <a:pt x="4" y="29"/>
                    </a:cubicBezTo>
                    <a:cubicBezTo>
                      <a:pt x="5" y="29"/>
                      <a:pt x="12" y="27"/>
                      <a:pt x="17" y="24"/>
                    </a:cubicBezTo>
                    <a:cubicBezTo>
                      <a:pt x="36" y="13"/>
                      <a:pt x="40" y="11"/>
                      <a:pt x="43" y="11"/>
                    </a:cubicBezTo>
                    <a:cubicBezTo>
                      <a:pt x="44" y="11"/>
                      <a:pt x="52" y="8"/>
                      <a:pt x="57" y="6"/>
                    </a:cubicBezTo>
                    <a:cubicBezTo>
                      <a:pt x="70" y="2"/>
                      <a:pt x="76" y="0"/>
                      <a:pt x="78" y="0"/>
                    </a:cubicBezTo>
                    <a:cubicBezTo>
                      <a:pt x="82" y="1"/>
                      <a:pt x="132" y="3"/>
                      <a:pt x="140" y="3"/>
                    </a:cubicBezTo>
                    <a:cubicBezTo>
                      <a:pt x="146" y="3"/>
                      <a:pt x="171" y="5"/>
                      <a:pt x="172" y="5"/>
                    </a:cubicBezTo>
                    <a:cubicBezTo>
                      <a:pt x="172" y="5"/>
                      <a:pt x="172" y="5"/>
                      <a:pt x="173" y="5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8" name="íŝḻîḍé">
                <a:extLst>
                  <a:ext uri="{FF2B5EF4-FFF2-40B4-BE49-F238E27FC236}">
                    <a16:creationId xmlns:a16="http://schemas.microsoft.com/office/drawing/2014/main" id="{96DBD6ED-1DF2-4A60-913A-5A05F45FD7EB}"/>
                  </a:ext>
                </a:extLst>
              </p:cNvPr>
              <p:cNvSpPr/>
              <p:nvPr/>
            </p:nvSpPr>
            <p:spPr bwMode="auto">
              <a:xfrm>
                <a:off x="1766658" y="4135872"/>
                <a:ext cx="77563" cy="189319"/>
              </a:xfrm>
              <a:custGeom>
                <a:avLst/>
                <a:gdLst>
                  <a:gd name="T0" fmla="*/ 18 w 40"/>
                  <a:gd name="T1" fmla="*/ 11 h 96"/>
                  <a:gd name="T2" fmla="*/ 36 w 40"/>
                  <a:gd name="T3" fmla="*/ 51 h 96"/>
                  <a:gd name="T4" fmla="*/ 39 w 40"/>
                  <a:gd name="T5" fmla="*/ 95 h 96"/>
                  <a:gd name="T6" fmla="*/ 19 w 40"/>
                  <a:gd name="T7" fmla="*/ 84 h 96"/>
                  <a:gd name="T8" fmla="*/ 9 w 40"/>
                  <a:gd name="T9" fmla="*/ 15 h 96"/>
                  <a:gd name="T10" fmla="*/ 12 w 40"/>
                  <a:gd name="T11" fmla="*/ 14 h 96"/>
                  <a:gd name="T12" fmla="*/ 18 w 40"/>
                  <a:gd name="T13" fmla="*/ 11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96">
                    <a:moveTo>
                      <a:pt x="18" y="11"/>
                    </a:moveTo>
                    <a:cubicBezTo>
                      <a:pt x="18" y="11"/>
                      <a:pt x="34" y="21"/>
                      <a:pt x="36" y="51"/>
                    </a:cubicBezTo>
                    <a:cubicBezTo>
                      <a:pt x="39" y="82"/>
                      <a:pt x="39" y="95"/>
                      <a:pt x="39" y="95"/>
                    </a:cubicBezTo>
                    <a:cubicBezTo>
                      <a:pt x="39" y="95"/>
                      <a:pt x="21" y="90"/>
                      <a:pt x="19" y="84"/>
                    </a:cubicBezTo>
                    <a:cubicBezTo>
                      <a:pt x="17" y="79"/>
                      <a:pt x="19" y="30"/>
                      <a:pt x="9" y="15"/>
                    </a:cubicBezTo>
                    <a:cubicBezTo>
                      <a:pt x="0" y="0"/>
                      <a:pt x="12" y="14"/>
                      <a:pt x="12" y="14"/>
                    </a:cubicBezTo>
                    <a:lnTo>
                      <a:pt x="18" y="1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9" name="îṧļîďé">
                <a:extLst>
                  <a:ext uri="{FF2B5EF4-FFF2-40B4-BE49-F238E27FC236}">
                    <a16:creationId xmlns:a16="http://schemas.microsoft.com/office/drawing/2014/main" id="{26FB4207-8A80-4CFC-8CF1-2E1D4C3738DC}"/>
                  </a:ext>
                </a:extLst>
              </p:cNvPr>
              <p:cNvSpPr/>
              <p:nvPr/>
            </p:nvSpPr>
            <p:spPr bwMode="auto">
              <a:xfrm>
                <a:off x="1775279" y="4144474"/>
                <a:ext cx="77558" cy="189319"/>
              </a:xfrm>
              <a:custGeom>
                <a:avLst/>
                <a:gdLst>
                  <a:gd name="T0" fmla="*/ 21 w 41"/>
                  <a:gd name="T1" fmla="*/ 79 h 96"/>
                  <a:gd name="T2" fmla="*/ 33 w 41"/>
                  <a:gd name="T3" fmla="*/ 88 h 96"/>
                  <a:gd name="T4" fmla="*/ 31 w 41"/>
                  <a:gd name="T5" fmla="*/ 47 h 96"/>
                  <a:gd name="T6" fmla="*/ 16 w 41"/>
                  <a:gd name="T7" fmla="*/ 10 h 96"/>
                  <a:gd name="T8" fmla="*/ 12 w 41"/>
                  <a:gd name="T9" fmla="*/ 13 h 96"/>
                  <a:gd name="T10" fmla="*/ 20 w 41"/>
                  <a:gd name="T11" fmla="*/ 65 h 96"/>
                  <a:gd name="T12" fmla="*/ 21 w 41"/>
                  <a:gd name="T13" fmla="*/ 79 h 96"/>
                  <a:gd name="T14" fmla="*/ 18 w 41"/>
                  <a:gd name="T15" fmla="*/ 3 h 96"/>
                  <a:gd name="T16" fmla="*/ 37 w 41"/>
                  <a:gd name="T17" fmla="*/ 47 h 96"/>
                  <a:gd name="T18" fmla="*/ 39 w 41"/>
                  <a:gd name="T19" fmla="*/ 92 h 96"/>
                  <a:gd name="T20" fmla="*/ 38 w 41"/>
                  <a:gd name="T21" fmla="*/ 95 h 96"/>
                  <a:gd name="T22" fmla="*/ 36 w 41"/>
                  <a:gd name="T23" fmla="*/ 95 h 96"/>
                  <a:gd name="T24" fmla="*/ 35 w 41"/>
                  <a:gd name="T25" fmla="*/ 95 h 96"/>
                  <a:gd name="T26" fmla="*/ 15 w 41"/>
                  <a:gd name="T27" fmla="*/ 82 h 96"/>
                  <a:gd name="T28" fmla="*/ 14 w 41"/>
                  <a:gd name="T29" fmla="*/ 65 h 96"/>
                  <a:gd name="T30" fmla="*/ 5 w 41"/>
                  <a:gd name="T31" fmla="*/ 12 h 96"/>
                  <a:gd name="T32" fmla="*/ 2 w 41"/>
                  <a:gd name="T33" fmla="*/ 2 h 96"/>
                  <a:gd name="T34" fmla="*/ 4 w 41"/>
                  <a:gd name="T35" fmla="*/ 0 h 96"/>
                  <a:gd name="T36" fmla="*/ 11 w 41"/>
                  <a:gd name="T37" fmla="*/ 6 h 96"/>
                  <a:gd name="T38" fmla="*/ 15 w 41"/>
                  <a:gd name="T39" fmla="*/ 3 h 96"/>
                  <a:gd name="T40" fmla="*/ 18 w 41"/>
                  <a:gd name="T41" fmla="*/ 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1" h="96">
                    <a:moveTo>
                      <a:pt x="21" y="79"/>
                    </a:moveTo>
                    <a:cubicBezTo>
                      <a:pt x="21" y="82"/>
                      <a:pt x="27" y="85"/>
                      <a:pt x="33" y="88"/>
                    </a:cubicBezTo>
                    <a:cubicBezTo>
                      <a:pt x="33" y="82"/>
                      <a:pt x="32" y="69"/>
                      <a:pt x="31" y="47"/>
                    </a:cubicBezTo>
                    <a:cubicBezTo>
                      <a:pt x="29" y="24"/>
                      <a:pt x="20" y="13"/>
                      <a:pt x="16" y="10"/>
                    </a:cubicBezTo>
                    <a:lnTo>
                      <a:pt x="12" y="13"/>
                    </a:lnTo>
                    <a:cubicBezTo>
                      <a:pt x="18" y="25"/>
                      <a:pt x="18" y="48"/>
                      <a:pt x="20" y="65"/>
                    </a:cubicBezTo>
                    <a:cubicBezTo>
                      <a:pt x="20" y="71"/>
                      <a:pt x="21" y="78"/>
                      <a:pt x="21" y="79"/>
                    </a:cubicBezTo>
                    <a:close/>
                    <a:moveTo>
                      <a:pt x="18" y="3"/>
                    </a:moveTo>
                    <a:cubicBezTo>
                      <a:pt x="19" y="4"/>
                      <a:pt x="35" y="15"/>
                      <a:pt x="37" y="47"/>
                    </a:cubicBezTo>
                    <a:cubicBezTo>
                      <a:pt x="40" y="78"/>
                      <a:pt x="39" y="92"/>
                      <a:pt x="39" y="92"/>
                    </a:cubicBezTo>
                    <a:cubicBezTo>
                      <a:pt x="39" y="94"/>
                      <a:pt x="38" y="95"/>
                      <a:pt x="38" y="95"/>
                    </a:cubicBezTo>
                    <a:cubicBezTo>
                      <a:pt x="38" y="95"/>
                      <a:pt x="37" y="95"/>
                      <a:pt x="36" y="95"/>
                    </a:cubicBezTo>
                    <a:lnTo>
                      <a:pt x="35" y="95"/>
                    </a:lnTo>
                    <a:cubicBezTo>
                      <a:pt x="31" y="94"/>
                      <a:pt x="18" y="88"/>
                      <a:pt x="15" y="82"/>
                    </a:cubicBezTo>
                    <a:cubicBezTo>
                      <a:pt x="15" y="79"/>
                      <a:pt x="14" y="75"/>
                      <a:pt x="14" y="65"/>
                    </a:cubicBezTo>
                    <a:cubicBezTo>
                      <a:pt x="12" y="49"/>
                      <a:pt x="11" y="22"/>
                      <a:pt x="5" y="12"/>
                    </a:cubicBezTo>
                    <a:cubicBezTo>
                      <a:pt x="1" y="5"/>
                      <a:pt x="0" y="3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6" y="0"/>
                      <a:pt x="6" y="0"/>
                      <a:pt x="11" y="6"/>
                    </a:cubicBezTo>
                    <a:lnTo>
                      <a:pt x="15" y="3"/>
                    </a:lnTo>
                    <a:cubicBezTo>
                      <a:pt x="16" y="3"/>
                      <a:pt x="17" y="3"/>
                      <a:pt x="18" y="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0" name="í$ľîḑe">
                <a:extLst>
                  <a:ext uri="{FF2B5EF4-FFF2-40B4-BE49-F238E27FC236}">
                    <a16:creationId xmlns:a16="http://schemas.microsoft.com/office/drawing/2014/main" id="{E83B942D-783D-40F3-ABD7-B02BF543870B}"/>
                  </a:ext>
                </a:extLst>
              </p:cNvPr>
              <p:cNvSpPr/>
              <p:nvPr/>
            </p:nvSpPr>
            <p:spPr bwMode="auto">
              <a:xfrm>
                <a:off x="1482271" y="4213318"/>
                <a:ext cx="137886" cy="86054"/>
              </a:xfrm>
              <a:custGeom>
                <a:avLst/>
                <a:gdLst>
                  <a:gd name="T0" fmla="*/ 58 w 71"/>
                  <a:gd name="T1" fmla="*/ 2 h 46"/>
                  <a:gd name="T2" fmla="*/ 62 w 71"/>
                  <a:gd name="T3" fmla="*/ 15 h 46"/>
                  <a:gd name="T4" fmla="*/ 23 w 71"/>
                  <a:gd name="T5" fmla="*/ 43 h 46"/>
                  <a:gd name="T6" fmla="*/ 10 w 71"/>
                  <a:gd name="T7" fmla="*/ 40 h 46"/>
                  <a:gd name="T8" fmla="*/ 14 w 71"/>
                  <a:gd name="T9" fmla="*/ 22 h 46"/>
                  <a:gd name="T10" fmla="*/ 58 w 71"/>
                  <a:gd name="T11" fmla="*/ 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46">
                    <a:moveTo>
                      <a:pt x="58" y="2"/>
                    </a:moveTo>
                    <a:cubicBezTo>
                      <a:pt x="64" y="0"/>
                      <a:pt x="70" y="11"/>
                      <a:pt x="62" y="15"/>
                    </a:cubicBezTo>
                    <a:cubicBezTo>
                      <a:pt x="55" y="20"/>
                      <a:pt x="30" y="41"/>
                      <a:pt x="23" y="43"/>
                    </a:cubicBezTo>
                    <a:cubicBezTo>
                      <a:pt x="17" y="44"/>
                      <a:pt x="11" y="45"/>
                      <a:pt x="10" y="40"/>
                    </a:cubicBezTo>
                    <a:cubicBezTo>
                      <a:pt x="10" y="40"/>
                      <a:pt x="0" y="31"/>
                      <a:pt x="14" y="22"/>
                    </a:cubicBezTo>
                    <a:cubicBezTo>
                      <a:pt x="20" y="17"/>
                      <a:pt x="51" y="3"/>
                      <a:pt x="58" y="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1" name="ísľïḓê">
                <a:extLst>
                  <a:ext uri="{FF2B5EF4-FFF2-40B4-BE49-F238E27FC236}">
                    <a16:creationId xmlns:a16="http://schemas.microsoft.com/office/drawing/2014/main" id="{91D056E1-841E-4F69-8938-198D9E7B79B2}"/>
                  </a:ext>
                </a:extLst>
              </p:cNvPr>
              <p:cNvSpPr/>
              <p:nvPr/>
            </p:nvSpPr>
            <p:spPr bwMode="auto">
              <a:xfrm>
                <a:off x="1490887" y="4204715"/>
                <a:ext cx="129271" cy="94657"/>
              </a:xfrm>
              <a:custGeom>
                <a:avLst/>
                <a:gdLst>
                  <a:gd name="T0" fmla="*/ 57 w 67"/>
                  <a:gd name="T1" fmla="*/ 16 h 50"/>
                  <a:gd name="T2" fmla="*/ 58 w 67"/>
                  <a:gd name="T3" fmla="*/ 10 h 50"/>
                  <a:gd name="T4" fmla="*/ 55 w 67"/>
                  <a:gd name="T5" fmla="*/ 7 h 50"/>
                  <a:gd name="T6" fmla="*/ 54 w 67"/>
                  <a:gd name="T7" fmla="*/ 7 h 50"/>
                  <a:gd name="T8" fmla="*/ 11 w 67"/>
                  <a:gd name="T9" fmla="*/ 27 h 50"/>
                  <a:gd name="T10" fmla="*/ 6 w 67"/>
                  <a:gd name="T11" fmla="*/ 35 h 50"/>
                  <a:gd name="T12" fmla="*/ 8 w 67"/>
                  <a:gd name="T13" fmla="*/ 40 h 50"/>
                  <a:gd name="T14" fmla="*/ 9 w 67"/>
                  <a:gd name="T15" fmla="*/ 41 h 50"/>
                  <a:gd name="T16" fmla="*/ 13 w 67"/>
                  <a:gd name="T17" fmla="*/ 43 h 50"/>
                  <a:gd name="T18" fmla="*/ 19 w 67"/>
                  <a:gd name="T19" fmla="*/ 42 h 50"/>
                  <a:gd name="T20" fmla="*/ 45 w 67"/>
                  <a:gd name="T21" fmla="*/ 24 h 50"/>
                  <a:gd name="T22" fmla="*/ 57 w 67"/>
                  <a:gd name="T23" fmla="*/ 16 h 50"/>
                  <a:gd name="T24" fmla="*/ 52 w 67"/>
                  <a:gd name="T25" fmla="*/ 2 h 50"/>
                  <a:gd name="T26" fmla="*/ 64 w 67"/>
                  <a:gd name="T27" fmla="*/ 9 h 50"/>
                  <a:gd name="T28" fmla="*/ 60 w 67"/>
                  <a:gd name="T29" fmla="*/ 21 h 50"/>
                  <a:gd name="T30" fmla="*/ 49 w 67"/>
                  <a:gd name="T31" fmla="*/ 29 h 50"/>
                  <a:gd name="T32" fmla="*/ 20 w 67"/>
                  <a:gd name="T33" fmla="*/ 48 h 50"/>
                  <a:gd name="T34" fmla="*/ 13 w 67"/>
                  <a:gd name="T35" fmla="*/ 49 h 50"/>
                  <a:gd name="T36" fmla="*/ 4 w 67"/>
                  <a:gd name="T37" fmla="*/ 44 h 50"/>
                  <a:gd name="T38" fmla="*/ 0 w 67"/>
                  <a:gd name="T39" fmla="*/ 35 h 50"/>
                  <a:gd name="T40" fmla="*/ 8 w 67"/>
                  <a:gd name="T41" fmla="*/ 22 h 50"/>
                  <a:gd name="T42" fmla="*/ 52 w 67"/>
                  <a:gd name="T43" fmla="*/ 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7" h="50">
                    <a:moveTo>
                      <a:pt x="57" y="16"/>
                    </a:moveTo>
                    <a:cubicBezTo>
                      <a:pt x="59" y="14"/>
                      <a:pt x="59" y="12"/>
                      <a:pt x="58" y="10"/>
                    </a:cubicBezTo>
                    <a:cubicBezTo>
                      <a:pt x="57" y="8"/>
                      <a:pt x="56" y="7"/>
                      <a:pt x="55" y="7"/>
                    </a:cubicBezTo>
                    <a:cubicBezTo>
                      <a:pt x="54" y="7"/>
                      <a:pt x="54" y="7"/>
                      <a:pt x="54" y="7"/>
                    </a:cubicBezTo>
                    <a:cubicBezTo>
                      <a:pt x="49" y="8"/>
                      <a:pt x="17" y="23"/>
                      <a:pt x="11" y="27"/>
                    </a:cubicBezTo>
                    <a:cubicBezTo>
                      <a:pt x="9" y="29"/>
                      <a:pt x="6" y="32"/>
                      <a:pt x="6" y="35"/>
                    </a:cubicBezTo>
                    <a:cubicBezTo>
                      <a:pt x="6" y="38"/>
                      <a:pt x="8" y="40"/>
                      <a:pt x="8" y="40"/>
                    </a:cubicBezTo>
                    <a:cubicBezTo>
                      <a:pt x="9" y="40"/>
                      <a:pt x="9" y="41"/>
                      <a:pt x="9" y="41"/>
                    </a:cubicBezTo>
                    <a:cubicBezTo>
                      <a:pt x="10" y="42"/>
                      <a:pt x="10" y="43"/>
                      <a:pt x="13" y="43"/>
                    </a:cubicBezTo>
                    <a:cubicBezTo>
                      <a:pt x="14" y="43"/>
                      <a:pt x="17" y="42"/>
                      <a:pt x="19" y="42"/>
                    </a:cubicBezTo>
                    <a:cubicBezTo>
                      <a:pt x="23" y="41"/>
                      <a:pt x="37" y="30"/>
                      <a:pt x="45" y="24"/>
                    </a:cubicBezTo>
                    <a:cubicBezTo>
                      <a:pt x="50" y="20"/>
                      <a:pt x="54" y="17"/>
                      <a:pt x="57" y="16"/>
                    </a:cubicBezTo>
                    <a:close/>
                    <a:moveTo>
                      <a:pt x="52" y="2"/>
                    </a:moveTo>
                    <a:cubicBezTo>
                      <a:pt x="57" y="0"/>
                      <a:pt x="63" y="4"/>
                      <a:pt x="64" y="9"/>
                    </a:cubicBezTo>
                    <a:cubicBezTo>
                      <a:pt x="66" y="13"/>
                      <a:pt x="64" y="18"/>
                      <a:pt x="60" y="21"/>
                    </a:cubicBezTo>
                    <a:cubicBezTo>
                      <a:pt x="58" y="22"/>
                      <a:pt x="54" y="25"/>
                      <a:pt x="49" y="29"/>
                    </a:cubicBezTo>
                    <a:cubicBezTo>
                      <a:pt x="35" y="39"/>
                      <a:pt x="25" y="47"/>
                      <a:pt x="20" y="48"/>
                    </a:cubicBezTo>
                    <a:cubicBezTo>
                      <a:pt x="18" y="49"/>
                      <a:pt x="15" y="49"/>
                      <a:pt x="13" y="49"/>
                    </a:cubicBezTo>
                    <a:cubicBezTo>
                      <a:pt x="7" y="49"/>
                      <a:pt x="5" y="47"/>
                      <a:pt x="4" y="44"/>
                    </a:cubicBezTo>
                    <a:cubicBezTo>
                      <a:pt x="2" y="42"/>
                      <a:pt x="0" y="39"/>
                      <a:pt x="0" y="35"/>
                    </a:cubicBezTo>
                    <a:cubicBezTo>
                      <a:pt x="0" y="30"/>
                      <a:pt x="3" y="26"/>
                      <a:pt x="8" y="22"/>
                    </a:cubicBezTo>
                    <a:cubicBezTo>
                      <a:pt x="15" y="17"/>
                      <a:pt x="47" y="4"/>
                      <a:pt x="52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2" name="isľiḍé">
                <a:extLst>
                  <a:ext uri="{FF2B5EF4-FFF2-40B4-BE49-F238E27FC236}">
                    <a16:creationId xmlns:a16="http://schemas.microsoft.com/office/drawing/2014/main" id="{4482BE9C-BA1F-4F47-BDAD-D6B1CF80D66A}"/>
                  </a:ext>
                </a:extLst>
              </p:cNvPr>
              <p:cNvSpPr/>
              <p:nvPr/>
            </p:nvSpPr>
            <p:spPr bwMode="auto">
              <a:xfrm>
                <a:off x="1508122" y="4239136"/>
                <a:ext cx="137886" cy="94657"/>
              </a:xfrm>
              <a:custGeom>
                <a:avLst/>
                <a:gdLst>
                  <a:gd name="T0" fmla="*/ 57 w 70"/>
                  <a:gd name="T1" fmla="*/ 3 h 47"/>
                  <a:gd name="T2" fmla="*/ 62 w 70"/>
                  <a:gd name="T3" fmla="*/ 17 h 47"/>
                  <a:gd name="T4" fmla="*/ 22 w 70"/>
                  <a:gd name="T5" fmla="*/ 44 h 47"/>
                  <a:gd name="T6" fmla="*/ 9 w 70"/>
                  <a:gd name="T7" fmla="*/ 41 h 47"/>
                  <a:gd name="T8" fmla="*/ 12 w 70"/>
                  <a:gd name="T9" fmla="*/ 23 h 47"/>
                  <a:gd name="T10" fmla="*/ 57 w 70"/>
                  <a:gd name="T11" fmla="*/ 3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" h="47">
                    <a:moveTo>
                      <a:pt x="57" y="3"/>
                    </a:moveTo>
                    <a:cubicBezTo>
                      <a:pt x="63" y="0"/>
                      <a:pt x="69" y="12"/>
                      <a:pt x="62" y="17"/>
                    </a:cubicBezTo>
                    <a:cubicBezTo>
                      <a:pt x="55" y="21"/>
                      <a:pt x="29" y="43"/>
                      <a:pt x="22" y="44"/>
                    </a:cubicBezTo>
                    <a:cubicBezTo>
                      <a:pt x="15" y="46"/>
                      <a:pt x="11" y="46"/>
                      <a:pt x="9" y="41"/>
                    </a:cubicBezTo>
                    <a:cubicBezTo>
                      <a:pt x="9" y="41"/>
                      <a:pt x="0" y="33"/>
                      <a:pt x="12" y="23"/>
                    </a:cubicBezTo>
                    <a:cubicBezTo>
                      <a:pt x="19" y="19"/>
                      <a:pt x="51" y="5"/>
                      <a:pt x="57" y="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3" name="í$lîďê">
                <a:extLst>
                  <a:ext uri="{FF2B5EF4-FFF2-40B4-BE49-F238E27FC236}">
                    <a16:creationId xmlns:a16="http://schemas.microsoft.com/office/drawing/2014/main" id="{09BF15F8-4CA2-4E21-9E21-4EBED495D594}"/>
                  </a:ext>
                </a:extLst>
              </p:cNvPr>
              <p:cNvSpPr/>
              <p:nvPr/>
            </p:nvSpPr>
            <p:spPr bwMode="auto">
              <a:xfrm>
                <a:off x="1516743" y="4239136"/>
                <a:ext cx="129265" cy="103265"/>
              </a:xfrm>
              <a:custGeom>
                <a:avLst/>
                <a:gdLst>
                  <a:gd name="T0" fmla="*/ 58 w 67"/>
                  <a:gd name="T1" fmla="*/ 17 h 51"/>
                  <a:gd name="T2" fmla="*/ 59 w 67"/>
                  <a:gd name="T3" fmla="*/ 12 h 51"/>
                  <a:gd name="T4" fmla="*/ 55 w 67"/>
                  <a:gd name="T5" fmla="*/ 8 h 51"/>
                  <a:gd name="T6" fmla="*/ 55 w 67"/>
                  <a:gd name="T7" fmla="*/ 8 h 51"/>
                  <a:gd name="T8" fmla="*/ 12 w 67"/>
                  <a:gd name="T9" fmla="*/ 28 h 51"/>
                  <a:gd name="T10" fmla="*/ 6 w 67"/>
                  <a:gd name="T11" fmla="*/ 36 h 51"/>
                  <a:gd name="T12" fmla="*/ 8 w 67"/>
                  <a:gd name="T13" fmla="*/ 41 h 51"/>
                  <a:gd name="T14" fmla="*/ 10 w 67"/>
                  <a:gd name="T15" fmla="*/ 42 h 51"/>
                  <a:gd name="T16" fmla="*/ 13 w 67"/>
                  <a:gd name="T17" fmla="*/ 44 h 51"/>
                  <a:gd name="T18" fmla="*/ 19 w 67"/>
                  <a:gd name="T19" fmla="*/ 43 h 51"/>
                  <a:gd name="T20" fmla="*/ 45 w 67"/>
                  <a:gd name="T21" fmla="*/ 26 h 51"/>
                  <a:gd name="T22" fmla="*/ 58 w 67"/>
                  <a:gd name="T23" fmla="*/ 17 h 51"/>
                  <a:gd name="T24" fmla="*/ 53 w 67"/>
                  <a:gd name="T25" fmla="*/ 2 h 51"/>
                  <a:gd name="T26" fmla="*/ 64 w 67"/>
                  <a:gd name="T27" fmla="*/ 10 h 51"/>
                  <a:gd name="T28" fmla="*/ 61 w 67"/>
                  <a:gd name="T29" fmla="*/ 22 h 51"/>
                  <a:gd name="T30" fmla="*/ 49 w 67"/>
                  <a:gd name="T31" fmla="*/ 30 h 51"/>
                  <a:gd name="T32" fmla="*/ 20 w 67"/>
                  <a:gd name="T33" fmla="*/ 49 h 51"/>
                  <a:gd name="T34" fmla="*/ 13 w 67"/>
                  <a:gd name="T35" fmla="*/ 50 h 51"/>
                  <a:gd name="T36" fmla="*/ 4 w 67"/>
                  <a:gd name="T37" fmla="*/ 45 h 51"/>
                  <a:gd name="T38" fmla="*/ 0 w 67"/>
                  <a:gd name="T39" fmla="*/ 36 h 51"/>
                  <a:gd name="T40" fmla="*/ 8 w 67"/>
                  <a:gd name="T41" fmla="*/ 23 h 51"/>
                  <a:gd name="T42" fmla="*/ 53 w 67"/>
                  <a:gd name="T43" fmla="*/ 2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7" h="51">
                    <a:moveTo>
                      <a:pt x="58" y="17"/>
                    </a:moveTo>
                    <a:cubicBezTo>
                      <a:pt x="60" y="15"/>
                      <a:pt x="59" y="13"/>
                      <a:pt x="59" y="12"/>
                    </a:cubicBezTo>
                    <a:cubicBezTo>
                      <a:pt x="58" y="9"/>
                      <a:pt x="56" y="8"/>
                      <a:pt x="55" y="8"/>
                    </a:cubicBezTo>
                    <a:lnTo>
                      <a:pt x="55" y="8"/>
                    </a:lnTo>
                    <a:cubicBezTo>
                      <a:pt x="49" y="10"/>
                      <a:pt x="18" y="24"/>
                      <a:pt x="12" y="28"/>
                    </a:cubicBezTo>
                    <a:cubicBezTo>
                      <a:pt x="8" y="31"/>
                      <a:pt x="6" y="34"/>
                      <a:pt x="6" y="36"/>
                    </a:cubicBezTo>
                    <a:cubicBezTo>
                      <a:pt x="6" y="39"/>
                      <a:pt x="8" y="41"/>
                      <a:pt x="8" y="41"/>
                    </a:cubicBezTo>
                    <a:cubicBezTo>
                      <a:pt x="9" y="41"/>
                      <a:pt x="9" y="42"/>
                      <a:pt x="10" y="42"/>
                    </a:cubicBezTo>
                    <a:cubicBezTo>
                      <a:pt x="10" y="43"/>
                      <a:pt x="10" y="44"/>
                      <a:pt x="13" y="44"/>
                    </a:cubicBezTo>
                    <a:cubicBezTo>
                      <a:pt x="14" y="44"/>
                      <a:pt x="17" y="44"/>
                      <a:pt x="19" y="43"/>
                    </a:cubicBezTo>
                    <a:cubicBezTo>
                      <a:pt x="22" y="42"/>
                      <a:pt x="37" y="31"/>
                      <a:pt x="45" y="26"/>
                    </a:cubicBezTo>
                    <a:cubicBezTo>
                      <a:pt x="50" y="22"/>
                      <a:pt x="55" y="18"/>
                      <a:pt x="58" y="17"/>
                    </a:cubicBezTo>
                    <a:close/>
                    <a:moveTo>
                      <a:pt x="53" y="2"/>
                    </a:moveTo>
                    <a:cubicBezTo>
                      <a:pt x="58" y="0"/>
                      <a:pt x="63" y="4"/>
                      <a:pt x="64" y="10"/>
                    </a:cubicBezTo>
                    <a:cubicBezTo>
                      <a:pt x="66" y="14"/>
                      <a:pt x="64" y="19"/>
                      <a:pt x="61" y="22"/>
                    </a:cubicBezTo>
                    <a:cubicBezTo>
                      <a:pt x="58" y="23"/>
                      <a:pt x="54" y="26"/>
                      <a:pt x="49" y="30"/>
                    </a:cubicBezTo>
                    <a:cubicBezTo>
                      <a:pt x="35" y="40"/>
                      <a:pt x="25" y="48"/>
                      <a:pt x="20" y="49"/>
                    </a:cubicBezTo>
                    <a:cubicBezTo>
                      <a:pt x="18" y="50"/>
                      <a:pt x="15" y="50"/>
                      <a:pt x="13" y="50"/>
                    </a:cubicBezTo>
                    <a:cubicBezTo>
                      <a:pt x="7" y="50"/>
                      <a:pt x="5" y="48"/>
                      <a:pt x="4" y="45"/>
                    </a:cubicBezTo>
                    <a:cubicBezTo>
                      <a:pt x="2" y="43"/>
                      <a:pt x="0" y="41"/>
                      <a:pt x="0" y="36"/>
                    </a:cubicBezTo>
                    <a:cubicBezTo>
                      <a:pt x="0" y="32"/>
                      <a:pt x="3" y="27"/>
                      <a:pt x="8" y="23"/>
                    </a:cubicBezTo>
                    <a:cubicBezTo>
                      <a:pt x="15" y="18"/>
                      <a:pt x="47" y="4"/>
                      <a:pt x="53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4" name="ï$ľîdé">
                <a:extLst>
                  <a:ext uri="{FF2B5EF4-FFF2-40B4-BE49-F238E27FC236}">
                    <a16:creationId xmlns:a16="http://schemas.microsoft.com/office/drawing/2014/main" id="{073B5F23-F867-4C8A-9200-017347ED8D2D}"/>
                  </a:ext>
                </a:extLst>
              </p:cNvPr>
              <p:cNvSpPr/>
              <p:nvPr/>
            </p:nvSpPr>
            <p:spPr bwMode="auto">
              <a:xfrm>
                <a:off x="1447800" y="4230528"/>
                <a:ext cx="68943" cy="51632"/>
              </a:xfrm>
              <a:custGeom>
                <a:avLst/>
                <a:gdLst>
                  <a:gd name="T0" fmla="*/ 22 w 34"/>
                  <a:gd name="T1" fmla="*/ 2 h 27"/>
                  <a:gd name="T2" fmla="*/ 26 w 34"/>
                  <a:gd name="T3" fmla="*/ 18 h 27"/>
                  <a:gd name="T4" fmla="*/ 2 w 34"/>
                  <a:gd name="T5" fmla="*/ 18 h 27"/>
                  <a:gd name="T6" fmla="*/ 2 w 34"/>
                  <a:gd name="T7" fmla="*/ 10 h 27"/>
                  <a:gd name="T8" fmla="*/ 22 w 34"/>
                  <a:gd name="T9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27">
                    <a:moveTo>
                      <a:pt x="22" y="2"/>
                    </a:moveTo>
                    <a:cubicBezTo>
                      <a:pt x="28" y="3"/>
                      <a:pt x="33" y="15"/>
                      <a:pt x="26" y="18"/>
                    </a:cubicBezTo>
                    <a:cubicBezTo>
                      <a:pt x="20" y="22"/>
                      <a:pt x="2" y="26"/>
                      <a:pt x="2" y="18"/>
                    </a:cubicBezTo>
                    <a:cubicBezTo>
                      <a:pt x="2" y="18"/>
                      <a:pt x="0" y="13"/>
                      <a:pt x="2" y="10"/>
                    </a:cubicBezTo>
                    <a:cubicBezTo>
                      <a:pt x="4" y="6"/>
                      <a:pt x="15" y="0"/>
                      <a:pt x="22" y="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5" name="ï$ḻiḑê">
                <a:extLst>
                  <a:ext uri="{FF2B5EF4-FFF2-40B4-BE49-F238E27FC236}">
                    <a16:creationId xmlns:a16="http://schemas.microsoft.com/office/drawing/2014/main" id="{B6473BF6-5EF2-4744-B356-4A567F271E31}"/>
                  </a:ext>
                </a:extLst>
              </p:cNvPr>
              <p:cNvSpPr/>
              <p:nvPr/>
            </p:nvSpPr>
            <p:spPr bwMode="auto">
              <a:xfrm>
                <a:off x="1439179" y="4230528"/>
                <a:ext cx="68943" cy="51632"/>
              </a:xfrm>
              <a:custGeom>
                <a:avLst/>
                <a:gdLst>
                  <a:gd name="T0" fmla="*/ 28 w 37"/>
                  <a:gd name="T1" fmla="*/ 16 h 27"/>
                  <a:gd name="T2" fmla="*/ 29 w 37"/>
                  <a:gd name="T3" fmla="*/ 14 h 27"/>
                  <a:gd name="T4" fmla="*/ 24 w 37"/>
                  <a:gd name="T5" fmla="*/ 6 h 27"/>
                  <a:gd name="T6" fmla="*/ 23 w 37"/>
                  <a:gd name="T7" fmla="*/ 6 h 27"/>
                  <a:gd name="T8" fmla="*/ 7 w 37"/>
                  <a:gd name="T9" fmla="*/ 13 h 27"/>
                  <a:gd name="T10" fmla="*/ 7 w 37"/>
                  <a:gd name="T11" fmla="*/ 19 h 27"/>
                  <a:gd name="T12" fmla="*/ 7 w 37"/>
                  <a:gd name="T13" fmla="*/ 19 h 27"/>
                  <a:gd name="T14" fmla="*/ 12 w 37"/>
                  <a:gd name="T15" fmla="*/ 20 h 27"/>
                  <a:gd name="T16" fmla="*/ 28 w 37"/>
                  <a:gd name="T17" fmla="*/ 16 h 27"/>
                  <a:gd name="T18" fmla="*/ 25 w 37"/>
                  <a:gd name="T19" fmla="*/ 1 h 27"/>
                  <a:gd name="T20" fmla="*/ 35 w 37"/>
                  <a:gd name="T21" fmla="*/ 13 h 27"/>
                  <a:gd name="T22" fmla="*/ 31 w 37"/>
                  <a:gd name="T23" fmla="*/ 22 h 27"/>
                  <a:gd name="T24" fmla="*/ 12 w 37"/>
                  <a:gd name="T25" fmla="*/ 26 h 27"/>
                  <a:gd name="T26" fmla="*/ 1 w 37"/>
                  <a:gd name="T27" fmla="*/ 20 h 27"/>
                  <a:gd name="T28" fmla="*/ 2 w 37"/>
                  <a:gd name="T29" fmla="*/ 9 h 27"/>
                  <a:gd name="T30" fmla="*/ 23 w 37"/>
                  <a:gd name="T31" fmla="*/ 0 h 27"/>
                  <a:gd name="T32" fmla="*/ 25 w 37"/>
                  <a:gd name="T33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" h="27">
                    <a:moveTo>
                      <a:pt x="28" y="16"/>
                    </a:moveTo>
                    <a:cubicBezTo>
                      <a:pt x="29" y="16"/>
                      <a:pt x="30" y="15"/>
                      <a:pt x="29" y="14"/>
                    </a:cubicBezTo>
                    <a:cubicBezTo>
                      <a:pt x="29" y="10"/>
                      <a:pt x="26" y="6"/>
                      <a:pt x="24" y="6"/>
                    </a:cubicBezTo>
                    <a:lnTo>
                      <a:pt x="23" y="6"/>
                    </a:lnTo>
                    <a:cubicBezTo>
                      <a:pt x="17" y="6"/>
                      <a:pt x="9" y="11"/>
                      <a:pt x="7" y="13"/>
                    </a:cubicBezTo>
                    <a:cubicBezTo>
                      <a:pt x="6" y="14"/>
                      <a:pt x="6" y="17"/>
                      <a:pt x="7" y="19"/>
                    </a:cubicBezTo>
                    <a:lnTo>
                      <a:pt x="7" y="19"/>
                    </a:lnTo>
                    <a:cubicBezTo>
                      <a:pt x="7" y="19"/>
                      <a:pt x="9" y="20"/>
                      <a:pt x="12" y="20"/>
                    </a:cubicBezTo>
                    <a:cubicBezTo>
                      <a:pt x="17" y="20"/>
                      <a:pt x="25" y="18"/>
                      <a:pt x="28" y="16"/>
                    </a:cubicBezTo>
                    <a:close/>
                    <a:moveTo>
                      <a:pt x="25" y="1"/>
                    </a:moveTo>
                    <a:cubicBezTo>
                      <a:pt x="31" y="1"/>
                      <a:pt x="35" y="8"/>
                      <a:pt x="35" y="13"/>
                    </a:cubicBezTo>
                    <a:cubicBezTo>
                      <a:pt x="36" y="17"/>
                      <a:pt x="34" y="21"/>
                      <a:pt x="31" y="22"/>
                    </a:cubicBezTo>
                    <a:cubicBezTo>
                      <a:pt x="26" y="24"/>
                      <a:pt x="17" y="26"/>
                      <a:pt x="12" y="26"/>
                    </a:cubicBezTo>
                    <a:cubicBezTo>
                      <a:pt x="3" y="26"/>
                      <a:pt x="1" y="22"/>
                      <a:pt x="1" y="20"/>
                    </a:cubicBezTo>
                    <a:cubicBezTo>
                      <a:pt x="1" y="19"/>
                      <a:pt x="0" y="13"/>
                      <a:pt x="2" y="9"/>
                    </a:cubicBezTo>
                    <a:cubicBezTo>
                      <a:pt x="5" y="6"/>
                      <a:pt x="15" y="0"/>
                      <a:pt x="23" y="0"/>
                    </a:cubicBezTo>
                    <a:cubicBezTo>
                      <a:pt x="24" y="0"/>
                      <a:pt x="25" y="0"/>
                      <a:pt x="25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6" name="ísḻíḑè">
                <a:extLst>
                  <a:ext uri="{FF2B5EF4-FFF2-40B4-BE49-F238E27FC236}">
                    <a16:creationId xmlns:a16="http://schemas.microsoft.com/office/drawing/2014/main" id="{1CF27609-0D9E-4693-8B44-450470EB2CC6}"/>
                  </a:ext>
                </a:extLst>
              </p:cNvPr>
              <p:cNvSpPr/>
              <p:nvPr/>
            </p:nvSpPr>
            <p:spPr bwMode="auto">
              <a:xfrm>
                <a:off x="1611537" y="4264950"/>
                <a:ext cx="43092" cy="77451"/>
              </a:xfrm>
              <a:custGeom>
                <a:avLst/>
                <a:gdLst>
                  <a:gd name="T0" fmla="*/ 16 w 24"/>
                  <a:gd name="T1" fmla="*/ 1 h 40"/>
                  <a:gd name="T2" fmla="*/ 21 w 24"/>
                  <a:gd name="T3" fmla="*/ 10 h 40"/>
                  <a:gd name="T4" fmla="*/ 6 w 24"/>
                  <a:gd name="T5" fmla="*/ 38 h 40"/>
                  <a:gd name="T6" fmla="*/ 4 w 24"/>
                  <a:gd name="T7" fmla="*/ 39 h 40"/>
                  <a:gd name="T8" fmla="*/ 1 w 24"/>
                  <a:gd name="T9" fmla="*/ 38 h 40"/>
                  <a:gd name="T10" fmla="*/ 1 w 24"/>
                  <a:gd name="T11" fmla="*/ 34 h 40"/>
                  <a:gd name="T12" fmla="*/ 16 w 24"/>
                  <a:gd name="T13" fmla="*/ 11 h 40"/>
                  <a:gd name="T14" fmla="*/ 13 w 24"/>
                  <a:gd name="T15" fmla="*/ 8 h 40"/>
                  <a:gd name="T16" fmla="*/ 9 w 24"/>
                  <a:gd name="T17" fmla="*/ 8 h 40"/>
                  <a:gd name="T18" fmla="*/ 5 w 24"/>
                  <a:gd name="T19" fmla="*/ 7 h 40"/>
                  <a:gd name="T20" fmla="*/ 6 w 24"/>
                  <a:gd name="T21" fmla="*/ 3 h 40"/>
                  <a:gd name="T22" fmla="*/ 16 w 24"/>
                  <a:gd name="T23" fmla="*/ 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40">
                    <a:moveTo>
                      <a:pt x="16" y="1"/>
                    </a:moveTo>
                    <a:cubicBezTo>
                      <a:pt x="18" y="3"/>
                      <a:pt x="21" y="4"/>
                      <a:pt x="21" y="10"/>
                    </a:cubicBezTo>
                    <a:cubicBezTo>
                      <a:pt x="22" y="11"/>
                      <a:pt x="23" y="15"/>
                      <a:pt x="6" y="38"/>
                    </a:cubicBezTo>
                    <a:cubicBezTo>
                      <a:pt x="5" y="38"/>
                      <a:pt x="4" y="39"/>
                      <a:pt x="4" y="39"/>
                    </a:cubicBezTo>
                    <a:cubicBezTo>
                      <a:pt x="3" y="39"/>
                      <a:pt x="2" y="38"/>
                      <a:pt x="1" y="38"/>
                    </a:cubicBezTo>
                    <a:cubicBezTo>
                      <a:pt x="0" y="37"/>
                      <a:pt x="0" y="35"/>
                      <a:pt x="1" y="34"/>
                    </a:cubicBezTo>
                    <a:cubicBezTo>
                      <a:pt x="8" y="25"/>
                      <a:pt x="15" y="14"/>
                      <a:pt x="16" y="11"/>
                    </a:cubicBezTo>
                    <a:cubicBezTo>
                      <a:pt x="16" y="9"/>
                      <a:pt x="15" y="9"/>
                      <a:pt x="13" y="8"/>
                    </a:cubicBezTo>
                    <a:cubicBezTo>
                      <a:pt x="12" y="8"/>
                      <a:pt x="9" y="8"/>
                      <a:pt x="9" y="8"/>
                    </a:cubicBezTo>
                    <a:cubicBezTo>
                      <a:pt x="8" y="9"/>
                      <a:pt x="7" y="9"/>
                      <a:pt x="5" y="7"/>
                    </a:cubicBezTo>
                    <a:cubicBezTo>
                      <a:pt x="4" y="6"/>
                      <a:pt x="5" y="4"/>
                      <a:pt x="6" y="3"/>
                    </a:cubicBezTo>
                    <a:cubicBezTo>
                      <a:pt x="6" y="2"/>
                      <a:pt x="11" y="0"/>
                      <a:pt x="16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7" name="îṩ1ïḓè">
                <a:extLst>
                  <a:ext uri="{FF2B5EF4-FFF2-40B4-BE49-F238E27FC236}">
                    <a16:creationId xmlns:a16="http://schemas.microsoft.com/office/drawing/2014/main" id="{601377BB-DB03-4CDF-9AA0-3221A516612A}"/>
                  </a:ext>
                </a:extLst>
              </p:cNvPr>
              <p:cNvSpPr/>
              <p:nvPr/>
            </p:nvSpPr>
            <p:spPr bwMode="auto">
              <a:xfrm>
                <a:off x="1637393" y="4299372"/>
                <a:ext cx="17236" cy="43030"/>
              </a:xfrm>
              <a:custGeom>
                <a:avLst/>
                <a:gdLst>
                  <a:gd name="T0" fmla="*/ 3 w 11"/>
                  <a:gd name="T1" fmla="*/ 0 h 23"/>
                  <a:gd name="T2" fmla="*/ 7 w 11"/>
                  <a:gd name="T3" fmla="*/ 3 h 23"/>
                  <a:gd name="T4" fmla="*/ 10 w 11"/>
                  <a:gd name="T5" fmla="*/ 19 h 23"/>
                  <a:gd name="T6" fmla="*/ 7 w 11"/>
                  <a:gd name="T7" fmla="*/ 22 h 23"/>
                  <a:gd name="T8" fmla="*/ 6 w 11"/>
                  <a:gd name="T9" fmla="*/ 22 h 23"/>
                  <a:gd name="T10" fmla="*/ 3 w 11"/>
                  <a:gd name="T11" fmla="*/ 20 h 23"/>
                  <a:gd name="T12" fmla="*/ 0 w 11"/>
                  <a:gd name="T13" fmla="*/ 4 h 23"/>
                  <a:gd name="T14" fmla="*/ 3 w 11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23">
                    <a:moveTo>
                      <a:pt x="3" y="0"/>
                    </a:moveTo>
                    <a:cubicBezTo>
                      <a:pt x="5" y="0"/>
                      <a:pt x="7" y="1"/>
                      <a:pt x="7" y="3"/>
                    </a:cubicBezTo>
                    <a:cubicBezTo>
                      <a:pt x="8" y="5"/>
                      <a:pt x="10" y="18"/>
                      <a:pt x="10" y="19"/>
                    </a:cubicBezTo>
                    <a:cubicBezTo>
                      <a:pt x="10" y="21"/>
                      <a:pt x="9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5" y="22"/>
                      <a:pt x="3" y="21"/>
                      <a:pt x="3" y="20"/>
                    </a:cubicBezTo>
                    <a:cubicBezTo>
                      <a:pt x="2" y="16"/>
                      <a:pt x="1" y="6"/>
                      <a:pt x="0" y="4"/>
                    </a:cubicBezTo>
                    <a:cubicBezTo>
                      <a:pt x="0" y="2"/>
                      <a:pt x="1" y="0"/>
                      <a:pt x="3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8" name="iŝlïḍé">
                <a:extLst>
                  <a:ext uri="{FF2B5EF4-FFF2-40B4-BE49-F238E27FC236}">
                    <a16:creationId xmlns:a16="http://schemas.microsoft.com/office/drawing/2014/main" id="{B9CB2364-E0BF-4C25-A837-194EAA1F648B}"/>
                  </a:ext>
                </a:extLst>
              </p:cNvPr>
              <p:cNvSpPr/>
              <p:nvPr/>
            </p:nvSpPr>
            <p:spPr bwMode="auto">
              <a:xfrm>
                <a:off x="1611537" y="4221926"/>
                <a:ext cx="120650" cy="43024"/>
              </a:xfrm>
              <a:custGeom>
                <a:avLst/>
                <a:gdLst>
                  <a:gd name="T0" fmla="*/ 56 w 60"/>
                  <a:gd name="T1" fmla="*/ 17 h 24"/>
                  <a:gd name="T2" fmla="*/ 59 w 60"/>
                  <a:gd name="T3" fmla="*/ 20 h 24"/>
                  <a:gd name="T4" fmla="*/ 56 w 60"/>
                  <a:gd name="T5" fmla="*/ 23 h 24"/>
                  <a:gd name="T6" fmla="*/ 55 w 60"/>
                  <a:gd name="T7" fmla="*/ 23 h 24"/>
                  <a:gd name="T8" fmla="*/ 0 w 60"/>
                  <a:gd name="T9" fmla="*/ 5 h 24"/>
                  <a:gd name="T10" fmla="*/ 2 w 60"/>
                  <a:gd name="T11" fmla="*/ 1 h 24"/>
                  <a:gd name="T12" fmla="*/ 6 w 60"/>
                  <a:gd name="T13" fmla="*/ 3 h 24"/>
                  <a:gd name="T14" fmla="*/ 56 w 60"/>
                  <a:gd name="T15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56" y="17"/>
                    </a:moveTo>
                    <a:cubicBezTo>
                      <a:pt x="58" y="17"/>
                      <a:pt x="59" y="19"/>
                      <a:pt x="59" y="20"/>
                    </a:cubicBezTo>
                    <a:cubicBezTo>
                      <a:pt x="59" y="22"/>
                      <a:pt x="57" y="23"/>
                      <a:pt x="56" y="23"/>
                    </a:cubicBezTo>
                    <a:cubicBezTo>
                      <a:pt x="56" y="23"/>
                      <a:pt x="56" y="23"/>
                      <a:pt x="55" y="23"/>
                    </a:cubicBezTo>
                    <a:cubicBezTo>
                      <a:pt x="51" y="22"/>
                      <a:pt x="7" y="18"/>
                      <a:pt x="0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10" y="10"/>
                      <a:pt x="39" y="16"/>
                      <a:pt x="56" y="17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9" name="íŝlîḓè">
                <a:extLst>
                  <a:ext uri="{FF2B5EF4-FFF2-40B4-BE49-F238E27FC236}">
                    <a16:creationId xmlns:a16="http://schemas.microsoft.com/office/drawing/2014/main" id="{8D73FE50-5AA2-4409-81FE-33B612EDD5C6}"/>
                  </a:ext>
                </a:extLst>
              </p:cNvPr>
              <p:cNvSpPr/>
              <p:nvPr/>
            </p:nvSpPr>
            <p:spPr bwMode="auto">
              <a:xfrm>
                <a:off x="3042101" y="4058420"/>
                <a:ext cx="163742" cy="60241"/>
              </a:xfrm>
              <a:custGeom>
                <a:avLst/>
                <a:gdLst>
                  <a:gd name="T0" fmla="*/ 80 w 83"/>
                  <a:gd name="T1" fmla="*/ 1 h 30"/>
                  <a:gd name="T2" fmla="*/ 81 w 83"/>
                  <a:gd name="T3" fmla="*/ 5 h 30"/>
                  <a:gd name="T4" fmla="*/ 62 w 83"/>
                  <a:gd name="T5" fmla="*/ 9 h 30"/>
                  <a:gd name="T6" fmla="*/ 6 w 83"/>
                  <a:gd name="T7" fmla="*/ 28 h 30"/>
                  <a:gd name="T8" fmla="*/ 3 w 83"/>
                  <a:gd name="T9" fmla="*/ 29 h 30"/>
                  <a:gd name="T10" fmla="*/ 2 w 83"/>
                  <a:gd name="T11" fmla="*/ 29 h 30"/>
                  <a:gd name="T12" fmla="*/ 0 w 83"/>
                  <a:gd name="T13" fmla="*/ 25 h 30"/>
                  <a:gd name="T14" fmla="*/ 62 w 83"/>
                  <a:gd name="T15" fmla="*/ 3 h 30"/>
                  <a:gd name="T16" fmla="*/ 76 w 83"/>
                  <a:gd name="T17" fmla="*/ 1 h 30"/>
                  <a:gd name="T18" fmla="*/ 80 w 83"/>
                  <a:gd name="T19" fmla="*/ 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3" h="30">
                    <a:moveTo>
                      <a:pt x="80" y="1"/>
                    </a:moveTo>
                    <a:cubicBezTo>
                      <a:pt x="82" y="1"/>
                      <a:pt x="82" y="3"/>
                      <a:pt x="81" y="5"/>
                    </a:cubicBezTo>
                    <a:cubicBezTo>
                      <a:pt x="81" y="8"/>
                      <a:pt x="75" y="8"/>
                      <a:pt x="62" y="9"/>
                    </a:cubicBezTo>
                    <a:cubicBezTo>
                      <a:pt x="44" y="10"/>
                      <a:pt x="13" y="12"/>
                      <a:pt x="6" y="28"/>
                    </a:cubicBezTo>
                    <a:cubicBezTo>
                      <a:pt x="6" y="28"/>
                      <a:pt x="4" y="29"/>
                      <a:pt x="3" y="29"/>
                    </a:cubicBezTo>
                    <a:cubicBezTo>
                      <a:pt x="3" y="29"/>
                      <a:pt x="3" y="29"/>
                      <a:pt x="2" y="29"/>
                    </a:cubicBezTo>
                    <a:cubicBezTo>
                      <a:pt x="0" y="28"/>
                      <a:pt x="0" y="26"/>
                      <a:pt x="0" y="25"/>
                    </a:cubicBezTo>
                    <a:cubicBezTo>
                      <a:pt x="9" y="5"/>
                      <a:pt x="41" y="4"/>
                      <a:pt x="62" y="3"/>
                    </a:cubicBezTo>
                    <a:cubicBezTo>
                      <a:pt x="68" y="3"/>
                      <a:pt x="75" y="2"/>
                      <a:pt x="76" y="1"/>
                    </a:cubicBezTo>
                    <a:cubicBezTo>
                      <a:pt x="77" y="1"/>
                      <a:pt x="78" y="0"/>
                      <a:pt x="80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0" name="îṧḻïďè">
                <a:extLst>
                  <a:ext uri="{FF2B5EF4-FFF2-40B4-BE49-F238E27FC236}">
                    <a16:creationId xmlns:a16="http://schemas.microsoft.com/office/drawing/2014/main" id="{32CCA596-20B7-47F8-8886-1C15228261C6}"/>
                  </a:ext>
                </a:extLst>
              </p:cNvPr>
              <p:cNvSpPr/>
              <p:nvPr/>
            </p:nvSpPr>
            <p:spPr bwMode="auto">
              <a:xfrm>
                <a:off x="3067957" y="3998185"/>
                <a:ext cx="180972" cy="68843"/>
              </a:xfrm>
              <a:custGeom>
                <a:avLst/>
                <a:gdLst>
                  <a:gd name="T0" fmla="*/ 91 w 93"/>
                  <a:gd name="T1" fmla="*/ 21 h 34"/>
                  <a:gd name="T2" fmla="*/ 92 w 93"/>
                  <a:gd name="T3" fmla="*/ 25 h 34"/>
                  <a:gd name="T4" fmla="*/ 88 w 93"/>
                  <a:gd name="T5" fmla="*/ 26 h 34"/>
                  <a:gd name="T6" fmla="*/ 4 w 93"/>
                  <a:gd name="T7" fmla="*/ 33 h 34"/>
                  <a:gd name="T8" fmla="*/ 3 w 93"/>
                  <a:gd name="T9" fmla="*/ 33 h 34"/>
                  <a:gd name="T10" fmla="*/ 0 w 93"/>
                  <a:gd name="T11" fmla="*/ 31 h 34"/>
                  <a:gd name="T12" fmla="*/ 1 w 93"/>
                  <a:gd name="T13" fmla="*/ 26 h 34"/>
                  <a:gd name="T14" fmla="*/ 91 w 93"/>
                  <a:gd name="T15" fmla="*/ 2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34">
                    <a:moveTo>
                      <a:pt x="91" y="21"/>
                    </a:moveTo>
                    <a:cubicBezTo>
                      <a:pt x="92" y="22"/>
                      <a:pt x="92" y="23"/>
                      <a:pt x="92" y="25"/>
                    </a:cubicBezTo>
                    <a:cubicBezTo>
                      <a:pt x="91" y="26"/>
                      <a:pt x="89" y="27"/>
                      <a:pt x="88" y="26"/>
                    </a:cubicBezTo>
                    <a:cubicBezTo>
                      <a:pt x="56" y="7"/>
                      <a:pt x="28" y="19"/>
                      <a:pt x="4" y="33"/>
                    </a:cubicBezTo>
                    <a:lnTo>
                      <a:pt x="3" y="33"/>
                    </a:lnTo>
                    <a:cubicBezTo>
                      <a:pt x="2" y="33"/>
                      <a:pt x="1" y="32"/>
                      <a:pt x="0" y="31"/>
                    </a:cubicBezTo>
                    <a:cubicBezTo>
                      <a:pt x="0" y="29"/>
                      <a:pt x="0" y="28"/>
                      <a:pt x="1" y="26"/>
                    </a:cubicBezTo>
                    <a:cubicBezTo>
                      <a:pt x="27" y="12"/>
                      <a:pt x="57" y="0"/>
                      <a:pt x="91" y="2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1" name="išļîḓè">
                <a:extLst>
                  <a:ext uri="{FF2B5EF4-FFF2-40B4-BE49-F238E27FC236}">
                    <a16:creationId xmlns:a16="http://schemas.microsoft.com/office/drawing/2014/main" id="{3297412D-8B4C-4EF5-B94F-FBBDB8D7CE65}"/>
                  </a:ext>
                </a:extLst>
              </p:cNvPr>
              <p:cNvSpPr/>
              <p:nvPr/>
            </p:nvSpPr>
            <p:spPr bwMode="auto">
              <a:xfrm>
                <a:off x="3033486" y="4178896"/>
                <a:ext cx="103414" cy="86054"/>
              </a:xfrm>
              <a:custGeom>
                <a:avLst/>
                <a:gdLst>
                  <a:gd name="T0" fmla="*/ 4 w 54"/>
                  <a:gd name="T1" fmla="*/ 0 h 46"/>
                  <a:gd name="T2" fmla="*/ 52 w 54"/>
                  <a:gd name="T3" fmla="*/ 41 h 46"/>
                  <a:gd name="T4" fmla="*/ 50 w 54"/>
                  <a:gd name="T5" fmla="*/ 45 h 46"/>
                  <a:gd name="T6" fmla="*/ 49 w 54"/>
                  <a:gd name="T7" fmla="*/ 45 h 46"/>
                  <a:gd name="T8" fmla="*/ 46 w 54"/>
                  <a:gd name="T9" fmla="*/ 44 h 46"/>
                  <a:gd name="T10" fmla="*/ 3 w 54"/>
                  <a:gd name="T11" fmla="*/ 6 h 46"/>
                  <a:gd name="T12" fmla="*/ 1 w 54"/>
                  <a:gd name="T13" fmla="*/ 2 h 46"/>
                  <a:gd name="T14" fmla="*/ 4 w 54"/>
                  <a:gd name="T1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46">
                    <a:moveTo>
                      <a:pt x="4" y="0"/>
                    </a:moveTo>
                    <a:cubicBezTo>
                      <a:pt x="22" y="7"/>
                      <a:pt x="45" y="18"/>
                      <a:pt x="52" y="41"/>
                    </a:cubicBezTo>
                    <a:cubicBezTo>
                      <a:pt x="53" y="43"/>
                      <a:pt x="51" y="45"/>
                      <a:pt x="50" y="45"/>
                    </a:cubicBezTo>
                    <a:lnTo>
                      <a:pt x="49" y="45"/>
                    </a:lnTo>
                    <a:cubicBezTo>
                      <a:pt x="47" y="45"/>
                      <a:pt x="46" y="44"/>
                      <a:pt x="46" y="44"/>
                    </a:cubicBezTo>
                    <a:cubicBezTo>
                      <a:pt x="41" y="27"/>
                      <a:pt x="28" y="1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2" name="ïšļïďè">
                <a:extLst>
                  <a:ext uri="{FF2B5EF4-FFF2-40B4-BE49-F238E27FC236}">
                    <a16:creationId xmlns:a16="http://schemas.microsoft.com/office/drawing/2014/main" id="{13AC7784-B738-470D-8533-4466911D96DC}"/>
                  </a:ext>
                </a:extLst>
              </p:cNvPr>
              <p:cNvSpPr/>
              <p:nvPr/>
            </p:nvSpPr>
            <p:spPr bwMode="auto">
              <a:xfrm>
                <a:off x="3154136" y="4110053"/>
                <a:ext cx="43087" cy="111873"/>
              </a:xfrm>
              <a:custGeom>
                <a:avLst/>
                <a:gdLst>
                  <a:gd name="T0" fmla="*/ 2 w 24"/>
                  <a:gd name="T1" fmla="*/ 1 h 59"/>
                  <a:gd name="T2" fmla="*/ 5 w 24"/>
                  <a:gd name="T3" fmla="*/ 1 h 59"/>
                  <a:gd name="T4" fmla="*/ 22 w 24"/>
                  <a:gd name="T5" fmla="*/ 55 h 59"/>
                  <a:gd name="T6" fmla="*/ 19 w 24"/>
                  <a:gd name="T7" fmla="*/ 58 h 59"/>
                  <a:gd name="T8" fmla="*/ 19 w 24"/>
                  <a:gd name="T9" fmla="*/ 58 h 59"/>
                  <a:gd name="T10" fmla="*/ 16 w 24"/>
                  <a:gd name="T11" fmla="*/ 57 h 59"/>
                  <a:gd name="T12" fmla="*/ 16 w 24"/>
                  <a:gd name="T13" fmla="*/ 54 h 59"/>
                  <a:gd name="T14" fmla="*/ 1 w 24"/>
                  <a:gd name="T15" fmla="*/ 5 h 59"/>
                  <a:gd name="T16" fmla="*/ 2 w 24"/>
                  <a:gd name="T17" fmla="*/ 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59">
                    <a:moveTo>
                      <a:pt x="2" y="1"/>
                    </a:moveTo>
                    <a:cubicBezTo>
                      <a:pt x="2" y="0"/>
                      <a:pt x="5" y="0"/>
                      <a:pt x="5" y="1"/>
                    </a:cubicBezTo>
                    <a:cubicBezTo>
                      <a:pt x="15" y="11"/>
                      <a:pt x="23" y="49"/>
                      <a:pt x="22" y="55"/>
                    </a:cubicBezTo>
                    <a:cubicBezTo>
                      <a:pt x="22" y="57"/>
                      <a:pt x="20" y="58"/>
                      <a:pt x="19" y="58"/>
                    </a:cubicBezTo>
                    <a:lnTo>
                      <a:pt x="19" y="58"/>
                    </a:lnTo>
                    <a:cubicBezTo>
                      <a:pt x="17" y="58"/>
                      <a:pt x="16" y="57"/>
                      <a:pt x="16" y="57"/>
                    </a:cubicBezTo>
                    <a:cubicBezTo>
                      <a:pt x="15" y="55"/>
                      <a:pt x="16" y="54"/>
                      <a:pt x="16" y="54"/>
                    </a:cubicBezTo>
                    <a:cubicBezTo>
                      <a:pt x="17" y="49"/>
                      <a:pt x="9" y="14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3" name="ïSľiḍè">
                <a:extLst>
                  <a:ext uri="{FF2B5EF4-FFF2-40B4-BE49-F238E27FC236}">
                    <a16:creationId xmlns:a16="http://schemas.microsoft.com/office/drawing/2014/main" id="{464EAD7A-1261-422C-BF5F-DA4B3482291A}"/>
                  </a:ext>
                </a:extLst>
              </p:cNvPr>
              <p:cNvSpPr/>
              <p:nvPr/>
            </p:nvSpPr>
            <p:spPr bwMode="auto">
              <a:xfrm>
                <a:off x="3111044" y="3774445"/>
                <a:ext cx="146506" cy="146289"/>
              </a:xfrm>
              <a:custGeom>
                <a:avLst/>
                <a:gdLst>
                  <a:gd name="T0" fmla="*/ 5 w 74"/>
                  <a:gd name="T1" fmla="*/ 2 h 77"/>
                  <a:gd name="T2" fmla="*/ 72 w 74"/>
                  <a:gd name="T3" fmla="*/ 73 h 77"/>
                  <a:gd name="T4" fmla="*/ 70 w 74"/>
                  <a:gd name="T5" fmla="*/ 76 h 77"/>
                  <a:gd name="T6" fmla="*/ 70 w 74"/>
                  <a:gd name="T7" fmla="*/ 76 h 77"/>
                  <a:gd name="T8" fmla="*/ 67 w 74"/>
                  <a:gd name="T9" fmla="*/ 74 h 77"/>
                  <a:gd name="T10" fmla="*/ 1 w 74"/>
                  <a:gd name="T11" fmla="*/ 6 h 77"/>
                  <a:gd name="T12" fmla="*/ 1 w 74"/>
                  <a:gd name="T13" fmla="*/ 3 h 77"/>
                  <a:gd name="T14" fmla="*/ 5 w 74"/>
                  <a:gd name="T15" fmla="*/ 2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" h="77">
                    <a:moveTo>
                      <a:pt x="5" y="2"/>
                    </a:moveTo>
                    <a:cubicBezTo>
                      <a:pt x="19" y="11"/>
                      <a:pt x="66" y="51"/>
                      <a:pt x="72" y="73"/>
                    </a:cubicBezTo>
                    <a:cubicBezTo>
                      <a:pt x="73" y="74"/>
                      <a:pt x="72" y="76"/>
                      <a:pt x="70" y="76"/>
                    </a:cubicBezTo>
                    <a:lnTo>
                      <a:pt x="70" y="76"/>
                    </a:lnTo>
                    <a:cubicBezTo>
                      <a:pt x="68" y="76"/>
                      <a:pt x="67" y="76"/>
                      <a:pt x="67" y="74"/>
                    </a:cubicBezTo>
                    <a:cubicBezTo>
                      <a:pt x="61" y="57"/>
                      <a:pt x="19" y="19"/>
                      <a:pt x="1" y="6"/>
                    </a:cubicBezTo>
                    <a:cubicBezTo>
                      <a:pt x="0" y="6"/>
                      <a:pt x="0" y="4"/>
                      <a:pt x="1" y="3"/>
                    </a:cubicBezTo>
                    <a:cubicBezTo>
                      <a:pt x="1" y="1"/>
                      <a:pt x="4" y="0"/>
                      <a:pt x="5" y="2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4" name="íSḻíḓê">
                <a:extLst>
                  <a:ext uri="{FF2B5EF4-FFF2-40B4-BE49-F238E27FC236}">
                    <a16:creationId xmlns:a16="http://schemas.microsoft.com/office/drawing/2014/main" id="{BEA223F6-AF12-4F24-9F55-76F3A0171410}"/>
                  </a:ext>
                </a:extLst>
              </p:cNvPr>
              <p:cNvSpPr/>
              <p:nvPr/>
            </p:nvSpPr>
            <p:spPr bwMode="auto">
              <a:xfrm>
                <a:off x="3093808" y="3696993"/>
                <a:ext cx="120650" cy="94662"/>
              </a:xfrm>
              <a:custGeom>
                <a:avLst/>
                <a:gdLst>
                  <a:gd name="T0" fmla="*/ 19 w 60"/>
                  <a:gd name="T1" fmla="*/ 10 h 47"/>
                  <a:gd name="T2" fmla="*/ 58 w 60"/>
                  <a:gd name="T3" fmla="*/ 42 h 47"/>
                  <a:gd name="T4" fmla="*/ 58 w 60"/>
                  <a:gd name="T5" fmla="*/ 46 h 47"/>
                  <a:gd name="T6" fmla="*/ 56 w 60"/>
                  <a:gd name="T7" fmla="*/ 46 h 47"/>
                  <a:gd name="T8" fmla="*/ 53 w 60"/>
                  <a:gd name="T9" fmla="*/ 45 h 47"/>
                  <a:gd name="T10" fmla="*/ 16 w 60"/>
                  <a:gd name="T11" fmla="*/ 15 h 47"/>
                  <a:gd name="T12" fmla="*/ 2 w 60"/>
                  <a:gd name="T13" fmla="*/ 6 h 47"/>
                  <a:gd name="T14" fmla="*/ 1 w 60"/>
                  <a:gd name="T15" fmla="*/ 3 h 47"/>
                  <a:gd name="T16" fmla="*/ 5 w 60"/>
                  <a:gd name="T17" fmla="*/ 1 h 47"/>
                  <a:gd name="T18" fmla="*/ 19 w 60"/>
                  <a:gd name="T19" fmla="*/ 1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47">
                    <a:moveTo>
                      <a:pt x="19" y="10"/>
                    </a:moveTo>
                    <a:cubicBezTo>
                      <a:pt x="33" y="18"/>
                      <a:pt x="50" y="28"/>
                      <a:pt x="58" y="42"/>
                    </a:cubicBezTo>
                    <a:cubicBezTo>
                      <a:pt x="59" y="43"/>
                      <a:pt x="59" y="45"/>
                      <a:pt x="58" y="46"/>
                    </a:cubicBezTo>
                    <a:cubicBezTo>
                      <a:pt x="57" y="46"/>
                      <a:pt x="56" y="46"/>
                      <a:pt x="56" y="46"/>
                    </a:cubicBezTo>
                    <a:cubicBezTo>
                      <a:pt x="55" y="46"/>
                      <a:pt x="54" y="45"/>
                      <a:pt x="53" y="45"/>
                    </a:cubicBezTo>
                    <a:cubicBezTo>
                      <a:pt x="45" y="32"/>
                      <a:pt x="31" y="24"/>
                      <a:pt x="16" y="15"/>
                    </a:cubicBezTo>
                    <a:cubicBezTo>
                      <a:pt x="11" y="12"/>
                      <a:pt x="6" y="10"/>
                      <a:pt x="2" y="6"/>
                    </a:cubicBezTo>
                    <a:cubicBezTo>
                      <a:pt x="1" y="6"/>
                      <a:pt x="0" y="3"/>
                      <a:pt x="1" y="3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9" y="4"/>
                      <a:pt x="14" y="6"/>
                      <a:pt x="19" y="1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5" name="îṣľîḓê">
                <a:extLst>
                  <a:ext uri="{FF2B5EF4-FFF2-40B4-BE49-F238E27FC236}">
                    <a16:creationId xmlns:a16="http://schemas.microsoft.com/office/drawing/2014/main" id="{9B1781C5-E090-45B4-A90C-349F641676C9}"/>
                  </a:ext>
                </a:extLst>
              </p:cNvPr>
              <p:cNvSpPr/>
              <p:nvPr/>
            </p:nvSpPr>
            <p:spPr bwMode="auto">
              <a:xfrm>
                <a:off x="2878364" y="4411245"/>
                <a:ext cx="68943" cy="103265"/>
              </a:xfrm>
              <a:custGeom>
                <a:avLst/>
                <a:gdLst>
                  <a:gd name="T0" fmla="*/ 28 w 34"/>
                  <a:gd name="T1" fmla="*/ 1 h 51"/>
                  <a:gd name="T2" fmla="*/ 33 w 34"/>
                  <a:gd name="T3" fmla="*/ 3 h 51"/>
                  <a:gd name="T4" fmla="*/ 31 w 34"/>
                  <a:gd name="T5" fmla="*/ 7 h 51"/>
                  <a:gd name="T6" fmla="*/ 22 w 34"/>
                  <a:gd name="T7" fmla="*/ 20 h 51"/>
                  <a:gd name="T8" fmla="*/ 20 w 34"/>
                  <a:gd name="T9" fmla="*/ 23 h 51"/>
                  <a:gd name="T10" fmla="*/ 7 w 34"/>
                  <a:gd name="T11" fmla="*/ 39 h 51"/>
                  <a:gd name="T12" fmla="*/ 16 w 34"/>
                  <a:gd name="T13" fmla="*/ 43 h 51"/>
                  <a:gd name="T14" fmla="*/ 19 w 34"/>
                  <a:gd name="T15" fmla="*/ 46 h 51"/>
                  <a:gd name="T16" fmla="*/ 16 w 34"/>
                  <a:gd name="T17" fmla="*/ 50 h 51"/>
                  <a:gd name="T18" fmla="*/ 15 w 34"/>
                  <a:gd name="T19" fmla="*/ 50 h 51"/>
                  <a:gd name="T20" fmla="*/ 1 w 34"/>
                  <a:gd name="T21" fmla="*/ 39 h 51"/>
                  <a:gd name="T22" fmla="*/ 16 w 34"/>
                  <a:gd name="T23" fmla="*/ 18 h 51"/>
                  <a:gd name="T24" fmla="*/ 28 w 34"/>
                  <a:gd name="T25" fmla="*/ 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51">
                    <a:moveTo>
                      <a:pt x="28" y="1"/>
                    </a:moveTo>
                    <a:cubicBezTo>
                      <a:pt x="31" y="0"/>
                      <a:pt x="32" y="2"/>
                      <a:pt x="33" y="3"/>
                    </a:cubicBezTo>
                    <a:cubicBezTo>
                      <a:pt x="33" y="5"/>
                      <a:pt x="32" y="7"/>
                      <a:pt x="31" y="7"/>
                    </a:cubicBezTo>
                    <a:cubicBezTo>
                      <a:pt x="26" y="9"/>
                      <a:pt x="21" y="13"/>
                      <a:pt x="22" y="20"/>
                    </a:cubicBezTo>
                    <a:cubicBezTo>
                      <a:pt x="22" y="21"/>
                      <a:pt x="21" y="23"/>
                      <a:pt x="20" y="23"/>
                    </a:cubicBezTo>
                    <a:cubicBezTo>
                      <a:pt x="12" y="25"/>
                      <a:pt x="6" y="33"/>
                      <a:pt x="7" y="39"/>
                    </a:cubicBezTo>
                    <a:cubicBezTo>
                      <a:pt x="7" y="43"/>
                      <a:pt x="12" y="43"/>
                      <a:pt x="16" y="43"/>
                    </a:cubicBezTo>
                    <a:cubicBezTo>
                      <a:pt x="17" y="43"/>
                      <a:pt x="19" y="44"/>
                      <a:pt x="19" y="46"/>
                    </a:cubicBezTo>
                    <a:cubicBezTo>
                      <a:pt x="19" y="48"/>
                      <a:pt x="17" y="50"/>
                      <a:pt x="16" y="50"/>
                    </a:cubicBezTo>
                    <a:cubicBezTo>
                      <a:pt x="15" y="50"/>
                      <a:pt x="15" y="50"/>
                      <a:pt x="15" y="50"/>
                    </a:cubicBezTo>
                    <a:cubicBezTo>
                      <a:pt x="3" y="50"/>
                      <a:pt x="1" y="42"/>
                      <a:pt x="1" y="39"/>
                    </a:cubicBezTo>
                    <a:cubicBezTo>
                      <a:pt x="0" y="31"/>
                      <a:pt x="7" y="21"/>
                      <a:pt x="16" y="18"/>
                    </a:cubicBezTo>
                    <a:cubicBezTo>
                      <a:pt x="16" y="11"/>
                      <a:pt x="21" y="4"/>
                      <a:pt x="28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6" name="íšļîḓê">
                <a:extLst>
                  <a:ext uri="{FF2B5EF4-FFF2-40B4-BE49-F238E27FC236}">
                    <a16:creationId xmlns:a16="http://schemas.microsoft.com/office/drawing/2014/main" id="{0F751A87-1624-4F4E-832C-4AA5BAC027B6}"/>
                  </a:ext>
                </a:extLst>
              </p:cNvPr>
              <p:cNvSpPr/>
              <p:nvPr/>
            </p:nvSpPr>
            <p:spPr bwMode="auto">
              <a:xfrm>
                <a:off x="2783565" y="4428455"/>
                <a:ext cx="94799" cy="68843"/>
              </a:xfrm>
              <a:custGeom>
                <a:avLst/>
                <a:gdLst>
                  <a:gd name="T0" fmla="*/ 43 w 50"/>
                  <a:gd name="T1" fmla="*/ 2 h 37"/>
                  <a:gd name="T2" fmla="*/ 48 w 50"/>
                  <a:gd name="T3" fmla="*/ 1 h 37"/>
                  <a:gd name="T4" fmla="*/ 49 w 50"/>
                  <a:gd name="T5" fmla="*/ 6 h 37"/>
                  <a:gd name="T6" fmla="*/ 43 w 50"/>
                  <a:gd name="T7" fmla="*/ 16 h 37"/>
                  <a:gd name="T8" fmla="*/ 40 w 50"/>
                  <a:gd name="T9" fmla="*/ 18 h 37"/>
                  <a:gd name="T10" fmla="*/ 37 w 50"/>
                  <a:gd name="T11" fmla="*/ 18 h 37"/>
                  <a:gd name="T12" fmla="*/ 9 w 50"/>
                  <a:gd name="T13" fmla="*/ 24 h 37"/>
                  <a:gd name="T14" fmla="*/ 7 w 50"/>
                  <a:gd name="T15" fmla="*/ 33 h 37"/>
                  <a:gd name="T16" fmla="*/ 4 w 50"/>
                  <a:gd name="T17" fmla="*/ 36 h 37"/>
                  <a:gd name="T18" fmla="*/ 0 w 50"/>
                  <a:gd name="T19" fmla="*/ 33 h 37"/>
                  <a:gd name="T20" fmla="*/ 4 w 50"/>
                  <a:gd name="T21" fmla="*/ 21 h 37"/>
                  <a:gd name="T22" fmla="*/ 37 w 50"/>
                  <a:gd name="T23" fmla="*/ 12 h 37"/>
                  <a:gd name="T24" fmla="*/ 38 w 50"/>
                  <a:gd name="T25" fmla="*/ 12 h 37"/>
                  <a:gd name="T26" fmla="*/ 43 w 50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37">
                    <a:moveTo>
                      <a:pt x="43" y="2"/>
                    </a:moveTo>
                    <a:cubicBezTo>
                      <a:pt x="45" y="0"/>
                      <a:pt x="46" y="0"/>
                      <a:pt x="48" y="1"/>
                    </a:cubicBezTo>
                    <a:cubicBezTo>
                      <a:pt x="49" y="2"/>
                      <a:pt x="49" y="4"/>
                      <a:pt x="49" y="6"/>
                    </a:cubicBezTo>
                    <a:cubicBezTo>
                      <a:pt x="46" y="9"/>
                      <a:pt x="45" y="12"/>
                      <a:pt x="43" y="16"/>
                    </a:cubicBezTo>
                    <a:cubicBezTo>
                      <a:pt x="43" y="18"/>
                      <a:pt x="42" y="18"/>
                      <a:pt x="40" y="18"/>
                    </a:cubicBezTo>
                    <a:cubicBezTo>
                      <a:pt x="40" y="18"/>
                      <a:pt x="38" y="18"/>
                      <a:pt x="37" y="18"/>
                    </a:cubicBezTo>
                    <a:cubicBezTo>
                      <a:pt x="28" y="18"/>
                      <a:pt x="15" y="18"/>
                      <a:pt x="9" y="24"/>
                    </a:cubicBezTo>
                    <a:cubicBezTo>
                      <a:pt x="7" y="27"/>
                      <a:pt x="6" y="30"/>
                      <a:pt x="7" y="33"/>
                    </a:cubicBezTo>
                    <a:cubicBezTo>
                      <a:pt x="7" y="35"/>
                      <a:pt x="5" y="36"/>
                      <a:pt x="4" y="36"/>
                    </a:cubicBezTo>
                    <a:cubicBezTo>
                      <a:pt x="1" y="36"/>
                      <a:pt x="1" y="35"/>
                      <a:pt x="0" y="33"/>
                    </a:cubicBezTo>
                    <a:cubicBezTo>
                      <a:pt x="0" y="28"/>
                      <a:pt x="1" y="24"/>
                      <a:pt x="4" y="21"/>
                    </a:cubicBezTo>
                    <a:cubicBezTo>
                      <a:pt x="12" y="12"/>
                      <a:pt x="26" y="12"/>
                      <a:pt x="37" y="12"/>
                    </a:cubicBezTo>
                    <a:lnTo>
                      <a:pt x="38" y="12"/>
                    </a:lnTo>
                    <a:cubicBezTo>
                      <a:pt x="40" y="9"/>
                      <a:pt x="42" y="5"/>
                      <a:pt x="43" y="2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7" name="ïṥḻïdè">
                <a:extLst>
                  <a:ext uri="{FF2B5EF4-FFF2-40B4-BE49-F238E27FC236}">
                    <a16:creationId xmlns:a16="http://schemas.microsoft.com/office/drawing/2014/main" id="{E1630AE4-11D4-4E58-BB7C-10464AD62F0D}"/>
                  </a:ext>
                </a:extLst>
              </p:cNvPr>
              <p:cNvSpPr/>
              <p:nvPr/>
            </p:nvSpPr>
            <p:spPr bwMode="auto">
              <a:xfrm>
                <a:off x="2783565" y="4419847"/>
                <a:ext cx="68943" cy="34422"/>
              </a:xfrm>
              <a:custGeom>
                <a:avLst/>
                <a:gdLst>
                  <a:gd name="T0" fmla="*/ 33 w 37"/>
                  <a:gd name="T1" fmla="*/ 1 h 17"/>
                  <a:gd name="T2" fmla="*/ 35 w 37"/>
                  <a:gd name="T3" fmla="*/ 4 h 17"/>
                  <a:gd name="T4" fmla="*/ 32 w 37"/>
                  <a:gd name="T5" fmla="*/ 8 h 17"/>
                  <a:gd name="T6" fmla="*/ 25 w 37"/>
                  <a:gd name="T7" fmla="*/ 11 h 17"/>
                  <a:gd name="T8" fmla="*/ 17 w 37"/>
                  <a:gd name="T9" fmla="*/ 16 h 17"/>
                  <a:gd name="T10" fmla="*/ 9 w 37"/>
                  <a:gd name="T11" fmla="*/ 12 h 17"/>
                  <a:gd name="T12" fmla="*/ 5 w 37"/>
                  <a:gd name="T13" fmla="*/ 9 h 17"/>
                  <a:gd name="T14" fmla="*/ 1 w 37"/>
                  <a:gd name="T15" fmla="*/ 8 h 17"/>
                  <a:gd name="T16" fmla="*/ 2 w 37"/>
                  <a:gd name="T17" fmla="*/ 4 h 17"/>
                  <a:gd name="T18" fmla="*/ 13 w 37"/>
                  <a:gd name="T19" fmla="*/ 7 h 17"/>
                  <a:gd name="T20" fmla="*/ 17 w 37"/>
                  <a:gd name="T21" fmla="*/ 9 h 17"/>
                  <a:gd name="T22" fmla="*/ 21 w 37"/>
                  <a:gd name="T23" fmla="*/ 6 h 17"/>
                  <a:gd name="T24" fmla="*/ 33 w 37"/>
                  <a:gd name="T25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17">
                    <a:moveTo>
                      <a:pt x="33" y="1"/>
                    </a:moveTo>
                    <a:cubicBezTo>
                      <a:pt x="34" y="1"/>
                      <a:pt x="36" y="3"/>
                      <a:pt x="35" y="4"/>
                    </a:cubicBezTo>
                    <a:cubicBezTo>
                      <a:pt x="35" y="7"/>
                      <a:pt x="34" y="8"/>
                      <a:pt x="32" y="8"/>
                    </a:cubicBezTo>
                    <a:cubicBezTo>
                      <a:pt x="29" y="7"/>
                      <a:pt x="27" y="8"/>
                      <a:pt x="25" y="11"/>
                    </a:cubicBezTo>
                    <a:cubicBezTo>
                      <a:pt x="23" y="13"/>
                      <a:pt x="21" y="16"/>
                      <a:pt x="17" y="16"/>
                    </a:cubicBezTo>
                    <a:cubicBezTo>
                      <a:pt x="14" y="16"/>
                      <a:pt x="11" y="13"/>
                      <a:pt x="9" y="12"/>
                    </a:cubicBezTo>
                    <a:cubicBezTo>
                      <a:pt x="6" y="8"/>
                      <a:pt x="6" y="9"/>
                      <a:pt x="5" y="9"/>
                    </a:cubicBezTo>
                    <a:cubicBezTo>
                      <a:pt x="4" y="10"/>
                      <a:pt x="2" y="10"/>
                      <a:pt x="1" y="8"/>
                    </a:cubicBezTo>
                    <a:cubicBezTo>
                      <a:pt x="0" y="7"/>
                      <a:pt x="1" y="4"/>
                      <a:pt x="2" y="4"/>
                    </a:cubicBezTo>
                    <a:cubicBezTo>
                      <a:pt x="7" y="0"/>
                      <a:pt x="11" y="4"/>
                      <a:pt x="13" y="7"/>
                    </a:cubicBezTo>
                    <a:cubicBezTo>
                      <a:pt x="15" y="8"/>
                      <a:pt x="16" y="9"/>
                      <a:pt x="17" y="9"/>
                    </a:cubicBezTo>
                    <a:cubicBezTo>
                      <a:pt x="19" y="9"/>
                      <a:pt x="19" y="8"/>
                      <a:pt x="21" y="6"/>
                    </a:cubicBezTo>
                    <a:cubicBezTo>
                      <a:pt x="23" y="4"/>
                      <a:pt x="26" y="0"/>
                      <a:pt x="33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8" name="iṣḻîďé">
                <a:extLst>
                  <a:ext uri="{FF2B5EF4-FFF2-40B4-BE49-F238E27FC236}">
                    <a16:creationId xmlns:a16="http://schemas.microsoft.com/office/drawing/2014/main" id="{72A27370-7B9A-4D44-B615-181874147800}"/>
                  </a:ext>
                </a:extLst>
              </p:cNvPr>
              <p:cNvSpPr/>
              <p:nvPr/>
            </p:nvSpPr>
            <p:spPr bwMode="auto">
              <a:xfrm>
                <a:off x="2826657" y="4385426"/>
                <a:ext cx="146501" cy="43030"/>
              </a:xfrm>
              <a:custGeom>
                <a:avLst/>
                <a:gdLst>
                  <a:gd name="T0" fmla="*/ 68 w 74"/>
                  <a:gd name="T1" fmla="*/ 1 h 24"/>
                  <a:gd name="T2" fmla="*/ 72 w 74"/>
                  <a:gd name="T3" fmla="*/ 2 h 24"/>
                  <a:gd name="T4" fmla="*/ 71 w 74"/>
                  <a:gd name="T5" fmla="*/ 6 h 24"/>
                  <a:gd name="T6" fmla="*/ 55 w 74"/>
                  <a:gd name="T7" fmla="*/ 13 h 24"/>
                  <a:gd name="T8" fmla="*/ 33 w 74"/>
                  <a:gd name="T9" fmla="*/ 22 h 24"/>
                  <a:gd name="T10" fmla="*/ 27 w 74"/>
                  <a:gd name="T11" fmla="*/ 23 h 24"/>
                  <a:gd name="T12" fmla="*/ 11 w 74"/>
                  <a:gd name="T13" fmla="*/ 20 h 24"/>
                  <a:gd name="T14" fmla="*/ 3 w 74"/>
                  <a:gd name="T15" fmla="*/ 17 h 24"/>
                  <a:gd name="T16" fmla="*/ 0 w 74"/>
                  <a:gd name="T17" fmla="*/ 14 h 24"/>
                  <a:gd name="T18" fmla="*/ 4 w 74"/>
                  <a:gd name="T19" fmla="*/ 12 h 24"/>
                  <a:gd name="T20" fmla="*/ 13 w 74"/>
                  <a:gd name="T21" fmla="*/ 14 h 24"/>
                  <a:gd name="T22" fmla="*/ 32 w 74"/>
                  <a:gd name="T23" fmla="*/ 17 h 24"/>
                  <a:gd name="T24" fmla="*/ 52 w 74"/>
                  <a:gd name="T25" fmla="*/ 8 h 24"/>
                  <a:gd name="T26" fmla="*/ 68 w 74"/>
                  <a:gd name="T27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24">
                    <a:moveTo>
                      <a:pt x="68" y="1"/>
                    </a:moveTo>
                    <a:cubicBezTo>
                      <a:pt x="70" y="0"/>
                      <a:pt x="72" y="1"/>
                      <a:pt x="72" y="2"/>
                    </a:cubicBezTo>
                    <a:cubicBezTo>
                      <a:pt x="73" y="4"/>
                      <a:pt x="72" y="5"/>
                      <a:pt x="71" y="6"/>
                    </a:cubicBezTo>
                    <a:cubicBezTo>
                      <a:pt x="66" y="8"/>
                      <a:pt x="61" y="11"/>
                      <a:pt x="55" y="13"/>
                    </a:cubicBezTo>
                    <a:cubicBezTo>
                      <a:pt x="48" y="17"/>
                      <a:pt x="41" y="21"/>
                      <a:pt x="33" y="22"/>
                    </a:cubicBezTo>
                    <a:cubicBezTo>
                      <a:pt x="31" y="23"/>
                      <a:pt x="29" y="23"/>
                      <a:pt x="27" y="23"/>
                    </a:cubicBezTo>
                    <a:cubicBezTo>
                      <a:pt x="21" y="23"/>
                      <a:pt x="16" y="22"/>
                      <a:pt x="11" y="20"/>
                    </a:cubicBezTo>
                    <a:cubicBezTo>
                      <a:pt x="8" y="19"/>
                      <a:pt x="6" y="18"/>
                      <a:pt x="3" y="17"/>
                    </a:cubicBezTo>
                    <a:cubicBezTo>
                      <a:pt x="1" y="17"/>
                      <a:pt x="0" y="16"/>
                      <a:pt x="0" y="14"/>
                    </a:cubicBezTo>
                    <a:cubicBezTo>
                      <a:pt x="1" y="12"/>
                      <a:pt x="3" y="12"/>
                      <a:pt x="4" y="12"/>
                    </a:cubicBezTo>
                    <a:cubicBezTo>
                      <a:pt x="7" y="13"/>
                      <a:pt x="10" y="14"/>
                      <a:pt x="13" y="14"/>
                    </a:cubicBezTo>
                    <a:cubicBezTo>
                      <a:pt x="20" y="17"/>
                      <a:pt x="25" y="18"/>
                      <a:pt x="32" y="17"/>
                    </a:cubicBezTo>
                    <a:cubicBezTo>
                      <a:pt x="38" y="15"/>
                      <a:pt x="45" y="12"/>
                      <a:pt x="52" y="8"/>
                    </a:cubicBezTo>
                    <a:cubicBezTo>
                      <a:pt x="58" y="5"/>
                      <a:pt x="63" y="2"/>
                      <a:pt x="68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99" name="ïṣľîḑê">
                <a:extLst>
                  <a:ext uri="{FF2B5EF4-FFF2-40B4-BE49-F238E27FC236}">
                    <a16:creationId xmlns:a16="http://schemas.microsoft.com/office/drawing/2014/main" id="{2F6448D0-83CD-40EC-92E3-DC7B4FB32D03}"/>
                  </a:ext>
                </a:extLst>
              </p:cNvPr>
              <p:cNvSpPr/>
              <p:nvPr/>
            </p:nvSpPr>
            <p:spPr bwMode="auto">
              <a:xfrm>
                <a:off x="3024865" y="4307980"/>
                <a:ext cx="25856" cy="43024"/>
              </a:xfrm>
              <a:custGeom>
                <a:avLst/>
                <a:gdLst>
                  <a:gd name="T0" fmla="*/ 8 w 14"/>
                  <a:gd name="T1" fmla="*/ 4 h 24"/>
                  <a:gd name="T2" fmla="*/ 12 w 14"/>
                  <a:gd name="T3" fmla="*/ 18 h 24"/>
                  <a:gd name="T4" fmla="*/ 12 w 14"/>
                  <a:gd name="T5" fmla="*/ 21 h 24"/>
                  <a:gd name="T6" fmla="*/ 9 w 14"/>
                  <a:gd name="T7" fmla="*/ 23 h 24"/>
                  <a:gd name="T8" fmla="*/ 7 w 14"/>
                  <a:gd name="T9" fmla="*/ 22 h 24"/>
                  <a:gd name="T10" fmla="*/ 2 w 14"/>
                  <a:gd name="T11" fmla="*/ 2 h 24"/>
                  <a:gd name="T12" fmla="*/ 6 w 14"/>
                  <a:gd name="T13" fmla="*/ 0 h 24"/>
                  <a:gd name="T14" fmla="*/ 8 w 14"/>
                  <a:gd name="T15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24">
                    <a:moveTo>
                      <a:pt x="8" y="4"/>
                    </a:moveTo>
                    <a:cubicBezTo>
                      <a:pt x="7" y="7"/>
                      <a:pt x="7" y="14"/>
                      <a:pt x="12" y="18"/>
                    </a:cubicBezTo>
                    <a:cubicBezTo>
                      <a:pt x="12" y="18"/>
                      <a:pt x="13" y="21"/>
                      <a:pt x="12" y="21"/>
                    </a:cubicBezTo>
                    <a:cubicBezTo>
                      <a:pt x="11" y="22"/>
                      <a:pt x="10" y="23"/>
                      <a:pt x="9" y="23"/>
                    </a:cubicBezTo>
                    <a:cubicBezTo>
                      <a:pt x="9" y="23"/>
                      <a:pt x="8" y="23"/>
                      <a:pt x="7" y="22"/>
                    </a:cubicBezTo>
                    <a:cubicBezTo>
                      <a:pt x="3" y="18"/>
                      <a:pt x="0" y="11"/>
                      <a:pt x="2" y="2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7" y="1"/>
                      <a:pt x="9" y="2"/>
                      <a:pt x="8" y="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0" name="îṧ1îďe">
                <a:extLst>
                  <a:ext uri="{FF2B5EF4-FFF2-40B4-BE49-F238E27FC236}">
                    <a16:creationId xmlns:a16="http://schemas.microsoft.com/office/drawing/2014/main" id="{027B14E9-07F3-4C8E-B5B1-371C98869FBC}"/>
                  </a:ext>
                </a:extLst>
              </p:cNvPr>
              <p:cNvSpPr/>
              <p:nvPr/>
            </p:nvSpPr>
            <p:spPr bwMode="auto">
              <a:xfrm>
                <a:off x="2861129" y="4316582"/>
                <a:ext cx="68943" cy="60241"/>
              </a:xfrm>
              <a:custGeom>
                <a:avLst/>
                <a:gdLst>
                  <a:gd name="T0" fmla="*/ 34 w 37"/>
                  <a:gd name="T1" fmla="*/ 0 h 30"/>
                  <a:gd name="T2" fmla="*/ 35 w 37"/>
                  <a:gd name="T3" fmla="*/ 5 h 30"/>
                  <a:gd name="T4" fmla="*/ 20 w 37"/>
                  <a:gd name="T5" fmla="*/ 15 h 30"/>
                  <a:gd name="T6" fmla="*/ 6 w 37"/>
                  <a:gd name="T7" fmla="*/ 27 h 30"/>
                  <a:gd name="T8" fmla="*/ 3 w 37"/>
                  <a:gd name="T9" fmla="*/ 29 h 30"/>
                  <a:gd name="T10" fmla="*/ 2 w 37"/>
                  <a:gd name="T11" fmla="*/ 29 h 30"/>
                  <a:gd name="T12" fmla="*/ 0 w 37"/>
                  <a:gd name="T13" fmla="*/ 25 h 30"/>
                  <a:gd name="T14" fmla="*/ 18 w 37"/>
                  <a:gd name="T15" fmla="*/ 9 h 30"/>
                  <a:gd name="T16" fmla="*/ 30 w 37"/>
                  <a:gd name="T17" fmla="*/ 1 h 30"/>
                  <a:gd name="T18" fmla="*/ 34 w 37"/>
                  <a:gd name="T1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" h="30">
                    <a:moveTo>
                      <a:pt x="34" y="0"/>
                    </a:moveTo>
                    <a:cubicBezTo>
                      <a:pt x="36" y="1"/>
                      <a:pt x="36" y="3"/>
                      <a:pt x="35" y="5"/>
                    </a:cubicBezTo>
                    <a:cubicBezTo>
                      <a:pt x="31" y="10"/>
                      <a:pt x="26" y="12"/>
                      <a:pt x="20" y="15"/>
                    </a:cubicBezTo>
                    <a:cubicBezTo>
                      <a:pt x="13" y="18"/>
                      <a:pt x="8" y="20"/>
                      <a:pt x="6" y="27"/>
                    </a:cubicBezTo>
                    <a:cubicBezTo>
                      <a:pt x="6" y="28"/>
                      <a:pt x="5" y="29"/>
                      <a:pt x="3" y="29"/>
                    </a:cubicBezTo>
                    <a:cubicBezTo>
                      <a:pt x="3" y="29"/>
                      <a:pt x="3" y="29"/>
                      <a:pt x="2" y="29"/>
                    </a:cubicBezTo>
                    <a:cubicBezTo>
                      <a:pt x="1" y="28"/>
                      <a:pt x="0" y="27"/>
                      <a:pt x="0" y="25"/>
                    </a:cubicBezTo>
                    <a:cubicBezTo>
                      <a:pt x="3" y="15"/>
                      <a:pt x="11" y="12"/>
                      <a:pt x="18" y="9"/>
                    </a:cubicBezTo>
                    <a:cubicBezTo>
                      <a:pt x="23" y="7"/>
                      <a:pt x="28" y="5"/>
                      <a:pt x="30" y="1"/>
                    </a:cubicBezTo>
                    <a:cubicBezTo>
                      <a:pt x="31" y="0"/>
                      <a:pt x="33" y="0"/>
                      <a:pt x="34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1" name="iś1ïḑe">
                <a:extLst>
                  <a:ext uri="{FF2B5EF4-FFF2-40B4-BE49-F238E27FC236}">
                    <a16:creationId xmlns:a16="http://schemas.microsoft.com/office/drawing/2014/main" id="{6C65BB53-162A-4AA1-9695-3E78C33A6628}"/>
                  </a:ext>
                </a:extLst>
              </p:cNvPr>
              <p:cNvSpPr/>
              <p:nvPr/>
            </p:nvSpPr>
            <p:spPr bwMode="auto">
              <a:xfrm>
                <a:off x="3076572" y="3550704"/>
                <a:ext cx="103414" cy="68843"/>
              </a:xfrm>
              <a:custGeom>
                <a:avLst/>
                <a:gdLst>
                  <a:gd name="T0" fmla="*/ 44 w 51"/>
                  <a:gd name="T1" fmla="*/ 26 h 37"/>
                  <a:gd name="T2" fmla="*/ 49 w 51"/>
                  <a:gd name="T3" fmla="*/ 31 h 37"/>
                  <a:gd name="T4" fmla="*/ 49 w 51"/>
                  <a:gd name="T5" fmla="*/ 36 h 37"/>
                  <a:gd name="T6" fmla="*/ 47 w 51"/>
                  <a:gd name="T7" fmla="*/ 36 h 37"/>
                  <a:gd name="T8" fmla="*/ 44 w 51"/>
                  <a:gd name="T9" fmla="*/ 36 h 37"/>
                  <a:gd name="T10" fmla="*/ 40 w 51"/>
                  <a:gd name="T11" fmla="*/ 31 h 37"/>
                  <a:gd name="T12" fmla="*/ 2 w 51"/>
                  <a:gd name="T13" fmla="*/ 7 h 37"/>
                  <a:gd name="T14" fmla="*/ 0 w 51"/>
                  <a:gd name="T15" fmla="*/ 3 h 37"/>
                  <a:gd name="T16" fmla="*/ 3 w 51"/>
                  <a:gd name="T17" fmla="*/ 0 h 37"/>
                  <a:gd name="T18" fmla="*/ 44 w 51"/>
                  <a:gd name="T19" fmla="*/ 2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37">
                    <a:moveTo>
                      <a:pt x="44" y="26"/>
                    </a:moveTo>
                    <a:cubicBezTo>
                      <a:pt x="45" y="28"/>
                      <a:pt x="47" y="29"/>
                      <a:pt x="49" y="31"/>
                    </a:cubicBezTo>
                    <a:cubicBezTo>
                      <a:pt x="50" y="32"/>
                      <a:pt x="50" y="34"/>
                      <a:pt x="49" y="36"/>
                    </a:cubicBezTo>
                    <a:cubicBezTo>
                      <a:pt x="48" y="36"/>
                      <a:pt x="47" y="36"/>
                      <a:pt x="47" y="36"/>
                    </a:cubicBezTo>
                    <a:cubicBezTo>
                      <a:pt x="46" y="36"/>
                      <a:pt x="45" y="36"/>
                      <a:pt x="44" y="36"/>
                    </a:cubicBezTo>
                    <a:cubicBezTo>
                      <a:pt x="43" y="34"/>
                      <a:pt x="41" y="32"/>
                      <a:pt x="40" y="31"/>
                    </a:cubicBezTo>
                    <a:cubicBezTo>
                      <a:pt x="28" y="19"/>
                      <a:pt x="20" y="11"/>
                      <a:pt x="2" y="7"/>
                    </a:cubicBezTo>
                    <a:cubicBezTo>
                      <a:pt x="1" y="7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23" y="5"/>
                      <a:pt x="32" y="14"/>
                      <a:pt x="44" y="2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2" name="ï$lîḋê">
                <a:extLst>
                  <a:ext uri="{FF2B5EF4-FFF2-40B4-BE49-F238E27FC236}">
                    <a16:creationId xmlns:a16="http://schemas.microsoft.com/office/drawing/2014/main" id="{997923C3-351A-48CF-B348-4C4BCF0EF84C}"/>
                  </a:ext>
                </a:extLst>
              </p:cNvPr>
              <p:cNvSpPr/>
              <p:nvPr/>
            </p:nvSpPr>
            <p:spPr bwMode="auto">
              <a:xfrm>
                <a:off x="2878364" y="3585126"/>
                <a:ext cx="94794" cy="266765"/>
              </a:xfrm>
              <a:custGeom>
                <a:avLst/>
                <a:gdLst>
                  <a:gd name="T0" fmla="*/ 32 w 47"/>
                  <a:gd name="T1" fmla="*/ 104 h 137"/>
                  <a:gd name="T2" fmla="*/ 45 w 47"/>
                  <a:gd name="T3" fmla="*/ 132 h 137"/>
                  <a:gd name="T4" fmla="*/ 43 w 47"/>
                  <a:gd name="T5" fmla="*/ 136 h 137"/>
                  <a:gd name="T6" fmla="*/ 42 w 47"/>
                  <a:gd name="T7" fmla="*/ 136 h 137"/>
                  <a:gd name="T8" fmla="*/ 39 w 47"/>
                  <a:gd name="T9" fmla="*/ 134 h 137"/>
                  <a:gd name="T10" fmla="*/ 25 w 47"/>
                  <a:gd name="T11" fmla="*/ 107 h 137"/>
                  <a:gd name="T12" fmla="*/ 14 w 47"/>
                  <a:gd name="T13" fmla="*/ 85 h 137"/>
                  <a:gd name="T14" fmla="*/ 1 w 47"/>
                  <a:gd name="T15" fmla="*/ 3 h 137"/>
                  <a:gd name="T16" fmla="*/ 5 w 47"/>
                  <a:gd name="T17" fmla="*/ 0 h 137"/>
                  <a:gd name="T18" fmla="*/ 8 w 47"/>
                  <a:gd name="T19" fmla="*/ 4 h 137"/>
                  <a:gd name="T20" fmla="*/ 20 w 47"/>
                  <a:gd name="T21" fmla="*/ 82 h 137"/>
                  <a:gd name="T22" fmla="*/ 32 w 47"/>
                  <a:gd name="T23" fmla="*/ 10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7" h="137">
                    <a:moveTo>
                      <a:pt x="32" y="104"/>
                    </a:moveTo>
                    <a:cubicBezTo>
                      <a:pt x="38" y="116"/>
                      <a:pt x="44" y="128"/>
                      <a:pt x="45" y="132"/>
                    </a:cubicBezTo>
                    <a:cubicBezTo>
                      <a:pt x="46" y="134"/>
                      <a:pt x="45" y="136"/>
                      <a:pt x="43" y="136"/>
                    </a:cubicBezTo>
                    <a:cubicBezTo>
                      <a:pt x="43" y="136"/>
                      <a:pt x="43" y="136"/>
                      <a:pt x="42" y="136"/>
                    </a:cubicBezTo>
                    <a:cubicBezTo>
                      <a:pt x="41" y="136"/>
                      <a:pt x="39" y="136"/>
                      <a:pt x="39" y="134"/>
                    </a:cubicBezTo>
                    <a:cubicBezTo>
                      <a:pt x="38" y="130"/>
                      <a:pt x="32" y="118"/>
                      <a:pt x="25" y="107"/>
                    </a:cubicBezTo>
                    <a:cubicBezTo>
                      <a:pt x="21" y="98"/>
                      <a:pt x="17" y="90"/>
                      <a:pt x="14" y="85"/>
                    </a:cubicBezTo>
                    <a:cubicBezTo>
                      <a:pt x="4" y="61"/>
                      <a:pt x="0" y="36"/>
                      <a:pt x="1" y="3"/>
                    </a:cubicBezTo>
                    <a:cubicBezTo>
                      <a:pt x="2" y="2"/>
                      <a:pt x="3" y="0"/>
                      <a:pt x="5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6" y="35"/>
                      <a:pt x="10" y="59"/>
                      <a:pt x="20" y="82"/>
                    </a:cubicBezTo>
                    <a:cubicBezTo>
                      <a:pt x="22" y="87"/>
                      <a:pt x="27" y="96"/>
                      <a:pt x="32" y="10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3" name="íṡḻíḋe">
                <a:extLst>
                  <a:ext uri="{FF2B5EF4-FFF2-40B4-BE49-F238E27FC236}">
                    <a16:creationId xmlns:a16="http://schemas.microsoft.com/office/drawing/2014/main" id="{07431BAF-D759-4864-8923-3212CCADDE8D}"/>
                  </a:ext>
                </a:extLst>
              </p:cNvPr>
              <p:cNvSpPr/>
              <p:nvPr/>
            </p:nvSpPr>
            <p:spPr bwMode="auto">
              <a:xfrm>
                <a:off x="2163079" y="4006788"/>
                <a:ext cx="60328" cy="129084"/>
              </a:xfrm>
              <a:custGeom>
                <a:avLst/>
                <a:gdLst>
                  <a:gd name="T0" fmla="*/ 14 w 33"/>
                  <a:gd name="T1" fmla="*/ 6 h 65"/>
                  <a:gd name="T2" fmla="*/ 31 w 33"/>
                  <a:gd name="T3" fmla="*/ 58 h 65"/>
                  <a:gd name="T4" fmla="*/ 31 w 33"/>
                  <a:gd name="T5" fmla="*/ 63 h 65"/>
                  <a:gd name="T6" fmla="*/ 29 w 33"/>
                  <a:gd name="T7" fmla="*/ 64 h 65"/>
                  <a:gd name="T8" fmla="*/ 27 w 33"/>
                  <a:gd name="T9" fmla="*/ 63 h 65"/>
                  <a:gd name="T10" fmla="*/ 8 w 33"/>
                  <a:gd name="T11" fmla="*/ 4 h 65"/>
                  <a:gd name="T12" fmla="*/ 13 w 33"/>
                  <a:gd name="T13" fmla="*/ 2 h 65"/>
                  <a:gd name="T14" fmla="*/ 14 w 33"/>
                  <a:gd name="T15" fmla="*/ 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65">
                    <a:moveTo>
                      <a:pt x="14" y="6"/>
                    </a:moveTo>
                    <a:cubicBezTo>
                      <a:pt x="6" y="22"/>
                      <a:pt x="19" y="48"/>
                      <a:pt x="31" y="58"/>
                    </a:cubicBezTo>
                    <a:cubicBezTo>
                      <a:pt x="32" y="59"/>
                      <a:pt x="32" y="62"/>
                      <a:pt x="31" y="63"/>
                    </a:cubicBezTo>
                    <a:cubicBezTo>
                      <a:pt x="31" y="64"/>
                      <a:pt x="30" y="64"/>
                      <a:pt x="29" y="64"/>
                    </a:cubicBezTo>
                    <a:cubicBezTo>
                      <a:pt x="29" y="64"/>
                      <a:pt x="28" y="64"/>
                      <a:pt x="27" y="63"/>
                    </a:cubicBezTo>
                    <a:cubicBezTo>
                      <a:pt x="13" y="51"/>
                      <a:pt x="0" y="22"/>
                      <a:pt x="8" y="4"/>
                    </a:cubicBezTo>
                    <a:cubicBezTo>
                      <a:pt x="9" y="2"/>
                      <a:pt x="12" y="0"/>
                      <a:pt x="13" y="2"/>
                    </a:cubicBezTo>
                    <a:cubicBezTo>
                      <a:pt x="15" y="3"/>
                      <a:pt x="15" y="4"/>
                      <a:pt x="14" y="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4" name="ïšḷîḓe">
                <a:extLst>
                  <a:ext uri="{FF2B5EF4-FFF2-40B4-BE49-F238E27FC236}">
                    <a16:creationId xmlns:a16="http://schemas.microsoft.com/office/drawing/2014/main" id="{131E8D43-7EE1-42AC-A88F-DB60ACABB580}"/>
                  </a:ext>
                </a:extLst>
              </p:cNvPr>
              <p:cNvSpPr/>
              <p:nvPr/>
            </p:nvSpPr>
            <p:spPr bwMode="auto">
              <a:xfrm>
                <a:off x="2180315" y="3998185"/>
                <a:ext cx="86179" cy="77446"/>
              </a:xfrm>
              <a:custGeom>
                <a:avLst/>
                <a:gdLst>
                  <a:gd name="T0" fmla="*/ 33 w 43"/>
                  <a:gd name="T1" fmla="*/ 24 h 40"/>
                  <a:gd name="T2" fmla="*/ 41 w 43"/>
                  <a:gd name="T3" fmla="*/ 34 h 40"/>
                  <a:gd name="T4" fmla="*/ 41 w 43"/>
                  <a:gd name="T5" fmla="*/ 38 h 40"/>
                  <a:gd name="T6" fmla="*/ 39 w 43"/>
                  <a:gd name="T7" fmla="*/ 39 h 40"/>
                  <a:gd name="T8" fmla="*/ 36 w 43"/>
                  <a:gd name="T9" fmla="*/ 38 h 40"/>
                  <a:gd name="T10" fmla="*/ 29 w 43"/>
                  <a:gd name="T11" fmla="*/ 27 h 40"/>
                  <a:gd name="T12" fmla="*/ 3 w 43"/>
                  <a:gd name="T13" fmla="*/ 7 h 40"/>
                  <a:gd name="T14" fmla="*/ 0 w 43"/>
                  <a:gd name="T15" fmla="*/ 3 h 40"/>
                  <a:gd name="T16" fmla="*/ 3 w 43"/>
                  <a:gd name="T17" fmla="*/ 1 h 40"/>
                  <a:gd name="T18" fmla="*/ 33 w 43"/>
                  <a:gd name="T19" fmla="*/ 2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40">
                    <a:moveTo>
                      <a:pt x="33" y="24"/>
                    </a:moveTo>
                    <a:cubicBezTo>
                      <a:pt x="36" y="27"/>
                      <a:pt x="39" y="31"/>
                      <a:pt x="41" y="34"/>
                    </a:cubicBezTo>
                    <a:cubicBezTo>
                      <a:pt x="42" y="35"/>
                      <a:pt x="42" y="37"/>
                      <a:pt x="41" y="38"/>
                    </a:cubicBezTo>
                    <a:cubicBezTo>
                      <a:pt x="40" y="38"/>
                      <a:pt x="39" y="39"/>
                      <a:pt x="39" y="39"/>
                    </a:cubicBezTo>
                    <a:cubicBezTo>
                      <a:pt x="38" y="39"/>
                      <a:pt x="37" y="38"/>
                      <a:pt x="36" y="38"/>
                    </a:cubicBezTo>
                    <a:cubicBezTo>
                      <a:pt x="33" y="35"/>
                      <a:pt x="31" y="31"/>
                      <a:pt x="29" y="27"/>
                    </a:cubicBezTo>
                    <a:cubicBezTo>
                      <a:pt x="21" y="17"/>
                      <a:pt x="15" y="8"/>
                      <a:pt x="3" y="7"/>
                    </a:cubicBezTo>
                    <a:cubicBezTo>
                      <a:pt x="1" y="6"/>
                      <a:pt x="0" y="5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19" y="2"/>
                      <a:pt x="27" y="13"/>
                      <a:pt x="33" y="2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5" name="íṧlîďe">
                <a:extLst>
                  <a:ext uri="{FF2B5EF4-FFF2-40B4-BE49-F238E27FC236}">
                    <a16:creationId xmlns:a16="http://schemas.microsoft.com/office/drawing/2014/main" id="{D497EB55-F154-465B-A708-7119F96441EF}"/>
                  </a:ext>
                </a:extLst>
              </p:cNvPr>
              <p:cNvSpPr/>
              <p:nvPr/>
            </p:nvSpPr>
            <p:spPr bwMode="auto">
              <a:xfrm>
                <a:off x="2344057" y="4901750"/>
                <a:ext cx="146501" cy="25819"/>
              </a:xfrm>
              <a:custGeom>
                <a:avLst/>
                <a:gdLst>
                  <a:gd name="T0" fmla="*/ 73 w 77"/>
                  <a:gd name="T1" fmla="*/ 1 h 13"/>
                  <a:gd name="T2" fmla="*/ 76 w 77"/>
                  <a:gd name="T3" fmla="*/ 4 h 13"/>
                  <a:gd name="T4" fmla="*/ 73 w 77"/>
                  <a:gd name="T5" fmla="*/ 7 h 13"/>
                  <a:gd name="T6" fmla="*/ 54 w 77"/>
                  <a:gd name="T7" fmla="*/ 10 h 13"/>
                  <a:gd name="T8" fmla="*/ 25 w 77"/>
                  <a:gd name="T9" fmla="*/ 12 h 13"/>
                  <a:gd name="T10" fmla="*/ 2 w 77"/>
                  <a:gd name="T11" fmla="*/ 5 h 13"/>
                  <a:gd name="T12" fmla="*/ 2 w 77"/>
                  <a:gd name="T13" fmla="*/ 1 h 13"/>
                  <a:gd name="T14" fmla="*/ 6 w 77"/>
                  <a:gd name="T15" fmla="*/ 1 h 13"/>
                  <a:gd name="T16" fmla="*/ 53 w 77"/>
                  <a:gd name="T17" fmla="*/ 4 h 13"/>
                  <a:gd name="T18" fmla="*/ 73 w 77"/>
                  <a:gd name="T19" fmla="*/ 1 h 13"/>
                  <a:gd name="T20" fmla="*/ 73 w 77"/>
                  <a:gd name="T21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7" h="13">
                    <a:moveTo>
                      <a:pt x="73" y="1"/>
                    </a:moveTo>
                    <a:cubicBezTo>
                      <a:pt x="75" y="1"/>
                      <a:pt x="76" y="3"/>
                      <a:pt x="76" y="4"/>
                    </a:cubicBezTo>
                    <a:cubicBezTo>
                      <a:pt x="76" y="5"/>
                      <a:pt x="75" y="7"/>
                      <a:pt x="73" y="7"/>
                    </a:cubicBezTo>
                    <a:cubicBezTo>
                      <a:pt x="68" y="7"/>
                      <a:pt x="61" y="8"/>
                      <a:pt x="54" y="10"/>
                    </a:cubicBezTo>
                    <a:cubicBezTo>
                      <a:pt x="44" y="11"/>
                      <a:pt x="34" y="12"/>
                      <a:pt x="25" y="12"/>
                    </a:cubicBezTo>
                    <a:cubicBezTo>
                      <a:pt x="16" y="12"/>
                      <a:pt x="8" y="11"/>
                      <a:pt x="2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5" y="10"/>
                      <a:pt x="35" y="7"/>
                      <a:pt x="53" y="4"/>
                    </a:cubicBezTo>
                    <a:cubicBezTo>
                      <a:pt x="61" y="3"/>
                      <a:pt x="67" y="1"/>
                      <a:pt x="73" y="1"/>
                    </a:cubicBezTo>
                    <a:lnTo>
                      <a:pt x="73" y="1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6" name="îsļïďê">
                <a:extLst>
                  <a:ext uri="{FF2B5EF4-FFF2-40B4-BE49-F238E27FC236}">
                    <a16:creationId xmlns:a16="http://schemas.microsoft.com/office/drawing/2014/main" id="{78A37B66-7F50-4198-B85F-2FC93831DC1F}"/>
                  </a:ext>
                </a:extLst>
              </p:cNvPr>
              <p:cNvSpPr/>
              <p:nvPr/>
            </p:nvSpPr>
            <p:spPr bwMode="auto">
              <a:xfrm>
                <a:off x="2413000" y="4979201"/>
                <a:ext cx="120650" cy="68843"/>
              </a:xfrm>
              <a:custGeom>
                <a:avLst/>
                <a:gdLst>
                  <a:gd name="T0" fmla="*/ 54 w 61"/>
                  <a:gd name="T1" fmla="*/ 1 h 37"/>
                  <a:gd name="T2" fmla="*/ 58 w 61"/>
                  <a:gd name="T3" fmla="*/ 1 h 37"/>
                  <a:gd name="T4" fmla="*/ 58 w 61"/>
                  <a:gd name="T5" fmla="*/ 5 h 37"/>
                  <a:gd name="T6" fmla="*/ 4 w 61"/>
                  <a:gd name="T7" fmla="*/ 36 h 37"/>
                  <a:gd name="T8" fmla="*/ 4 w 61"/>
                  <a:gd name="T9" fmla="*/ 36 h 37"/>
                  <a:gd name="T10" fmla="*/ 0 w 61"/>
                  <a:gd name="T11" fmla="*/ 34 h 37"/>
                  <a:gd name="T12" fmla="*/ 3 w 61"/>
                  <a:gd name="T13" fmla="*/ 30 h 37"/>
                  <a:gd name="T14" fmla="*/ 54 w 61"/>
                  <a:gd name="T15" fmla="*/ 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37">
                    <a:moveTo>
                      <a:pt x="54" y="1"/>
                    </a:moveTo>
                    <a:cubicBezTo>
                      <a:pt x="55" y="0"/>
                      <a:pt x="58" y="0"/>
                      <a:pt x="58" y="1"/>
                    </a:cubicBezTo>
                    <a:cubicBezTo>
                      <a:pt x="60" y="2"/>
                      <a:pt x="60" y="4"/>
                      <a:pt x="58" y="5"/>
                    </a:cubicBezTo>
                    <a:cubicBezTo>
                      <a:pt x="47" y="19"/>
                      <a:pt x="22" y="30"/>
                      <a:pt x="4" y="36"/>
                    </a:cubicBezTo>
                    <a:lnTo>
                      <a:pt x="4" y="36"/>
                    </a:lnTo>
                    <a:cubicBezTo>
                      <a:pt x="2" y="36"/>
                      <a:pt x="1" y="35"/>
                      <a:pt x="0" y="34"/>
                    </a:cubicBezTo>
                    <a:cubicBezTo>
                      <a:pt x="0" y="32"/>
                      <a:pt x="1" y="30"/>
                      <a:pt x="3" y="30"/>
                    </a:cubicBezTo>
                    <a:cubicBezTo>
                      <a:pt x="21" y="24"/>
                      <a:pt x="44" y="13"/>
                      <a:pt x="54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7" name="í$1ïďé">
                <a:extLst>
                  <a:ext uri="{FF2B5EF4-FFF2-40B4-BE49-F238E27FC236}">
                    <a16:creationId xmlns:a16="http://schemas.microsoft.com/office/drawing/2014/main" id="{B6061AC1-AD1B-4ADD-973F-A71D67984572}"/>
                  </a:ext>
                </a:extLst>
              </p:cNvPr>
              <p:cNvSpPr/>
              <p:nvPr/>
            </p:nvSpPr>
            <p:spPr bwMode="auto">
              <a:xfrm>
                <a:off x="2473322" y="4987804"/>
                <a:ext cx="68943" cy="77451"/>
              </a:xfrm>
              <a:custGeom>
                <a:avLst/>
                <a:gdLst>
                  <a:gd name="T0" fmla="*/ 30 w 34"/>
                  <a:gd name="T1" fmla="*/ 0 h 40"/>
                  <a:gd name="T2" fmla="*/ 32 w 34"/>
                  <a:gd name="T3" fmla="*/ 4 h 40"/>
                  <a:gd name="T4" fmla="*/ 5 w 34"/>
                  <a:gd name="T5" fmla="*/ 38 h 40"/>
                  <a:gd name="T6" fmla="*/ 3 w 34"/>
                  <a:gd name="T7" fmla="*/ 39 h 40"/>
                  <a:gd name="T8" fmla="*/ 1 w 34"/>
                  <a:gd name="T9" fmla="*/ 38 h 40"/>
                  <a:gd name="T10" fmla="*/ 1 w 34"/>
                  <a:gd name="T11" fmla="*/ 34 h 40"/>
                  <a:gd name="T12" fmla="*/ 26 w 34"/>
                  <a:gd name="T13" fmla="*/ 2 h 40"/>
                  <a:gd name="T14" fmla="*/ 30 w 34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40">
                    <a:moveTo>
                      <a:pt x="30" y="0"/>
                    </a:moveTo>
                    <a:cubicBezTo>
                      <a:pt x="32" y="0"/>
                      <a:pt x="33" y="3"/>
                      <a:pt x="32" y="4"/>
                    </a:cubicBezTo>
                    <a:cubicBezTo>
                      <a:pt x="26" y="17"/>
                      <a:pt x="15" y="31"/>
                      <a:pt x="5" y="38"/>
                    </a:cubicBezTo>
                    <a:cubicBezTo>
                      <a:pt x="5" y="39"/>
                      <a:pt x="4" y="39"/>
                      <a:pt x="3" y="39"/>
                    </a:cubicBezTo>
                    <a:cubicBezTo>
                      <a:pt x="2" y="39"/>
                      <a:pt x="1" y="39"/>
                      <a:pt x="1" y="38"/>
                    </a:cubicBezTo>
                    <a:cubicBezTo>
                      <a:pt x="0" y="37"/>
                      <a:pt x="0" y="34"/>
                      <a:pt x="1" y="34"/>
                    </a:cubicBezTo>
                    <a:cubicBezTo>
                      <a:pt x="11" y="26"/>
                      <a:pt x="21" y="14"/>
                      <a:pt x="26" y="2"/>
                    </a:cubicBezTo>
                    <a:cubicBezTo>
                      <a:pt x="27" y="0"/>
                      <a:pt x="29" y="0"/>
                      <a:pt x="30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8" name="í$ľíde">
                <a:extLst>
                  <a:ext uri="{FF2B5EF4-FFF2-40B4-BE49-F238E27FC236}">
                    <a16:creationId xmlns:a16="http://schemas.microsoft.com/office/drawing/2014/main" id="{24A0FBA8-72B8-45D2-AF60-D5BDAA638E77}"/>
                  </a:ext>
                </a:extLst>
              </p:cNvPr>
              <p:cNvSpPr/>
              <p:nvPr/>
            </p:nvSpPr>
            <p:spPr bwMode="auto">
              <a:xfrm>
                <a:off x="2430236" y="4523112"/>
                <a:ext cx="77558" cy="232349"/>
              </a:xfrm>
              <a:custGeom>
                <a:avLst/>
                <a:gdLst>
                  <a:gd name="T0" fmla="*/ 38 w 40"/>
                  <a:gd name="T1" fmla="*/ 3 h 121"/>
                  <a:gd name="T2" fmla="*/ 38 w 40"/>
                  <a:gd name="T3" fmla="*/ 8 h 121"/>
                  <a:gd name="T4" fmla="*/ 4 w 40"/>
                  <a:gd name="T5" fmla="*/ 120 h 121"/>
                  <a:gd name="T6" fmla="*/ 2 w 40"/>
                  <a:gd name="T7" fmla="*/ 120 h 121"/>
                  <a:gd name="T8" fmla="*/ 0 w 40"/>
                  <a:gd name="T9" fmla="*/ 118 h 121"/>
                  <a:gd name="T10" fmla="*/ 1 w 40"/>
                  <a:gd name="T11" fmla="*/ 114 h 121"/>
                  <a:gd name="T12" fmla="*/ 32 w 40"/>
                  <a:gd name="T13" fmla="*/ 8 h 121"/>
                  <a:gd name="T14" fmla="*/ 32 w 40"/>
                  <a:gd name="T15" fmla="*/ 3 h 121"/>
                  <a:gd name="T16" fmla="*/ 35 w 40"/>
                  <a:gd name="T17" fmla="*/ 0 h 121"/>
                  <a:gd name="T18" fmla="*/ 38 w 40"/>
                  <a:gd name="T19" fmla="*/ 3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121">
                    <a:moveTo>
                      <a:pt x="38" y="3"/>
                    </a:moveTo>
                    <a:lnTo>
                      <a:pt x="38" y="8"/>
                    </a:lnTo>
                    <a:cubicBezTo>
                      <a:pt x="39" y="45"/>
                      <a:pt x="39" y="100"/>
                      <a:pt x="4" y="120"/>
                    </a:cubicBezTo>
                    <a:cubicBezTo>
                      <a:pt x="4" y="120"/>
                      <a:pt x="3" y="120"/>
                      <a:pt x="2" y="120"/>
                    </a:cubicBezTo>
                    <a:cubicBezTo>
                      <a:pt x="2" y="120"/>
                      <a:pt x="0" y="119"/>
                      <a:pt x="0" y="118"/>
                    </a:cubicBezTo>
                    <a:cubicBezTo>
                      <a:pt x="0" y="117"/>
                      <a:pt x="0" y="115"/>
                      <a:pt x="1" y="114"/>
                    </a:cubicBezTo>
                    <a:cubicBezTo>
                      <a:pt x="32" y="96"/>
                      <a:pt x="32" y="44"/>
                      <a:pt x="32" y="8"/>
                    </a:cubicBezTo>
                    <a:lnTo>
                      <a:pt x="32" y="3"/>
                    </a:lnTo>
                    <a:cubicBezTo>
                      <a:pt x="32" y="2"/>
                      <a:pt x="34" y="0"/>
                      <a:pt x="35" y="0"/>
                    </a:cubicBezTo>
                    <a:cubicBezTo>
                      <a:pt x="37" y="0"/>
                      <a:pt x="38" y="2"/>
                      <a:pt x="38" y="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09" name="ïśļiḓe">
                <a:extLst>
                  <a:ext uri="{FF2B5EF4-FFF2-40B4-BE49-F238E27FC236}">
                    <a16:creationId xmlns:a16="http://schemas.microsoft.com/office/drawing/2014/main" id="{5D83CE7C-822F-483E-8E14-296F578A0875}"/>
                  </a:ext>
                </a:extLst>
              </p:cNvPr>
              <p:cNvSpPr/>
              <p:nvPr/>
            </p:nvSpPr>
            <p:spPr bwMode="auto">
              <a:xfrm>
                <a:off x="2421615" y="4523112"/>
                <a:ext cx="25856" cy="266770"/>
              </a:xfrm>
              <a:custGeom>
                <a:avLst/>
                <a:gdLst>
                  <a:gd name="T0" fmla="*/ 8 w 14"/>
                  <a:gd name="T1" fmla="*/ 35 h 138"/>
                  <a:gd name="T2" fmla="*/ 12 w 14"/>
                  <a:gd name="T3" fmla="*/ 133 h 138"/>
                  <a:gd name="T4" fmla="*/ 10 w 14"/>
                  <a:gd name="T5" fmla="*/ 137 h 138"/>
                  <a:gd name="T6" fmla="*/ 9 w 14"/>
                  <a:gd name="T7" fmla="*/ 137 h 138"/>
                  <a:gd name="T8" fmla="*/ 6 w 14"/>
                  <a:gd name="T9" fmla="*/ 134 h 138"/>
                  <a:gd name="T10" fmla="*/ 2 w 14"/>
                  <a:gd name="T11" fmla="*/ 35 h 138"/>
                  <a:gd name="T12" fmla="*/ 2 w 14"/>
                  <a:gd name="T13" fmla="*/ 3 h 138"/>
                  <a:gd name="T14" fmla="*/ 5 w 14"/>
                  <a:gd name="T15" fmla="*/ 0 h 138"/>
                  <a:gd name="T16" fmla="*/ 8 w 14"/>
                  <a:gd name="T17" fmla="*/ 3 h 138"/>
                  <a:gd name="T18" fmla="*/ 8 w 14"/>
                  <a:gd name="T19" fmla="*/ 3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" h="138">
                    <a:moveTo>
                      <a:pt x="8" y="35"/>
                    </a:moveTo>
                    <a:cubicBezTo>
                      <a:pt x="7" y="71"/>
                      <a:pt x="6" y="112"/>
                      <a:pt x="12" y="133"/>
                    </a:cubicBezTo>
                    <a:cubicBezTo>
                      <a:pt x="13" y="134"/>
                      <a:pt x="12" y="136"/>
                      <a:pt x="10" y="137"/>
                    </a:cubicBezTo>
                    <a:cubicBezTo>
                      <a:pt x="10" y="137"/>
                      <a:pt x="10" y="137"/>
                      <a:pt x="9" y="137"/>
                    </a:cubicBezTo>
                    <a:cubicBezTo>
                      <a:pt x="8" y="137"/>
                      <a:pt x="7" y="136"/>
                      <a:pt x="6" y="134"/>
                    </a:cubicBezTo>
                    <a:cubicBezTo>
                      <a:pt x="0" y="113"/>
                      <a:pt x="1" y="71"/>
                      <a:pt x="2" y="35"/>
                    </a:cubicBezTo>
                    <a:cubicBezTo>
                      <a:pt x="2" y="24"/>
                      <a:pt x="2" y="13"/>
                      <a:pt x="2" y="3"/>
                    </a:cubicBezTo>
                    <a:cubicBezTo>
                      <a:pt x="2" y="2"/>
                      <a:pt x="3" y="0"/>
                      <a:pt x="5" y="0"/>
                    </a:cubicBezTo>
                    <a:cubicBezTo>
                      <a:pt x="7" y="0"/>
                      <a:pt x="8" y="2"/>
                      <a:pt x="8" y="3"/>
                    </a:cubicBezTo>
                    <a:cubicBezTo>
                      <a:pt x="8" y="13"/>
                      <a:pt x="8" y="24"/>
                      <a:pt x="8" y="35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0" name="íṡļiḍê">
                <a:extLst>
                  <a:ext uri="{FF2B5EF4-FFF2-40B4-BE49-F238E27FC236}">
                    <a16:creationId xmlns:a16="http://schemas.microsoft.com/office/drawing/2014/main" id="{1BED39D2-8604-44C1-9A50-AD907A3ECB4A}"/>
                  </a:ext>
                </a:extLst>
              </p:cNvPr>
              <p:cNvSpPr/>
              <p:nvPr/>
            </p:nvSpPr>
            <p:spPr bwMode="auto">
              <a:xfrm>
                <a:off x="2413000" y="5813923"/>
                <a:ext cx="904872" cy="352824"/>
              </a:xfrm>
              <a:custGeom>
                <a:avLst/>
                <a:gdLst>
                  <a:gd name="T0" fmla="*/ 229 w 465"/>
                  <a:gd name="T1" fmla="*/ 0 h 180"/>
                  <a:gd name="T2" fmla="*/ 321 w 465"/>
                  <a:gd name="T3" fmla="*/ 44 h 180"/>
                  <a:gd name="T4" fmla="*/ 464 w 465"/>
                  <a:gd name="T5" fmla="*/ 90 h 180"/>
                  <a:gd name="T6" fmla="*/ 418 w 465"/>
                  <a:gd name="T7" fmla="*/ 111 h 180"/>
                  <a:gd name="T8" fmla="*/ 261 w 465"/>
                  <a:gd name="T9" fmla="*/ 179 h 180"/>
                  <a:gd name="T10" fmla="*/ 118 w 465"/>
                  <a:gd name="T11" fmla="*/ 132 h 180"/>
                  <a:gd name="T12" fmla="*/ 0 w 465"/>
                  <a:gd name="T13" fmla="*/ 71 h 180"/>
                  <a:gd name="T14" fmla="*/ 229 w 465"/>
                  <a:gd name="T1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5" h="180">
                    <a:moveTo>
                      <a:pt x="229" y="0"/>
                    </a:moveTo>
                    <a:lnTo>
                      <a:pt x="321" y="44"/>
                    </a:lnTo>
                    <a:lnTo>
                      <a:pt x="464" y="90"/>
                    </a:lnTo>
                    <a:lnTo>
                      <a:pt x="418" y="111"/>
                    </a:lnTo>
                    <a:lnTo>
                      <a:pt x="261" y="179"/>
                    </a:lnTo>
                    <a:lnTo>
                      <a:pt x="118" y="132"/>
                    </a:lnTo>
                    <a:lnTo>
                      <a:pt x="0" y="71"/>
                    </a:lnTo>
                    <a:lnTo>
                      <a:pt x="229" y="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1" name="ïsliďe">
                <a:extLst>
                  <a:ext uri="{FF2B5EF4-FFF2-40B4-BE49-F238E27FC236}">
                    <a16:creationId xmlns:a16="http://schemas.microsoft.com/office/drawing/2014/main" id="{3F469F9C-80EC-4C7E-8BA8-740E526E03DB}"/>
                  </a:ext>
                </a:extLst>
              </p:cNvPr>
              <p:cNvSpPr/>
              <p:nvPr/>
            </p:nvSpPr>
            <p:spPr bwMode="auto">
              <a:xfrm>
                <a:off x="2413000" y="5805320"/>
                <a:ext cx="913493" cy="370030"/>
              </a:xfrm>
              <a:custGeom>
                <a:avLst/>
                <a:gdLst>
                  <a:gd name="T0" fmla="*/ 418 w 468"/>
                  <a:gd name="T1" fmla="*/ 113 h 188"/>
                  <a:gd name="T2" fmla="*/ 456 w 468"/>
                  <a:gd name="T3" fmla="*/ 95 h 188"/>
                  <a:gd name="T4" fmla="*/ 322 w 468"/>
                  <a:gd name="T5" fmla="*/ 51 h 188"/>
                  <a:gd name="T6" fmla="*/ 321 w 468"/>
                  <a:gd name="T7" fmla="*/ 51 h 188"/>
                  <a:gd name="T8" fmla="*/ 230 w 468"/>
                  <a:gd name="T9" fmla="*/ 7 h 188"/>
                  <a:gd name="T10" fmla="*/ 11 w 468"/>
                  <a:gd name="T11" fmla="*/ 76 h 188"/>
                  <a:gd name="T12" fmla="*/ 122 w 468"/>
                  <a:gd name="T13" fmla="*/ 134 h 188"/>
                  <a:gd name="T14" fmla="*/ 263 w 468"/>
                  <a:gd name="T15" fmla="*/ 181 h 188"/>
                  <a:gd name="T16" fmla="*/ 418 w 468"/>
                  <a:gd name="T17" fmla="*/ 113 h 188"/>
                  <a:gd name="T18" fmla="*/ 465 w 468"/>
                  <a:gd name="T19" fmla="*/ 91 h 188"/>
                  <a:gd name="T20" fmla="*/ 467 w 468"/>
                  <a:gd name="T21" fmla="*/ 94 h 188"/>
                  <a:gd name="T22" fmla="*/ 465 w 468"/>
                  <a:gd name="T23" fmla="*/ 97 h 188"/>
                  <a:gd name="T24" fmla="*/ 420 w 468"/>
                  <a:gd name="T25" fmla="*/ 118 h 188"/>
                  <a:gd name="T26" fmla="*/ 263 w 468"/>
                  <a:gd name="T27" fmla="*/ 187 h 188"/>
                  <a:gd name="T28" fmla="*/ 263 w 468"/>
                  <a:gd name="T29" fmla="*/ 187 h 188"/>
                  <a:gd name="T30" fmla="*/ 262 w 468"/>
                  <a:gd name="T31" fmla="*/ 187 h 188"/>
                  <a:gd name="T32" fmla="*/ 120 w 468"/>
                  <a:gd name="T33" fmla="*/ 140 h 188"/>
                  <a:gd name="T34" fmla="*/ 119 w 468"/>
                  <a:gd name="T35" fmla="*/ 139 h 188"/>
                  <a:gd name="T36" fmla="*/ 2 w 468"/>
                  <a:gd name="T37" fmla="*/ 78 h 188"/>
                  <a:gd name="T38" fmla="*/ 0 w 468"/>
                  <a:gd name="T39" fmla="*/ 75 h 188"/>
                  <a:gd name="T40" fmla="*/ 3 w 468"/>
                  <a:gd name="T41" fmla="*/ 73 h 188"/>
                  <a:gd name="T42" fmla="*/ 229 w 468"/>
                  <a:gd name="T43" fmla="*/ 1 h 188"/>
                  <a:gd name="T44" fmla="*/ 232 w 468"/>
                  <a:gd name="T45" fmla="*/ 1 h 188"/>
                  <a:gd name="T46" fmla="*/ 323 w 468"/>
                  <a:gd name="T47" fmla="*/ 45 h 188"/>
                  <a:gd name="T48" fmla="*/ 465 w 468"/>
                  <a:gd name="T49" fmla="*/ 91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68" h="188">
                    <a:moveTo>
                      <a:pt x="418" y="113"/>
                    </a:moveTo>
                    <a:lnTo>
                      <a:pt x="456" y="95"/>
                    </a:lnTo>
                    <a:lnTo>
                      <a:pt x="322" y="51"/>
                    </a:lnTo>
                    <a:cubicBezTo>
                      <a:pt x="321" y="51"/>
                      <a:pt x="321" y="51"/>
                      <a:pt x="321" y="51"/>
                    </a:cubicBezTo>
                    <a:lnTo>
                      <a:pt x="230" y="7"/>
                    </a:lnTo>
                    <a:lnTo>
                      <a:pt x="11" y="76"/>
                    </a:lnTo>
                    <a:lnTo>
                      <a:pt x="122" y="134"/>
                    </a:lnTo>
                    <a:lnTo>
                      <a:pt x="263" y="181"/>
                    </a:lnTo>
                    <a:lnTo>
                      <a:pt x="418" y="113"/>
                    </a:lnTo>
                    <a:close/>
                    <a:moveTo>
                      <a:pt x="465" y="91"/>
                    </a:moveTo>
                    <a:cubicBezTo>
                      <a:pt x="466" y="92"/>
                      <a:pt x="467" y="92"/>
                      <a:pt x="467" y="94"/>
                    </a:cubicBezTo>
                    <a:cubicBezTo>
                      <a:pt x="467" y="95"/>
                      <a:pt x="467" y="96"/>
                      <a:pt x="465" y="97"/>
                    </a:cubicBezTo>
                    <a:lnTo>
                      <a:pt x="420" y="118"/>
                    </a:lnTo>
                    <a:lnTo>
                      <a:pt x="263" y="187"/>
                    </a:lnTo>
                    <a:lnTo>
                      <a:pt x="263" y="187"/>
                    </a:lnTo>
                    <a:cubicBezTo>
                      <a:pt x="262" y="187"/>
                      <a:pt x="262" y="187"/>
                      <a:pt x="262" y="187"/>
                    </a:cubicBezTo>
                    <a:lnTo>
                      <a:pt x="120" y="140"/>
                    </a:lnTo>
                    <a:lnTo>
                      <a:pt x="119" y="139"/>
                    </a:lnTo>
                    <a:lnTo>
                      <a:pt x="2" y="78"/>
                    </a:lnTo>
                    <a:cubicBezTo>
                      <a:pt x="0" y="77"/>
                      <a:pt x="0" y="76"/>
                      <a:pt x="0" y="75"/>
                    </a:cubicBezTo>
                    <a:cubicBezTo>
                      <a:pt x="0" y="73"/>
                      <a:pt x="1" y="73"/>
                      <a:pt x="3" y="73"/>
                    </a:cubicBezTo>
                    <a:lnTo>
                      <a:pt x="229" y="1"/>
                    </a:lnTo>
                    <a:cubicBezTo>
                      <a:pt x="230" y="0"/>
                      <a:pt x="231" y="0"/>
                      <a:pt x="232" y="1"/>
                    </a:cubicBezTo>
                    <a:lnTo>
                      <a:pt x="323" y="45"/>
                    </a:lnTo>
                    <a:lnTo>
                      <a:pt x="465" y="91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2" name="íṣľidê">
                <a:extLst>
                  <a:ext uri="{FF2B5EF4-FFF2-40B4-BE49-F238E27FC236}">
                    <a16:creationId xmlns:a16="http://schemas.microsoft.com/office/drawing/2014/main" id="{CEBA209B-E2FC-45E4-963F-A9ABC424DAEC}"/>
                  </a:ext>
                </a:extLst>
              </p:cNvPr>
              <p:cNvSpPr/>
              <p:nvPr/>
            </p:nvSpPr>
            <p:spPr bwMode="auto">
              <a:xfrm>
                <a:off x="2413000" y="5788110"/>
                <a:ext cx="904872" cy="370030"/>
              </a:xfrm>
              <a:custGeom>
                <a:avLst/>
                <a:gdLst>
                  <a:gd name="T0" fmla="*/ 231 w 465"/>
                  <a:gd name="T1" fmla="*/ 0 h 188"/>
                  <a:gd name="T2" fmla="*/ 322 w 465"/>
                  <a:gd name="T3" fmla="*/ 45 h 188"/>
                  <a:gd name="T4" fmla="*/ 464 w 465"/>
                  <a:gd name="T5" fmla="*/ 91 h 188"/>
                  <a:gd name="T6" fmla="*/ 419 w 465"/>
                  <a:gd name="T7" fmla="*/ 113 h 188"/>
                  <a:gd name="T8" fmla="*/ 262 w 465"/>
                  <a:gd name="T9" fmla="*/ 187 h 188"/>
                  <a:gd name="T10" fmla="*/ 121 w 465"/>
                  <a:gd name="T11" fmla="*/ 133 h 188"/>
                  <a:gd name="T12" fmla="*/ 0 w 465"/>
                  <a:gd name="T13" fmla="*/ 79 h 188"/>
                  <a:gd name="T14" fmla="*/ 231 w 465"/>
                  <a:gd name="T15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5" h="188">
                    <a:moveTo>
                      <a:pt x="231" y="0"/>
                    </a:moveTo>
                    <a:lnTo>
                      <a:pt x="322" y="45"/>
                    </a:lnTo>
                    <a:lnTo>
                      <a:pt x="464" y="91"/>
                    </a:lnTo>
                    <a:lnTo>
                      <a:pt x="419" y="113"/>
                    </a:lnTo>
                    <a:lnTo>
                      <a:pt x="262" y="187"/>
                    </a:lnTo>
                    <a:lnTo>
                      <a:pt x="121" y="133"/>
                    </a:lnTo>
                    <a:lnTo>
                      <a:pt x="0" y="79"/>
                    </a:lnTo>
                    <a:lnTo>
                      <a:pt x="231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3" name="is1iḋè">
                <a:extLst>
                  <a:ext uri="{FF2B5EF4-FFF2-40B4-BE49-F238E27FC236}">
                    <a16:creationId xmlns:a16="http://schemas.microsoft.com/office/drawing/2014/main" id="{7A414887-7E9E-4788-8C29-C180384C92E2}"/>
                  </a:ext>
                </a:extLst>
              </p:cNvPr>
              <p:cNvSpPr/>
              <p:nvPr/>
            </p:nvSpPr>
            <p:spPr bwMode="auto">
              <a:xfrm>
                <a:off x="2413000" y="5788110"/>
                <a:ext cx="922108" cy="378638"/>
              </a:xfrm>
              <a:custGeom>
                <a:avLst/>
                <a:gdLst>
                  <a:gd name="T0" fmla="*/ 421 w 472"/>
                  <a:gd name="T1" fmla="*/ 113 h 194"/>
                  <a:gd name="T2" fmla="*/ 459 w 472"/>
                  <a:gd name="T3" fmla="*/ 95 h 194"/>
                  <a:gd name="T4" fmla="*/ 325 w 472"/>
                  <a:gd name="T5" fmla="*/ 51 h 194"/>
                  <a:gd name="T6" fmla="*/ 324 w 472"/>
                  <a:gd name="T7" fmla="*/ 51 h 194"/>
                  <a:gd name="T8" fmla="*/ 233 w 472"/>
                  <a:gd name="T9" fmla="*/ 7 h 194"/>
                  <a:gd name="T10" fmla="*/ 12 w 472"/>
                  <a:gd name="T11" fmla="*/ 82 h 194"/>
                  <a:gd name="T12" fmla="*/ 125 w 472"/>
                  <a:gd name="T13" fmla="*/ 133 h 194"/>
                  <a:gd name="T14" fmla="*/ 264 w 472"/>
                  <a:gd name="T15" fmla="*/ 187 h 194"/>
                  <a:gd name="T16" fmla="*/ 421 w 472"/>
                  <a:gd name="T17" fmla="*/ 113 h 194"/>
                  <a:gd name="T18" fmla="*/ 468 w 472"/>
                  <a:gd name="T19" fmla="*/ 91 h 194"/>
                  <a:gd name="T20" fmla="*/ 471 w 472"/>
                  <a:gd name="T21" fmla="*/ 94 h 194"/>
                  <a:gd name="T22" fmla="*/ 469 w 472"/>
                  <a:gd name="T23" fmla="*/ 97 h 194"/>
                  <a:gd name="T24" fmla="*/ 424 w 472"/>
                  <a:gd name="T25" fmla="*/ 118 h 194"/>
                  <a:gd name="T26" fmla="*/ 266 w 472"/>
                  <a:gd name="T27" fmla="*/ 193 h 194"/>
                  <a:gd name="T28" fmla="*/ 265 w 472"/>
                  <a:gd name="T29" fmla="*/ 193 h 194"/>
                  <a:gd name="T30" fmla="*/ 264 w 472"/>
                  <a:gd name="T31" fmla="*/ 193 h 194"/>
                  <a:gd name="T32" fmla="*/ 123 w 472"/>
                  <a:gd name="T33" fmla="*/ 139 h 194"/>
                  <a:gd name="T34" fmla="*/ 2 w 472"/>
                  <a:gd name="T35" fmla="*/ 86 h 194"/>
                  <a:gd name="T36" fmla="*/ 0 w 472"/>
                  <a:gd name="T37" fmla="*/ 82 h 194"/>
                  <a:gd name="T38" fmla="*/ 3 w 472"/>
                  <a:gd name="T39" fmla="*/ 79 h 194"/>
                  <a:gd name="T40" fmla="*/ 233 w 472"/>
                  <a:gd name="T41" fmla="*/ 1 h 194"/>
                  <a:gd name="T42" fmla="*/ 236 w 472"/>
                  <a:gd name="T43" fmla="*/ 1 h 194"/>
                  <a:gd name="T44" fmla="*/ 326 w 472"/>
                  <a:gd name="T45" fmla="*/ 45 h 194"/>
                  <a:gd name="T46" fmla="*/ 468 w 472"/>
                  <a:gd name="T47" fmla="*/ 91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2" h="194">
                    <a:moveTo>
                      <a:pt x="421" y="113"/>
                    </a:moveTo>
                    <a:lnTo>
                      <a:pt x="459" y="95"/>
                    </a:lnTo>
                    <a:lnTo>
                      <a:pt x="325" y="51"/>
                    </a:lnTo>
                    <a:cubicBezTo>
                      <a:pt x="324" y="51"/>
                      <a:pt x="324" y="51"/>
                      <a:pt x="324" y="51"/>
                    </a:cubicBezTo>
                    <a:lnTo>
                      <a:pt x="233" y="7"/>
                    </a:lnTo>
                    <a:lnTo>
                      <a:pt x="12" y="82"/>
                    </a:lnTo>
                    <a:lnTo>
                      <a:pt x="125" y="133"/>
                    </a:lnTo>
                    <a:lnTo>
                      <a:pt x="264" y="187"/>
                    </a:lnTo>
                    <a:lnTo>
                      <a:pt x="421" y="113"/>
                    </a:lnTo>
                    <a:close/>
                    <a:moveTo>
                      <a:pt x="468" y="91"/>
                    </a:moveTo>
                    <a:cubicBezTo>
                      <a:pt x="469" y="92"/>
                      <a:pt x="471" y="93"/>
                      <a:pt x="471" y="94"/>
                    </a:cubicBezTo>
                    <a:cubicBezTo>
                      <a:pt x="471" y="95"/>
                      <a:pt x="470" y="96"/>
                      <a:pt x="469" y="97"/>
                    </a:cubicBezTo>
                    <a:lnTo>
                      <a:pt x="424" y="118"/>
                    </a:lnTo>
                    <a:lnTo>
                      <a:pt x="266" y="193"/>
                    </a:lnTo>
                    <a:lnTo>
                      <a:pt x="265" y="193"/>
                    </a:lnTo>
                    <a:cubicBezTo>
                      <a:pt x="264" y="193"/>
                      <a:pt x="264" y="193"/>
                      <a:pt x="264" y="193"/>
                    </a:cubicBezTo>
                    <a:lnTo>
                      <a:pt x="123" y="139"/>
                    </a:lnTo>
                    <a:lnTo>
                      <a:pt x="2" y="86"/>
                    </a:lnTo>
                    <a:cubicBezTo>
                      <a:pt x="1" y="85"/>
                      <a:pt x="0" y="83"/>
                      <a:pt x="0" y="82"/>
                    </a:cubicBezTo>
                    <a:cubicBezTo>
                      <a:pt x="0" y="81"/>
                      <a:pt x="1" y="80"/>
                      <a:pt x="3" y="79"/>
                    </a:cubicBezTo>
                    <a:lnTo>
                      <a:pt x="233" y="1"/>
                    </a:lnTo>
                    <a:cubicBezTo>
                      <a:pt x="233" y="0"/>
                      <a:pt x="235" y="0"/>
                      <a:pt x="236" y="1"/>
                    </a:cubicBezTo>
                    <a:lnTo>
                      <a:pt x="326" y="45"/>
                    </a:lnTo>
                    <a:lnTo>
                      <a:pt x="468" y="91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4" name="îSḷiḓé">
                <a:extLst>
                  <a:ext uri="{FF2B5EF4-FFF2-40B4-BE49-F238E27FC236}">
                    <a16:creationId xmlns:a16="http://schemas.microsoft.com/office/drawing/2014/main" id="{156AD7F0-B8BA-4CA8-8AF5-246E3D06E3FF}"/>
                  </a:ext>
                </a:extLst>
              </p:cNvPr>
              <p:cNvSpPr/>
              <p:nvPr/>
            </p:nvSpPr>
            <p:spPr bwMode="auto">
              <a:xfrm>
                <a:off x="2654300" y="5934399"/>
                <a:ext cx="318858" cy="129084"/>
              </a:xfrm>
              <a:custGeom>
                <a:avLst/>
                <a:gdLst>
                  <a:gd name="T0" fmla="*/ 159 w 164"/>
                  <a:gd name="T1" fmla="*/ 0 h 64"/>
                  <a:gd name="T2" fmla="*/ 163 w 164"/>
                  <a:gd name="T3" fmla="*/ 2 h 64"/>
                  <a:gd name="T4" fmla="*/ 161 w 164"/>
                  <a:gd name="T5" fmla="*/ 6 h 64"/>
                  <a:gd name="T6" fmla="*/ 5 w 164"/>
                  <a:gd name="T7" fmla="*/ 63 h 64"/>
                  <a:gd name="T8" fmla="*/ 3 w 164"/>
                  <a:gd name="T9" fmla="*/ 63 h 64"/>
                  <a:gd name="T10" fmla="*/ 1 w 164"/>
                  <a:gd name="T11" fmla="*/ 61 h 64"/>
                  <a:gd name="T12" fmla="*/ 3 w 164"/>
                  <a:gd name="T13" fmla="*/ 57 h 64"/>
                  <a:gd name="T14" fmla="*/ 159 w 164"/>
                  <a:gd name="T1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4" h="64">
                    <a:moveTo>
                      <a:pt x="159" y="0"/>
                    </a:moveTo>
                    <a:cubicBezTo>
                      <a:pt x="160" y="0"/>
                      <a:pt x="163" y="1"/>
                      <a:pt x="163" y="2"/>
                    </a:cubicBezTo>
                    <a:cubicBezTo>
                      <a:pt x="163" y="4"/>
                      <a:pt x="163" y="5"/>
                      <a:pt x="161" y="6"/>
                    </a:cubicBezTo>
                    <a:lnTo>
                      <a:pt x="5" y="63"/>
                    </a:lnTo>
                    <a:cubicBezTo>
                      <a:pt x="4" y="63"/>
                      <a:pt x="4" y="63"/>
                      <a:pt x="3" y="63"/>
                    </a:cubicBezTo>
                    <a:cubicBezTo>
                      <a:pt x="3" y="63"/>
                      <a:pt x="1" y="62"/>
                      <a:pt x="1" y="61"/>
                    </a:cubicBezTo>
                    <a:cubicBezTo>
                      <a:pt x="0" y="60"/>
                      <a:pt x="1" y="57"/>
                      <a:pt x="3" y="57"/>
                    </a:cubicBezTo>
                    <a:lnTo>
                      <a:pt x="159" y="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5" name="íṣľíḑé">
                <a:extLst>
                  <a:ext uri="{FF2B5EF4-FFF2-40B4-BE49-F238E27FC236}">
                    <a16:creationId xmlns:a16="http://schemas.microsoft.com/office/drawing/2014/main" id="{16B46818-7015-46BD-8EBA-3945B75E050A}"/>
                  </a:ext>
                </a:extLst>
              </p:cNvPr>
              <p:cNvSpPr/>
              <p:nvPr/>
            </p:nvSpPr>
            <p:spPr bwMode="auto">
              <a:xfrm>
                <a:off x="2688771" y="5788110"/>
                <a:ext cx="51707" cy="154897"/>
              </a:xfrm>
              <a:custGeom>
                <a:avLst/>
                <a:gdLst>
                  <a:gd name="T0" fmla="*/ 0 w 27"/>
                  <a:gd name="T1" fmla="*/ 32 h 80"/>
                  <a:gd name="T2" fmla="*/ 22 w 27"/>
                  <a:gd name="T3" fmla="*/ 0 h 80"/>
                  <a:gd name="T4" fmla="*/ 26 w 27"/>
                  <a:gd name="T5" fmla="*/ 25 h 80"/>
                  <a:gd name="T6" fmla="*/ 22 w 27"/>
                  <a:gd name="T7" fmla="*/ 39 h 80"/>
                  <a:gd name="T8" fmla="*/ 17 w 27"/>
                  <a:gd name="T9" fmla="*/ 63 h 80"/>
                  <a:gd name="T10" fmla="*/ 4 w 27"/>
                  <a:gd name="T11" fmla="*/ 76 h 80"/>
                  <a:gd name="T12" fmla="*/ 0 w 27"/>
                  <a:gd name="T13" fmla="*/ 3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80">
                    <a:moveTo>
                      <a:pt x="0" y="32"/>
                    </a:moveTo>
                    <a:lnTo>
                      <a:pt x="22" y="0"/>
                    </a:lnTo>
                    <a:lnTo>
                      <a:pt x="26" y="25"/>
                    </a:lnTo>
                    <a:lnTo>
                      <a:pt x="22" y="39"/>
                    </a:lnTo>
                    <a:cubicBezTo>
                      <a:pt x="22" y="39"/>
                      <a:pt x="22" y="57"/>
                      <a:pt x="17" y="63"/>
                    </a:cubicBezTo>
                    <a:cubicBezTo>
                      <a:pt x="12" y="70"/>
                      <a:pt x="3" y="79"/>
                      <a:pt x="4" y="76"/>
                    </a:cubicBezTo>
                    <a:cubicBezTo>
                      <a:pt x="4" y="73"/>
                      <a:pt x="0" y="32"/>
                      <a:pt x="0" y="3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6" name="i$ḻídé">
                <a:extLst>
                  <a:ext uri="{FF2B5EF4-FFF2-40B4-BE49-F238E27FC236}">
                    <a16:creationId xmlns:a16="http://schemas.microsoft.com/office/drawing/2014/main" id="{40463C87-312B-4E4D-9E26-71CF2C71D500}"/>
                  </a:ext>
                </a:extLst>
              </p:cNvPr>
              <p:cNvSpPr/>
              <p:nvPr/>
            </p:nvSpPr>
            <p:spPr bwMode="auto">
              <a:xfrm>
                <a:off x="2680151" y="5779501"/>
                <a:ext cx="68943" cy="163505"/>
              </a:xfrm>
              <a:custGeom>
                <a:avLst/>
                <a:gdLst>
                  <a:gd name="T0" fmla="*/ 23 w 34"/>
                  <a:gd name="T1" fmla="*/ 41 h 83"/>
                  <a:gd name="T2" fmla="*/ 27 w 34"/>
                  <a:gd name="T3" fmla="*/ 27 h 83"/>
                  <a:gd name="T4" fmla="*/ 24 w 34"/>
                  <a:gd name="T5" fmla="*/ 10 h 83"/>
                  <a:gd name="T6" fmla="*/ 7 w 34"/>
                  <a:gd name="T7" fmla="*/ 35 h 83"/>
                  <a:gd name="T8" fmla="*/ 11 w 34"/>
                  <a:gd name="T9" fmla="*/ 73 h 83"/>
                  <a:gd name="T10" fmla="*/ 19 w 34"/>
                  <a:gd name="T11" fmla="*/ 64 h 83"/>
                  <a:gd name="T12" fmla="*/ 23 w 34"/>
                  <a:gd name="T13" fmla="*/ 41 h 83"/>
                  <a:gd name="T14" fmla="*/ 23 w 34"/>
                  <a:gd name="T15" fmla="*/ 41 h 83"/>
                  <a:gd name="T16" fmla="*/ 26 w 34"/>
                  <a:gd name="T17" fmla="*/ 0 h 83"/>
                  <a:gd name="T18" fmla="*/ 29 w 34"/>
                  <a:gd name="T19" fmla="*/ 2 h 83"/>
                  <a:gd name="T20" fmla="*/ 33 w 34"/>
                  <a:gd name="T21" fmla="*/ 27 h 83"/>
                  <a:gd name="T22" fmla="*/ 33 w 34"/>
                  <a:gd name="T23" fmla="*/ 28 h 83"/>
                  <a:gd name="T24" fmla="*/ 29 w 34"/>
                  <a:gd name="T25" fmla="*/ 42 h 83"/>
                  <a:gd name="T26" fmla="*/ 23 w 34"/>
                  <a:gd name="T27" fmla="*/ 68 h 83"/>
                  <a:gd name="T28" fmla="*/ 8 w 34"/>
                  <a:gd name="T29" fmla="*/ 82 h 83"/>
                  <a:gd name="T30" fmla="*/ 6 w 34"/>
                  <a:gd name="T31" fmla="*/ 81 h 83"/>
                  <a:gd name="T32" fmla="*/ 5 w 34"/>
                  <a:gd name="T33" fmla="*/ 78 h 83"/>
                  <a:gd name="T34" fmla="*/ 1 w 34"/>
                  <a:gd name="T35" fmla="*/ 35 h 83"/>
                  <a:gd name="T36" fmla="*/ 1 w 34"/>
                  <a:gd name="T37" fmla="*/ 33 h 83"/>
                  <a:gd name="T38" fmla="*/ 23 w 34"/>
                  <a:gd name="T39" fmla="*/ 1 h 83"/>
                  <a:gd name="T40" fmla="*/ 26 w 34"/>
                  <a:gd name="T4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83">
                    <a:moveTo>
                      <a:pt x="23" y="41"/>
                    </a:moveTo>
                    <a:lnTo>
                      <a:pt x="27" y="27"/>
                    </a:lnTo>
                    <a:lnTo>
                      <a:pt x="24" y="10"/>
                    </a:lnTo>
                    <a:lnTo>
                      <a:pt x="7" y="35"/>
                    </a:lnTo>
                    <a:cubicBezTo>
                      <a:pt x="9" y="48"/>
                      <a:pt x="10" y="64"/>
                      <a:pt x="11" y="73"/>
                    </a:cubicBezTo>
                    <a:cubicBezTo>
                      <a:pt x="13" y="71"/>
                      <a:pt x="16" y="67"/>
                      <a:pt x="19" y="64"/>
                    </a:cubicBezTo>
                    <a:cubicBezTo>
                      <a:pt x="22" y="60"/>
                      <a:pt x="23" y="48"/>
                      <a:pt x="23" y="41"/>
                    </a:cubicBezTo>
                    <a:lnTo>
                      <a:pt x="23" y="41"/>
                    </a:lnTo>
                    <a:close/>
                    <a:moveTo>
                      <a:pt x="26" y="0"/>
                    </a:moveTo>
                    <a:cubicBezTo>
                      <a:pt x="28" y="0"/>
                      <a:pt x="29" y="1"/>
                      <a:pt x="29" y="2"/>
                    </a:cubicBezTo>
                    <a:lnTo>
                      <a:pt x="33" y="27"/>
                    </a:lnTo>
                    <a:cubicBezTo>
                      <a:pt x="33" y="27"/>
                      <a:pt x="33" y="27"/>
                      <a:pt x="33" y="28"/>
                    </a:cubicBezTo>
                    <a:lnTo>
                      <a:pt x="29" y="42"/>
                    </a:lnTo>
                    <a:cubicBezTo>
                      <a:pt x="29" y="45"/>
                      <a:pt x="29" y="61"/>
                      <a:pt x="23" y="68"/>
                    </a:cubicBezTo>
                    <a:cubicBezTo>
                      <a:pt x="11" y="82"/>
                      <a:pt x="9" y="82"/>
                      <a:pt x="8" y="82"/>
                    </a:cubicBezTo>
                    <a:cubicBezTo>
                      <a:pt x="7" y="82"/>
                      <a:pt x="6" y="82"/>
                      <a:pt x="6" y="81"/>
                    </a:cubicBezTo>
                    <a:cubicBezTo>
                      <a:pt x="5" y="80"/>
                      <a:pt x="4" y="80"/>
                      <a:pt x="5" y="78"/>
                    </a:cubicBezTo>
                    <a:cubicBezTo>
                      <a:pt x="6" y="76"/>
                      <a:pt x="3" y="54"/>
                      <a:pt x="1" y="35"/>
                    </a:cubicBezTo>
                    <a:cubicBezTo>
                      <a:pt x="0" y="34"/>
                      <a:pt x="1" y="33"/>
                      <a:pt x="1" y="33"/>
                    </a:cubicBezTo>
                    <a:lnTo>
                      <a:pt x="23" y="1"/>
                    </a:lnTo>
                    <a:cubicBezTo>
                      <a:pt x="24" y="0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7" name="íślidè">
                <a:extLst>
                  <a:ext uri="{FF2B5EF4-FFF2-40B4-BE49-F238E27FC236}">
                    <a16:creationId xmlns:a16="http://schemas.microsoft.com/office/drawing/2014/main" id="{5362C317-4BF0-46EC-A2DB-1A7E8F2F8A1A}"/>
                  </a:ext>
                </a:extLst>
              </p:cNvPr>
              <p:cNvSpPr/>
              <p:nvPr/>
            </p:nvSpPr>
            <p:spPr bwMode="auto">
              <a:xfrm>
                <a:off x="2774950" y="5788110"/>
                <a:ext cx="568779" cy="172108"/>
              </a:xfrm>
              <a:custGeom>
                <a:avLst/>
                <a:gdLst>
                  <a:gd name="T0" fmla="*/ 286 w 290"/>
                  <a:gd name="T1" fmla="*/ 0 h 87"/>
                  <a:gd name="T2" fmla="*/ 288 w 290"/>
                  <a:gd name="T3" fmla="*/ 0 h 87"/>
                  <a:gd name="T4" fmla="*/ 280 w 290"/>
                  <a:gd name="T5" fmla="*/ 86 h 87"/>
                  <a:gd name="T6" fmla="*/ 115 w 290"/>
                  <a:gd name="T7" fmla="*/ 79 h 87"/>
                  <a:gd name="T8" fmla="*/ 12 w 290"/>
                  <a:gd name="T9" fmla="*/ 72 h 87"/>
                  <a:gd name="T10" fmla="*/ 31 w 290"/>
                  <a:gd name="T11" fmla="*/ 60 h 87"/>
                  <a:gd name="T12" fmla="*/ 2 w 290"/>
                  <a:gd name="T13" fmla="*/ 44 h 87"/>
                  <a:gd name="T14" fmla="*/ 68 w 290"/>
                  <a:gd name="T15" fmla="*/ 12 h 87"/>
                  <a:gd name="T16" fmla="*/ 286 w 290"/>
                  <a:gd name="T1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0" h="87">
                    <a:moveTo>
                      <a:pt x="286" y="0"/>
                    </a:moveTo>
                    <a:cubicBezTo>
                      <a:pt x="287" y="0"/>
                      <a:pt x="288" y="0"/>
                      <a:pt x="288" y="0"/>
                    </a:cubicBezTo>
                    <a:cubicBezTo>
                      <a:pt x="289" y="30"/>
                      <a:pt x="286" y="58"/>
                      <a:pt x="280" y="86"/>
                    </a:cubicBezTo>
                    <a:cubicBezTo>
                      <a:pt x="198" y="82"/>
                      <a:pt x="123" y="78"/>
                      <a:pt x="115" y="79"/>
                    </a:cubicBezTo>
                    <a:cubicBezTo>
                      <a:pt x="97" y="81"/>
                      <a:pt x="25" y="79"/>
                      <a:pt x="12" y="72"/>
                    </a:cubicBezTo>
                    <a:cubicBezTo>
                      <a:pt x="0" y="66"/>
                      <a:pt x="31" y="60"/>
                      <a:pt x="31" y="60"/>
                    </a:cubicBezTo>
                    <a:cubicBezTo>
                      <a:pt x="31" y="60"/>
                      <a:pt x="2" y="51"/>
                      <a:pt x="2" y="44"/>
                    </a:cubicBezTo>
                    <a:cubicBezTo>
                      <a:pt x="2" y="38"/>
                      <a:pt x="56" y="12"/>
                      <a:pt x="68" y="12"/>
                    </a:cubicBezTo>
                    <a:cubicBezTo>
                      <a:pt x="81" y="12"/>
                      <a:pt x="286" y="0"/>
                      <a:pt x="286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8" name="ïṧlîdé">
                <a:extLst>
                  <a:ext uri="{FF2B5EF4-FFF2-40B4-BE49-F238E27FC236}">
                    <a16:creationId xmlns:a16="http://schemas.microsoft.com/office/drawing/2014/main" id="{829E1D24-5296-4F19-A395-D8F6A784469A}"/>
                  </a:ext>
                </a:extLst>
              </p:cNvPr>
              <p:cNvSpPr/>
              <p:nvPr/>
            </p:nvSpPr>
            <p:spPr bwMode="auto">
              <a:xfrm>
                <a:off x="2774950" y="5779501"/>
                <a:ext cx="577394" cy="180716"/>
              </a:xfrm>
              <a:custGeom>
                <a:avLst/>
                <a:gdLst>
                  <a:gd name="T0" fmla="*/ 278 w 294"/>
                  <a:gd name="T1" fmla="*/ 86 h 94"/>
                  <a:gd name="T2" fmla="*/ 285 w 294"/>
                  <a:gd name="T3" fmla="*/ 6 h 94"/>
                  <a:gd name="T4" fmla="*/ 68 w 294"/>
                  <a:gd name="T5" fmla="*/ 18 h 94"/>
                  <a:gd name="T6" fmla="*/ 6 w 294"/>
                  <a:gd name="T7" fmla="*/ 47 h 94"/>
                  <a:gd name="T8" fmla="*/ 32 w 294"/>
                  <a:gd name="T9" fmla="*/ 60 h 94"/>
                  <a:gd name="T10" fmla="*/ 34 w 294"/>
                  <a:gd name="T11" fmla="*/ 63 h 94"/>
                  <a:gd name="T12" fmla="*/ 31 w 294"/>
                  <a:gd name="T13" fmla="*/ 66 h 94"/>
                  <a:gd name="T14" fmla="*/ 13 w 294"/>
                  <a:gd name="T15" fmla="*/ 73 h 94"/>
                  <a:gd name="T16" fmla="*/ 14 w 294"/>
                  <a:gd name="T17" fmla="*/ 73 h 94"/>
                  <a:gd name="T18" fmla="*/ 93 w 294"/>
                  <a:gd name="T19" fmla="*/ 79 h 94"/>
                  <a:gd name="T20" fmla="*/ 115 w 294"/>
                  <a:gd name="T21" fmla="*/ 79 h 94"/>
                  <a:gd name="T22" fmla="*/ 120 w 294"/>
                  <a:gd name="T23" fmla="*/ 79 h 94"/>
                  <a:gd name="T24" fmla="*/ 278 w 294"/>
                  <a:gd name="T25" fmla="*/ 86 h 94"/>
                  <a:gd name="T26" fmla="*/ 289 w 294"/>
                  <a:gd name="T27" fmla="*/ 0 h 94"/>
                  <a:gd name="T28" fmla="*/ 292 w 294"/>
                  <a:gd name="T29" fmla="*/ 3 h 94"/>
                  <a:gd name="T30" fmla="*/ 284 w 294"/>
                  <a:gd name="T31" fmla="*/ 90 h 94"/>
                  <a:gd name="T32" fmla="*/ 281 w 294"/>
                  <a:gd name="T33" fmla="*/ 93 h 94"/>
                  <a:gd name="T34" fmla="*/ 120 w 294"/>
                  <a:gd name="T35" fmla="*/ 85 h 94"/>
                  <a:gd name="T36" fmla="*/ 116 w 294"/>
                  <a:gd name="T37" fmla="*/ 85 h 94"/>
                  <a:gd name="T38" fmla="*/ 94 w 294"/>
                  <a:gd name="T39" fmla="*/ 86 h 94"/>
                  <a:gd name="T40" fmla="*/ 11 w 294"/>
                  <a:gd name="T41" fmla="*/ 79 h 94"/>
                  <a:gd name="T42" fmla="*/ 6 w 294"/>
                  <a:gd name="T43" fmla="*/ 72 h 94"/>
                  <a:gd name="T44" fmla="*/ 21 w 294"/>
                  <a:gd name="T45" fmla="*/ 63 h 94"/>
                  <a:gd name="T46" fmla="*/ 0 w 294"/>
                  <a:gd name="T47" fmla="*/ 47 h 94"/>
                  <a:gd name="T48" fmla="*/ 29 w 294"/>
                  <a:gd name="T49" fmla="*/ 26 h 94"/>
                  <a:gd name="T50" fmla="*/ 68 w 294"/>
                  <a:gd name="T51" fmla="*/ 12 h 94"/>
                  <a:gd name="T52" fmla="*/ 287 w 294"/>
                  <a:gd name="T53" fmla="*/ 0 h 94"/>
                  <a:gd name="T54" fmla="*/ 289 w 294"/>
                  <a:gd name="T5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4" h="94">
                    <a:moveTo>
                      <a:pt x="278" y="86"/>
                    </a:moveTo>
                    <a:cubicBezTo>
                      <a:pt x="284" y="56"/>
                      <a:pt x="286" y="31"/>
                      <a:pt x="285" y="6"/>
                    </a:cubicBezTo>
                    <a:cubicBezTo>
                      <a:pt x="266" y="7"/>
                      <a:pt x="80" y="18"/>
                      <a:pt x="68" y="18"/>
                    </a:cubicBezTo>
                    <a:cubicBezTo>
                      <a:pt x="56" y="18"/>
                      <a:pt x="10" y="40"/>
                      <a:pt x="6" y="47"/>
                    </a:cubicBezTo>
                    <a:cubicBezTo>
                      <a:pt x="7" y="50"/>
                      <a:pt x="19" y="56"/>
                      <a:pt x="32" y="60"/>
                    </a:cubicBezTo>
                    <a:cubicBezTo>
                      <a:pt x="34" y="60"/>
                      <a:pt x="34" y="62"/>
                      <a:pt x="34" y="63"/>
                    </a:cubicBezTo>
                    <a:cubicBezTo>
                      <a:pt x="34" y="65"/>
                      <a:pt x="33" y="66"/>
                      <a:pt x="31" y="66"/>
                    </a:cubicBezTo>
                    <a:cubicBezTo>
                      <a:pt x="24" y="68"/>
                      <a:pt x="15" y="70"/>
                      <a:pt x="13" y="73"/>
                    </a:cubicBezTo>
                    <a:lnTo>
                      <a:pt x="14" y="73"/>
                    </a:lnTo>
                    <a:cubicBezTo>
                      <a:pt x="22" y="77"/>
                      <a:pt x="62" y="79"/>
                      <a:pt x="93" y="79"/>
                    </a:cubicBezTo>
                    <a:cubicBezTo>
                      <a:pt x="103" y="79"/>
                      <a:pt x="111" y="79"/>
                      <a:pt x="115" y="79"/>
                    </a:cubicBezTo>
                    <a:cubicBezTo>
                      <a:pt x="116" y="79"/>
                      <a:pt x="118" y="79"/>
                      <a:pt x="120" y="79"/>
                    </a:cubicBezTo>
                    <a:cubicBezTo>
                      <a:pt x="137" y="79"/>
                      <a:pt x="195" y="82"/>
                      <a:pt x="278" y="86"/>
                    </a:cubicBezTo>
                    <a:close/>
                    <a:moveTo>
                      <a:pt x="289" y="0"/>
                    </a:moveTo>
                    <a:cubicBezTo>
                      <a:pt x="290" y="0"/>
                      <a:pt x="291" y="1"/>
                      <a:pt x="292" y="3"/>
                    </a:cubicBezTo>
                    <a:cubicBezTo>
                      <a:pt x="293" y="30"/>
                      <a:pt x="290" y="58"/>
                      <a:pt x="284" y="90"/>
                    </a:cubicBezTo>
                    <a:cubicBezTo>
                      <a:pt x="284" y="92"/>
                      <a:pt x="282" y="93"/>
                      <a:pt x="281" y="93"/>
                    </a:cubicBezTo>
                    <a:cubicBezTo>
                      <a:pt x="196" y="88"/>
                      <a:pt x="137" y="85"/>
                      <a:pt x="120" y="85"/>
                    </a:cubicBezTo>
                    <a:cubicBezTo>
                      <a:pt x="118" y="85"/>
                      <a:pt x="116" y="85"/>
                      <a:pt x="116" y="85"/>
                    </a:cubicBezTo>
                    <a:cubicBezTo>
                      <a:pt x="112" y="86"/>
                      <a:pt x="103" y="86"/>
                      <a:pt x="94" y="86"/>
                    </a:cubicBezTo>
                    <a:cubicBezTo>
                      <a:pt x="65" y="86"/>
                      <a:pt x="22" y="83"/>
                      <a:pt x="11" y="79"/>
                    </a:cubicBezTo>
                    <a:cubicBezTo>
                      <a:pt x="7" y="76"/>
                      <a:pt x="6" y="73"/>
                      <a:pt x="6" y="72"/>
                    </a:cubicBezTo>
                    <a:cubicBezTo>
                      <a:pt x="7" y="68"/>
                      <a:pt x="13" y="65"/>
                      <a:pt x="21" y="63"/>
                    </a:cubicBezTo>
                    <a:cubicBezTo>
                      <a:pt x="9" y="58"/>
                      <a:pt x="0" y="52"/>
                      <a:pt x="0" y="47"/>
                    </a:cubicBezTo>
                    <a:cubicBezTo>
                      <a:pt x="0" y="44"/>
                      <a:pt x="0" y="40"/>
                      <a:pt x="29" y="26"/>
                    </a:cubicBezTo>
                    <a:cubicBezTo>
                      <a:pt x="43" y="19"/>
                      <a:pt x="61" y="12"/>
                      <a:pt x="68" y="12"/>
                    </a:cubicBezTo>
                    <a:cubicBezTo>
                      <a:pt x="81" y="12"/>
                      <a:pt x="284" y="0"/>
                      <a:pt x="287" y="0"/>
                    </a:cubicBezTo>
                    <a:cubicBezTo>
                      <a:pt x="287" y="0"/>
                      <a:pt x="288" y="0"/>
                      <a:pt x="289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9" name="isliḍè">
                <a:extLst>
                  <a:ext uri="{FF2B5EF4-FFF2-40B4-BE49-F238E27FC236}">
                    <a16:creationId xmlns:a16="http://schemas.microsoft.com/office/drawing/2014/main" id="{80061F44-A852-4A5A-8D88-90A06FBB8A69}"/>
                  </a:ext>
                </a:extLst>
              </p:cNvPr>
              <p:cNvSpPr/>
              <p:nvPr/>
            </p:nvSpPr>
            <p:spPr bwMode="auto">
              <a:xfrm>
                <a:off x="2714622" y="5727869"/>
                <a:ext cx="86179" cy="258162"/>
              </a:xfrm>
              <a:custGeom>
                <a:avLst/>
                <a:gdLst>
                  <a:gd name="T0" fmla="*/ 32 w 44"/>
                  <a:gd name="T1" fmla="*/ 0 h 131"/>
                  <a:gd name="T2" fmla="*/ 42 w 44"/>
                  <a:gd name="T3" fmla="*/ 87 h 131"/>
                  <a:gd name="T4" fmla="*/ 39 w 44"/>
                  <a:gd name="T5" fmla="*/ 118 h 131"/>
                  <a:gd name="T6" fmla="*/ 20 w 44"/>
                  <a:gd name="T7" fmla="*/ 123 h 131"/>
                  <a:gd name="T8" fmla="*/ 0 w 44"/>
                  <a:gd name="T9" fmla="*/ 39 h 131"/>
                  <a:gd name="T10" fmla="*/ 19 w 44"/>
                  <a:gd name="T11" fmla="*/ 1 h 131"/>
                  <a:gd name="T12" fmla="*/ 32 w 44"/>
                  <a:gd name="T13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31">
                    <a:moveTo>
                      <a:pt x="32" y="0"/>
                    </a:moveTo>
                    <a:cubicBezTo>
                      <a:pt x="32" y="0"/>
                      <a:pt x="41" y="72"/>
                      <a:pt x="42" y="87"/>
                    </a:cubicBezTo>
                    <a:cubicBezTo>
                      <a:pt x="43" y="103"/>
                      <a:pt x="43" y="110"/>
                      <a:pt x="39" y="118"/>
                    </a:cubicBezTo>
                    <a:cubicBezTo>
                      <a:pt x="35" y="126"/>
                      <a:pt x="21" y="130"/>
                      <a:pt x="20" y="123"/>
                    </a:cubicBezTo>
                    <a:cubicBezTo>
                      <a:pt x="19" y="117"/>
                      <a:pt x="0" y="46"/>
                      <a:pt x="0" y="39"/>
                    </a:cubicBezTo>
                    <a:cubicBezTo>
                      <a:pt x="0" y="32"/>
                      <a:pt x="19" y="1"/>
                      <a:pt x="19" y="1"/>
                    </a:cubicBezTo>
                    <a:lnTo>
                      <a:pt x="32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0" name="iŝľîḑè">
                <a:extLst>
                  <a:ext uri="{FF2B5EF4-FFF2-40B4-BE49-F238E27FC236}">
                    <a16:creationId xmlns:a16="http://schemas.microsoft.com/office/drawing/2014/main" id="{410B9F59-F7E9-4596-824D-34806EE49E75}"/>
                  </a:ext>
                </a:extLst>
              </p:cNvPr>
              <p:cNvSpPr/>
              <p:nvPr/>
            </p:nvSpPr>
            <p:spPr bwMode="auto">
              <a:xfrm>
                <a:off x="2714622" y="5710658"/>
                <a:ext cx="103414" cy="258162"/>
              </a:xfrm>
              <a:custGeom>
                <a:avLst/>
                <a:gdLst>
                  <a:gd name="T0" fmla="*/ 39 w 51"/>
                  <a:gd name="T1" fmla="*/ 120 h 134"/>
                  <a:gd name="T2" fmla="*/ 43 w 51"/>
                  <a:gd name="T3" fmla="*/ 91 h 134"/>
                  <a:gd name="T4" fmla="*/ 32 w 51"/>
                  <a:gd name="T5" fmla="*/ 7 h 134"/>
                  <a:gd name="T6" fmla="*/ 24 w 51"/>
                  <a:gd name="T7" fmla="*/ 8 h 134"/>
                  <a:gd name="T8" fmla="*/ 6 w 51"/>
                  <a:gd name="T9" fmla="*/ 43 h 134"/>
                  <a:gd name="T10" fmla="*/ 20 w 51"/>
                  <a:gd name="T11" fmla="*/ 101 h 134"/>
                  <a:gd name="T12" fmla="*/ 26 w 51"/>
                  <a:gd name="T13" fmla="*/ 126 h 134"/>
                  <a:gd name="T14" fmla="*/ 28 w 51"/>
                  <a:gd name="T15" fmla="*/ 127 h 134"/>
                  <a:gd name="T16" fmla="*/ 39 w 51"/>
                  <a:gd name="T17" fmla="*/ 120 h 134"/>
                  <a:gd name="T18" fmla="*/ 38 w 51"/>
                  <a:gd name="T19" fmla="*/ 3 h 134"/>
                  <a:gd name="T20" fmla="*/ 49 w 51"/>
                  <a:gd name="T21" fmla="*/ 91 h 134"/>
                  <a:gd name="T22" fmla="*/ 45 w 51"/>
                  <a:gd name="T23" fmla="*/ 123 h 134"/>
                  <a:gd name="T24" fmla="*/ 28 w 51"/>
                  <a:gd name="T25" fmla="*/ 133 h 134"/>
                  <a:gd name="T26" fmla="*/ 20 w 51"/>
                  <a:gd name="T27" fmla="*/ 127 h 134"/>
                  <a:gd name="T28" fmla="*/ 14 w 51"/>
                  <a:gd name="T29" fmla="*/ 103 h 134"/>
                  <a:gd name="T30" fmla="*/ 0 w 51"/>
                  <a:gd name="T31" fmla="*/ 43 h 134"/>
                  <a:gd name="T32" fmla="*/ 19 w 51"/>
                  <a:gd name="T33" fmla="*/ 3 h 134"/>
                  <a:gd name="T34" fmla="*/ 22 w 51"/>
                  <a:gd name="T35" fmla="*/ 2 h 134"/>
                  <a:gd name="T36" fmla="*/ 34 w 51"/>
                  <a:gd name="T37" fmla="*/ 0 h 134"/>
                  <a:gd name="T38" fmla="*/ 38 w 51"/>
                  <a:gd name="T39" fmla="*/ 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1" h="134">
                    <a:moveTo>
                      <a:pt x="39" y="120"/>
                    </a:moveTo>
                    <a:cubicBezTo>
                      <a:pt x="43" y="113"/>
                      <a:pt x="43" y="107"/>
                      <a:pt x="43" y="91"/>
                    </a:cubicBezTo>
                    <a:cubicBezTo>
                      <a:pt x="42" y="78"/>
                      <a:pt x="33" y="21"/>
                      <a:pt x="32" y="7"/>
                    </a:cubicBezTo>
                    <a:lnTo>
                      <a:pt x="24" y="8"/>
                    </a:lnTo>
                    <a:cubicBezTo>
                      <a:pt x="16" y="20"/>
                      <a:pt x="6" y="39"/>
                      <a:pt x="6" y="43"/>
                    </a:cubicBezTo>
                    <a:cubicBezTo>
                      <a:pt x="6" y="47"/>
                      <a:pt x="15" y="82"/>
                      <a:pt x="20" y="101"/>
                    </a:cubicBezTo>
                    <a:cubicBezTo>
                      <a:pt x="23" y="116"/>
                      <a:pt x="26" y="124"/>
                      <a:pt x="26" y="126"/>
                    </a:cubicBezTo>
                    <a:cubicBezTo>
                      <a:pt x="26" y="127"/>
                      <a:pt x="28" y="127"/>
                      <a:pt x="28" y="127"/>
                    </a:cubicBezTo>
                    <a:cubicBezTo>
                      <a:pt x="32" y="127"/>
                      <a:pt x="37" y="124"/>
                      <a:pt x="39" y="120"/>
                    </a:cubicBezTo>
                    <a:close/>
                    <a:moveTo>
                      <a:pt x="38" y="3"/>
                    </a:moveTo>
                    <a:cubicBezTo>
                      <a:pt x="38" y="6"/>
                      <a:pt x="49" y="76"/>
                      <a:pt x="49" y="91"/>
                    </a:cubicBezTo>
                    <a:cubicBezTo>
                      <a:pt x="50" y="107"/>
                      <a:pt x="49" y="113"/>
                      <a:pt x="45" y="123"/>
                    </a:cubicBezTo>
                    <a:cubicBezTo>
                      <a:pt x="42" y="129"/>
                      <a:pt x="34" y="133"/>
                      <a:pt x="28" y="133"/>
                    </a:cubicBezTo>
                    <a:cubicBezTo>
                      <a:pt x="24" y="133"/>
                      <a:pt x="20" y="131"/>
                      <a:pt x="20" y="127"/>
                    </a:cubicBezTo>
                    <a:cubicBezTo>
                      <a:pt x="19" y="125"/>
                      <a:pt x="17" y="115"/>
                      <a:pt x="14" y="103"/>
                    </a:cubicBezTo>
                    <a:cubicBezTo>
                      <a:pt x="6" y="72"/>
                      <a:pt x="0" y="47"/>
                      <a:pt x="0" y="43"/>
                    </a:cubicBezTo>
                    <a:cubicBezTo>
                      <a:pt x="0" y="35"/>
                      <a:pt x="16" y="9"/>
                      <a:pt x="19" y="3"/>
                    </a:cubicBezTo>
                    <a:cubicBezTo>
                      <a:pt x="19" y="3"/>
                      <a:pt x="21" y="2"/>
                      <a:pt x="22" y="2"/>
                    </a:cubicBezTo>
                    <a:lnTo>
                      <a:pt x="34" y="0"/>
                    </a:lnTo>
                    <a:cubicBezTo>
                      <a:pt x="36" y="0"/>
                      <a:pt x="37" y="2"/>
                      <a:pt x="38" y="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1" name="ïṧ1ïďê">
                <a:extLst>
                  <a:ext uri="{FF2B5EF4-FFF2-40B4-BE49-F238E27FC236}">
                    <a16:creationId xmlns:a16="http://schemas.microsoft.com/office/drawing/2014/main" id="{FF06C0F2-48B9-475E-B9D1-221A511B0944}"/>
                  </a:ext>
                </a:extLst>
              </p:cNvPr>
              <p:cNvSpPr/>
              <p:nvPr/>
            </p:nvSpPr>
            <p:spPr bwMode="auto">
              <a:xfrm>
                <a:off x="2826657" y="5865556"/>
                <a:ext cx="180972" cy="43030"/>
              </a:xfrm>
              <a:custGeom>
                <a:avLst/>
                <a:gdLst>
                  <a:gd name="T0" fmla="*/ 87 w 91"/>
                  <a:gd name="T1" fmla="*/ 0 h 20"/>
                  <a:gd name="T2" fmla="*/ 90 w 91"/>
                  <a:gd name="T3" fmla="*/ 3 h 20"/>
                  <a:gd name="T4" fmla="*/ 87 w 91"/>
                  <a:gd name="T5" fmla="*/ 6 h 20"/>
                  <a:gd name="T6" fmla="*/ 44 w 91"/>
                  <a:gd name="T7" fmla="*/ 7 h 20"/>
                  <a:gd name="T8" fmla="*/ 5 w 91"/>
                  <a:gd name="T9" fmla="*/ 18 h 20"/>
                  <a:gd name="T10" fmla="*/ 4 w 91"/>
                  <a:gd name="T11" fmla="*/ 19 h 20"/>
                  <a:gd name="T12" fmla="*/ 1 w 91"/>
                  <a:gd name="T13" fmla="*/ 16 h 20"/>
                  <a:gd name="T14" fmla="*/ 3 w 91"/>
                  <a:gd name="T15" fmla="*/ 13 h 20"/>
                  <a:gd name="T16" fmla="*/ 44 w 91"/>
                  <a:gd name="T17" fmla="*/ 1 h 20"/>
                  <a:gd name="T18" fmla="*/ 87 w 91"/>
                  <a:gd name="T1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20">
                    <a:moveTo>
                      <a:pt x="87" y="0"/>
                    </a:moveTo>
                    <a:cubicBezTo>
                      <a:pt x="88" y="0"/>
                      <a:pt x="90" y="1"/>
                      <a:pt x="90" y="3"/>
                    </a:cubicBezTo>
                    <a:cubicBezTo>
                      <a:pt x="90" y="4"/>
                      <a:pt x="89" y="6"/>
                      <a:pt x="87" y="6"/>
                    </a:cubicBezTo>
                    <a:cubicBezTo>
                      <a:pt x="86" y="6"/>
                      <a:pt x="52" y="7"/>
                      <a:pt x="44" y="7"/>
                    </a:cubicBezTo>
                    <a:cubicBezTo>
                      <a:pt x="38" y="7"/>
                      <a:pt x="14" y="15"/>
                      <a:pt x="5" y="18"/>
                    </a:cubicBezTo>
                    <a:cubicBezTo>
                      <a:pt x="5" y="19"/>
                      <a:pt x="4" y="19"/>
                      <a:pt x="4" y="19"/>
                    </a:cubicBezTo>
                    <a:cubicBezTo>
                      <a:pt x="3" y="19"/>
                      <a:pt x="1" y="18"/>
                      <a:pt x="1" y="16"/>
                    </a:cubicBezTo>
                    <a:cubicBezTo>
                      <a:pt x="0" y="15"/>
                      <a:pt x="1" y="13"/>
                      <a:pt x="3" y="13"/>
                    </a:cubicBezTo>
                    <a:cubicBezTo>
                      <a:pt x="6" y="11"/>
                      <a:pt x="36" y="1"/>
                      <a:pt x="44" y="1"/>
                    </a:cubicBezTo>
                    <a:cubicBezTo>
                      <a:pt x="52" y="1"/>
                      <a:pt x="87" y="0"/>
                      <a:pt x="87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2" name="iŝḻíḓê">
                <a:extLst>
                  <a:ext uri="{FF2B5EF4-FFF2-40B4-BE49-F238E27FC236}">
                    <a16:creationId xmlns:a16="http://schemas.microsoft.com/office/drawing/2014/main" id="{2F6F779D-80CF-4972-8E13-50075E106B5C}"/>
                  </a:ext>
                </a:extLst>
              </p:cNvPr>
              <p:cNvSpPr/>
              <p:nvPr/>
            </p:nvSpPr>
            <p:spPr bwMode="auto">
              <a:xfrm>
                <a:off x="2740479" y="4841515"/>
                <a:ext cx="1068614" cy="1067070"/>
              </a:xfrm>
              <a:custGeom>
                <a:avLst/>
                <a:gdLst>
                  <a:gd name="T0" fmla="*/ 502 w 548"/>
                  <a:gd name="T1" fmla="*/ 19 h 545"/>
                  <a:gd name="T2" fmla="*/ 498 w 548"/>
                  <a:gd name="T3" fmla="*/ 118 h 545"/>
                  <a:gd name="T4" fmla="*/ 404 w 548"/>
                  <a:gd name="T5" fmla="*/ 335 h 545"/>
                  <a:gd name="T6" fmla="*/ 310 w 548"/>
                  <a:gd name="T7" fmla="*/ 465 h 545"/>
                  <a:gd name="T8" fmla="*/ 37 w 548"/>
                  <a:gd name="T9" fmla="*/ 506 h 545"/>
                  <a:gd name="T10" fmla="*/ 39 w 548"/>
                  <a:gd name="T11" fmla="*/ 527 h 545"/>
                  <a:gd name="T12" fmla="*/ 20 w 548"/>
                  <a:gd name="T13" fmla="*/ 542 h 545"/>
                  <a:gd name="T14" fmla="*/ 0 w 548"/>
                  <a:gd name="T15" fmla="*/ 479 h 545"/>
                  <a:gd name="T16" fmla="*/ 6 w 548"/>
                  <a:gd name="T17" fmla="*/ 451 h 545"/>
                  <a:gd name="T18" fmla="*/ 49 w 548"/>
                  <a:gd name="T19" fmla="*/ 428 h 545"/>
                  <a:gd name="T20" fmla="*/ 278 w 548"/>
                  <a:gd name="T21" fmla="*/ 341 h 545"/>
                  <a:gd name="T22" fmla="*/ 442 w 548"/>
                  <a:gd name="T23" fmla="*/ 58 h 545"/>
                  <a:gd name="T24" fmla="*/ 502 w 548"/>
                  <a:gd name="T25" fmla="*/ 19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8" h="545">
                    <a:moveTo>
                      <a:pt x="502" y="19"/>
                    </a:moveTo>
                    <a:cubicBezTo>
                      <a:pt x="547" y="0"/>
                      <a:pt x="498" y="118"/>
                      <a:pt x="498" y="118"/>
                    </a:cubicBezTo>
                    <a:cubicBezTo>
                      <a:pt x="498" y="118"/>
                      <a:pt x="421" y="311"/>
                      <a:pt x="404" y="335"/>
                    </a:cubicBezTo>
                    <a:cubicBezTo>
                      <a:pt x="387" y="359"/>
                      <a:pt x="329" y="451"/>
                      <a:pt x="310" y="465"/>
                    </a:cubicBezTo>
                    <a:cubicBezTo>
                      <a:pt x="292" y="479"/>
                      <a:pt x="37" y="506"/>
                      <a:pt x="37" y="506"/>
                    </a:cubicBezTo>
                    <a:cubicBezTo>
                      <a:pt x="37" y="506"/>
                      <a:pt x="39" y="520"/>
                      <a:pt x="39" y="527"/>
                    </a:cubicBezTo>
                    <a:cubicBezTo>
                      <a:pt x="39" y="533"/>
                      <a:pt x="35" y="544"/>
                      <a:pt x="20" y="542"/>
                    </a:cubicBezTo>
                    <a:cubicBezTo>
                      <a:pt x="6" y="540"/>
                      <a:pt x="0" y="479"/>
                      <a:pt x="0" y="479"/>
                    </a:cubicBezTo>
                    <a:lnTo>
                      <a:pt x="6" y="451"/>
                    </a:lnTo>
                    <a:cubicBezTo>
                      <a:pt x="6" y="451"/>
                      <a:pt x="23" y="430"/>
                      <a:pt x="49" y="428"/>
                    </a:cubicBezTo>
                    <a:cubicBezTo>
                      <a:pt x="76" y="425"/>
                      <a:pt x="267" y="356"/>
                      <a:pt x="278" y="341"/>
                    </a:cubicBezTo>
                    <a:cubicBezTo>
                      <a:pt x="288" y="327"/>
                      <a:pt x="422" y="96"/>
                      <a:pt x="442" y="58"/>
                    </a:cubicBezTo>
                    <a:cubicBezTo>
                      <a:pt x="463" y="21"/>
                      <a:pt x="502" y="19"/>
                      <a:pt x="502" y="19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3" name="iṩḻíḋe">
                <a:extLst>
                  <a:ext uri="{FF2B5EF4-FFF2-40B4-BE49-F238E27FC236}">
                    <a16:creationId xmlns:a16="http://schemas.microsoft.com/office/drawing/2014/main" id="{98BD3CCF-1094-4494-92DD-1BEA0AB15E2C}"/>
                  </a:ext>
                </a:extLst>
              </p:cNvPr>
              <p:cNvSpPr/>
              <p:nvPr/>
            </p:nvSpPr>
            <p:spPr bwMode="auto">
              <a:xfrm>
                <a:off x="2740479" y="4867328"/>
                <a:ext cx="1051379" cy="1041257"/>
              </a:xfrm>
              <a:custGeom>
                <a:avLst/>
                <a:gdLst>
                  <a:gd name="T0" fmla="*/ 498 w 538"/>
                  <a:gd name="T1" fmla="*/ 105 h 532"/>
                  <a:gd name="T2" fmla="*/ 518 w 538"/>
                  <a:gd name="T3" fmla="*/ 11 h 532"/>
                  <a:gd name="T4" fmla="*/ 506 w 538"/>
                  <a:gd name="T5" fmla="*/ 10 h 532"/>
                  <a:gd name="T6" fmla="*/ 505 w 538"/>
                  <a:gd name="T7" fmla="*/ 10 h 532"/>
                  <a:gd name="T8" fmla="*/ 448 w 538"/>
                  <a:gd name="T9" fmla="*/ 48 h 532"/>
                  <a:gd name="T10" fmla="*/ 283 w 538"/>
                  <a:gd name="T11" fmla="*/ 330 h 532"/>
                  <a:gd name="T12" fmla="*/ 52 w 538"/>
                  <a:gd name="T13" fmla="*/ 417 h 532"/>
                  <a:gd name="T14" fmla="*/ 12 w 538"/>
                  <a:gd name="T15" fmla="*/ 439 h 532"/>
                  <a:gd name="T16" fmla="*/ 6 w 538"/>
                  <a:gd name="T17" fmla="*/ 466 h 532"/>
                  <a:gd name="T18" fmla="*/ 24 w 538"/>
                  <a:gd name="T19" fmla="*/ 525 h 532"/>
                  <a:gd name="T20" fmla="*/ 27 w 538"/>
                  <a:gd name="T21" fmla="*/ 525 h 532"/>
                  <a:gd name="T22" fmla="*/ 36 w 538"/>
                  <a:gd name="T23" fmla="*/ 521 h 532"/>
                  <a:gd name="T24" fmla="*/ 39 w 538"/>
                  <a:gd name="T25" fmla="*/ 513 h 532"/>
                  <a:gd name="T26" fmla="*/ 37 w 538"/>
                  <a:gd name="T27" fmla="*/ 493 h 532"/>
                  <a:gd name="T28" fmla="*/ 37 w 538"/>
                  <a:gd name="T29" fmla="*/ 491 h 532"/>
                  <a:gd name="T30" fmla="*/ 40 w 538"/>
                  <a:gd name="T31" fmla="*/ 489 h 532"/>
                  <a:gd name="T32" fmla="*/ 312 w 538"/>
                  <a:gd name="T33" fmla="*/ 449 h 532"/>
                  <a:gd name="T34" fmla="*/ 389 w 538"/>
                  <a:gd name="T35" fmla="*/ 343 h 532"/>
                  <a:gd name="T36" fmla="*/ 405 w 538"/>
                  <a:gd name="T37" fmla="*/ 320 h 532"/>
                  <a:gd name="T38" fmla="*/ 498 w 538"/>
                  <a:gd name="T39" fmla="*/ 105 h 532"/>
                  <a:gd name="T40" fmla="*/ 504 w 538"/>
                  <a:gd name="T41" fmla="*/ 4 h 532"/>
                  <a:gd name="T42" fmla="*/ 524 w 538"/>
                  <a:gd name="T43" fmla="*/ 7 h 532"/>
                  <a:gd name="T44" fmla="*/ 504 w 538"/>
                  <a:gd name="T45" fmla="*/ 107 h 532"/>
                  <a:gd name="T46" fmla="*/ 409 w 538"/>
                  <a:gd name="T47" fmla="*/ 324 h 532"/>
                  <a:gd name="T48" fmla="*/ 394 w 538"/>
                  <a:gd name="T49" fmla="*/ 347 h 532"/>
                  <a:gd name="T50" fmla="*/ 316 w 538"/>
                  <a:gd name="T51" fmla="*/ 454 h 532"/>
                  <a:gd name="T52" fmla="*/ 43 w 538"/>
                  <a:gd name="T53" fmla="*/ 495 h 532"/>
                  <a:gd name="T54" fmla="*/ 45 w 538"/>
                  <a:gd name="T55" fmla="*/ 513 h 532"/>
                  <a:gd name="T56" fmla="*/ 41 w 538"/>
                  <a:gd name="T57" fmla="*/ 525 h 532"/>
                  <a:gd name="T58" fmla="*/ 27 w 538"/>
                  <a:gd name="T59" fmla="*/ 531 h 532"/>
                  <a:gd name="T60" fmla="*/ 23 w 538"/>
                  <a:gd name="T61" fmla="*/ 531 h 532"/>
                  <a:gd name="T62" fmla="*/ 0 w 538"/>
                  <a:gd name="T63" fmla="*/ 466 h 532"/>
                  <a:gd name="T64" fmla="*/ 0 w 538"/>
                  <a:gd name="T65" fmla="*/ 465 h 532"/>
                  <a:gd name="T66" fmla="*/ 6 w 538"/>
                  <a:gd name="T67" fmla="*/ 436 h 532"/>
                  <a:gd name="T68" fmla="*/ 6 w 538"/>
                  <a:gd name="T69" fmla="*/ 435 h 532"/>
                  <a:gd name="T70" fmla="*/ 52 w 538"/>
                  <a:gd name="T71" fmla="*/ 411 h 532"/>
                  <a:gd name="T72" fmla="*/ 278 w 538"/>
                  <a:gd name="T73" fmla="*/ 326 h 532"/>
                  <a:gd name="T74" fmla="*/ 443 w 538"/>
                  <a:gd name="T75" fmla="*/ 45 h 532"/>
                  <a:gd name="T76" fmla="*/ 504 w 538"/>
                  <a:gd name="T77" fmla="*/ 4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38" h="532">
                    <a:moveTo>
                      <a:pt x="498" y="105"/>
                    </a:moveTo>
                    <a:cubicBezTo>
                      <a:pt x="507" y="84"/>
                      <a:pt x="528" y="25"/>
                      <a:pt x="518" y="11"/>
                    </a:cubicBezTo>
                    <a:cubicBezTo>
                      <a:pt x="517" y="7"/>
                      <a:pt x="512" y="7"/>
                      <a:pt x="506" y="10"/>
                    </a:cubicBezTo>
                    <a:cubicBezTo>
                      <a:pt x="506" y="10"/>
                      <a:pt x="506" y="10"/>
                      <a:pt x="505" y="10"/>
                    </a:cubicBezTo>
                    <a:cubicBezTo>
                      <a:pt x="505" y="10"/>
                      <a:pt x="468" y="13"/>
                      <a:pt x="448" y="48"/>
                    </a:cubicBezTo>
                    <a:cubicBezTo>
                      <a:pt x="426" y="87"/>
                      <a:pt x="293" y="316"/>
                      <a:pt x="283" y="330"/>
                    </a:cubicBezTo>
                    <a:cubicBezTo>
                      <a:pt x="272" y="346"/>
                      <a:pt x="81" y="415"/>
                      <a:pt x="52" y="417"/>
                    </a:cubicBezTo>
                    <a:cubicBezTo>
                      <a:pt x="30" y="419"/>
                      <a:pt x="15" y="436"/>
                      <a:pt x="12" y="439"/>
                    </a:cubicBezTo>
                    <a:lnTo>
                      <a:pt x="6" y="466"/>
                    </a:lnTo>
                    <a:cubicBezTo>
                      <a:pt x="9" y="493"/>
                      <a:pt x="16" y="523"/>
                      <a:pt x="24" y="525"/>
                    </a:cubicBezTo>
                    <a:cubicBezTo>
                      <a:pt x="24" y="525"/>
                      <a:pt x="26" y="525"/>
                      <a:pt x="27" y="525"/>
                    </a:cubicBezTo>
                    <a:cubicBezTo>
                      <a:pt x="31" y="525"/>
                      <a:pt x="34" y="523"/>
                      <a:pt x="36" y="521"/>
                    </a:cubicBezTo>
                    <a:cubicBezTo>
                      <a:pt x="37" y="519"/>
                      <a:pt x="39" y="516"/>
                      <a:pt x="39" y="513"/>
                    </a:cubicBezTo>
                    <a:cubicBezTo>
                      <a:pt x="39" y="507"/>
                      <a:pt x="37" y="493"/>
                      <a:pt x="37" y="493"/>
                    </a:cubicBezTo>
                    <a:cubicBezTo>
                      <a:pt x="37" y="492"/>
                      <a:pt x="37" y="491"/>
                      <a:pt x="37" y="491"/>
                    </a:cubicBezTo>
                    <a:cubicBezTo>
                      <a:pt x="38" y="490"/>
                      <a:pt x="39" y="489"/>
                      <a:pt x="40" y="489"/>
                    </a:cubicBezTo>
                    <a:cubicBezTo>
                      <a:pt x="142" y="479"/>
                      <a:pt x="298" y="459"/>
                      <a:pt x="312" y="449"/>
                    </a:cubicBezTo>
                    <a:cubicBezTo>
                      <a:pt x="326" y="438"/>
                      <a:pt x="365" y="379"/>
                      <a:pt x="389" y="343"/>
                    </a:cubicBezTo>
                    <a:cubicBezTo>
                      <a:pt x="395" y="334"/>
                      <a:pt x="401" y="325"/>
                      <a:pt x="405" y="320"/>
                    </a:cubicBezTo>
                    <a:cubicBezTo>
                      <a:pt x="421" y="297"/>
                      <a:pt x="497" y="107"/>
                      <a:pt x="498" y="105"/>
                    </a:cubicBezTo>
                    <a:close/>
                    <a:moveTo>
                      <a:pt x="504" y="4"/>
                    </a:moveTo>
                    <a:cubicBezTo>
                      <a:pt x="513" y="0"/>
                      <a:pt x="520" y="2"/>
                      <a:pt x="524" y="7"/>
                    </a:cubicBezTo>
                    <a:cubicBezTo>
                      <a:pt x="537" y="27"/>
                      <a:pt x="507" y="99"/>
                      <a:pt x="504" y="107"/>
                    </a:cubicBezTo>
                    <a:cubicBezTo>
                      <a:pt x="500" y="115"/>
                      <a:pt x="426" y="300"/>
                      <a:pt x="409" y="324"/>
                    </a:cubicBezTo>
                    <a:cubicBezTo>
                      <a:pt x="406" y="329"/>
                      <a:pt x="400" y="337"/>
                      <a:pt x="394" y="347"/>
                    </a:cubicBezTo>
                    <a:cubicBezTo>
                      <a:pt x="369" y="385"/>
                      <a:pt x="330" y="442"/>
                      <a:pt x="316" y="454"/>
                    </a:cubicBezTo>
                    <a:cubicBezTo>
                      <a:pt x="298" y="468"/>
                      <a:pt x="80" y="492"/>
                      <a:pt x="43" y="495"/>
                    </a:cubicBezTo>
                    <a:cubicBezTo>
                      <a:pt x="43" y="500"/>
                      <a:pt x="45" y="509"/>
                      <a:pt x="45" y="513"/>
                    </a:cubicBezTo>
                    <a:cubicBezTo>
                      <a:pt x="45" y="515"/>
                      <a:pt x="44" y="520"/>
                      <a:pt x="41" y="525"/>
                    </a:cubicBezTo>
                    <a:cubicBezTo>
                      <a:pt x="39" y="527"/>
                      <a:pt x="34" y="531"/>
                      <a:pt x="27" y="531"/>
                    </a:cubicBezTo>
                    <a:cubicBezTo>
                      <a:pt x="25" y="531"/>
                      <a:pt x="24" y="531"/>
                      <a:pt x="23" y="531"/>
                    </a:cubicBezTo>
                    <a:cubicBezTo>
                      <a:pt x="7" y="529"/>
                      <a:pt x="0" y="476"/>
                      <a:pt x="0" y="466"/>
                    </a:cubicBezTo>
                    <a:cubicBezTo>
                      <a:pt x="0" y="466"/>
                      <a:pt x="0" y="466"/>
                      <a:pt x="0" y="465"/>
                    </a:cubicBezTo>
                    <a:lnTo>
                      <a:pt x="6" y="436"/>
                    </a:lnTo>
                    <a:cubicBezTo>
                      <a:pt x="6" y="436"/>
                      <a:pt x="6" y="436"/>
                      <a:pt x="6" y="435"/>
                    </a:cubicBezTo>
                    <a:cubicBezTo>
                      <a:pt x="7" y="434"/>
                      <a:pt x="24" y="414"/>
                      <a:pt x="52" y="411"/>
                    </a:cubicBezTo>
                    <a:cubicBezTo>
                      <a:pt x="81" y="409"/>
                      <a:pt x="270" y="338"/>
                      <a:pt x="278" y="326"/>
                    </a:cubicBezTo>
                    <a:cubicBezTo>
                      <a:pt x="288" y="312"/>
                      <a:pt x="421" y="84"/>
                      <a:pt x="443" y="45"/>
                    </a:cubicBezTo>
                    <a:cubicBezTo>
                      <a:pt x="462" y="9"/>
                      <a:pt x="500" y="4"/>
                      <a:pt x="504" y="4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4" name="íšļïḍè">
                <a:extLst>
                  <a:ext uri="{FF2B5EF4-FFF2-40B4-BE49-F238E27FC236}">
                    <a16:creationId xmlns:a16="http://schemas.microsoft.com/office/drawing/2014/main" id="{A8F823B5-A6E3-49CF-8B13-7B269039F502}"/>
                  </a:ext>
                </a:extLst>
              </p:cNvPr>
              <p:cNvSpPr/>
              <p:nvPr/>
            </p:nvSpPr>
            <p:spPr bwMode="auto">
              <a:xfrm>
                <a:off x="2688771" y="5667634"/>
                <a:ext cx="198208" cy="318397"/>
              </a:xfrm>
              <a:custGeom>
                <a:avLst/>
                <a:gdLst>
                  <a:gd name="T0" fmla="*/ 91 w 101"/>
                  <a:gd name="T1" fmla="*/ 8 h 161"/>
                  <a:gd name="T2" fmla="*/ 100 w 101"/>
                  <a:gd name="T3" fmla="*/ 16 h 161"/>
                  <a:gd name="T4" fmla="*/ 20 w 101"/>
                  <a:gd name="T5" fmla="*/ 146 h 161"/>
                  <a:gd name="T6" fmla="*/ 0 w 101"/>
                  <a:gd name="T7" fmla="*/ 160 h 161"/>
                  <a:gd name="T8" fmla="*/ 8 w 101"/>
                  <a:gd name="T9" fmla="*/ 140 h 161"/>
                  <a:gd name="T10" fmla="*/ 91 w 101"/>
                  <a:gd name="T11" fmla="*/ 8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1" h="161">
                    <a:moveTo>
                      <a:pt x="91" y="8"/>
                    </a:moveTo>
                    <a:cubicBezTo>
                      <a:pt x="96" y="0"/>
                      <a:pt x="100" y="16"/>
                      <a:pt x="100" y="16"/>
                    </a:cubicBezTo>
                    <a:cubicBezTo>
                      <a:pt x="100" y="16"/>
                      <a:pt x="23" y="144"/>
                      <a:pt x="20" y="146"/>
                    </a:cubicBezTo>
                    <a:cubicBezTo>
                      <a:pt x="8" y="157"/>
                      <a:pt x="0" y="160"/>
                      <a:pt x="0" y="160"/>
                    </a:cubicBezTo>
                    <a:lnTo>
                      <a:pt x="8" y="140"/>
                    </a:lnTo>
                    <a:lnTo>
                      <a:pt x="91" y="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5" name="íSḻíḋè">
                <a:extLst>
                  <a:ext uri="{FF2B5EF4-FFF2-40B4-BE49-F238E27FC236}">
                    <a16:creationId xmlns:a16="http://schemas.microsoft.com/office/drawing/2014/main" id="{9330EADB-62F0-4172-9D3C-6FAF9F1675A6}"/>
                  </a:ext>
                </a:extLst>
              </p:cNvPr>
              <p:cNvSpPr/>
              <p:nvPr/>
            </p:nvSpPr>
            <p:spPr bwMode="auto">
              <a:xfrm>
                <a:off x="2688771" y="5676237"/>
                <a:ext cx="206829" cy="318403"/>
              </a:xfrm>
              <a:custGeom>
                <a:avLst/>
                <a:gdLst>
                  <a:gd name="T0" fmla="*/ 20 w 107"/>
                  <a:gd name="T1" fmla="*/ 141 h 161"/>
                  <a:gd name="T2" fmla="*/ 99 w 107"/>
                  <a:gd name="T3" fmla="*/ 12 h 161"/>
                  <a:gd name="T4" fmla="*/ 97 w 107"/>
                  <a:gd name="T5" fmla="*/ 7 h 161"/>
                  <a:gd name="T6" fmla="*/ 13 w 107"/>
                  <a:gd name="T7" fmla="*/ 139 h 161"/>
                  <a:gd name="T8" fmla="*/ 9 w 107"/>
                  <a:gd name="T9" fmla="*/ 151 h 161"/>
                  <a:gd name="T10" fmla="*/ 20 w 107"/>
                  <a:gd name="T11" fmla="*/ 141 h 161"/>
                  <a:gd name="T12" fmla="*/ 97 w 107"/>
                  <a:gd name="T13" fmla="*/ 0 h 161"/>
                  <a:gd name="T14" fmla="*/ 105 w 107"/>
                  <a:gd name="T15" fmla="*/ 12 h 161"/>
                  <a:gd name="T16" fmla="*/ 105 w 107"/>
                  <a:gd name="T17" fmla="*/ 15 h 161"/>
                  <a:gd name="T18" fmla="*/ 25 w 107"/>
                  <a:gd name="T19" fmla="*/ 146 h 161"/>
                  <a:gd name="T20" fmla="*/ 4 w 107"/>
                  <a:gd name="T21" fmla="*/ 160 h 161"/>
                  <a:gd name="T22" fmla="*/ 3 w 107"/>
                  <a:gd name="T23" fmla="*/ 160 h 161"/>
                  <a:gd name="T24" fmla="*/ 1 w 107"/>
                  <a:gd name="T25" fmla="*/ 159 h 161"/>
                  <a:gd name="T26" fmla="*/ 0 w 107"/>
                  <a:gd name="T27" fmla="*/ 156 h 161"/>
                  <a:gd name="T28" fmla="*/ 7 w 107"/>
                  <a:gd name="T29" fmla="*/ 136 h 161"/>
                  <a:gd name="T30" fmla="*/ 7 w 107"/>
                  <a:gd name="T31" fmla="*/ 136 h 161"/>
                  <a:gd name="T32" fmla="*/ 92 w 107"/>
                  <a:gd name="T33" fmla="*/ 4 h 161"/>
                  <a:gd name="T34" fmla="*/ 97 w 107"/>
                  <a:gd name="T3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7" h="161">
                    <a:moveTo>
                      <a:pt x="20" y="141"/>
                    </a:moveTo>
                    <a:cubicBezTo>
                      <a:pt x="23" y="138"/>
                      <a:pt x="69" y="63"/>
                      <a:pt x="99" y="12"/>
                    </a:cubicBezTo>
                    <a:cubicBezTo>
                      <a:pt x="98" y="10"/>
                      <a:pt x="98" y="9"/>
                      <a:pt x="97" y="7"/>
                    </a:cubicBezTo>
                    <a:lnTo>
                      <a:pt x="13" y="139"/>
                    </a:lnTo>
                    <a:lnTo>
                      <a:pt x="9" y="151"/>
                    </a:lnTo>
                    <a:cubicBezTo>
                      <a:pt x="12" y="149"/>
                      <a:pt x="16" y="146"/>
                      <a:pt x="20" y="141"/>
                    </a:cubicBezTo>
                    <a:close/>
                    <a:moveTo>
                      <a:pt x="97" y="0"/>
                    </a:moveTo>
                    <a:cubicBezTo>
                      <a:pt x="101" y="0"/>
                      <a:pt x="104" y="6"/>
                      <a:pt x="105" y="12"/>
                    </a:cubicBezTo>
                    <a:cubicBezTo>
                      <a:pt x="106" y="13"/>
                      <a:pt x="105" y="14"/>
                      <a:pt x="105" y="15"/>
                    </a:cubicBezTo>
                    <a:cubicBezTo>
                      <a:pt x="82" y="53"/>
                      <a:pt x="28" y="143"/>
                      <a:pt x="25" y="146"/>
                    </a:cubicBezTo>
                    <a:cubicBezTo>
                      <a:pt x="13" y="157"/>
                      <a:pt x="4" y="160"/>
                      <a:pt x="4" y="160"/>
                    </a:cubicBezTo>
                    <a:cubicBezTo>
                      <a:pt x="4" y="160"/>
                      <a:pt x="4" y="160"/>
                      <a:pt x="3" y="160"/>
                    </a:cubicBezTo>
                    <a:cubicBezTo>
                      <a:pt x="2" y="160"/>
                      <a:pt x="1" y="160"/>
                      <a:pt x="1" y="159"/>
                    </a:cubicBezTo>
                    <a:cubicBezTo>
                      <a:pt x="0" y="158"/>
                      <a:pt x="0" y="157"/>
                      <a:pt x="0" y="156"/>
                    </a:cubicBezTo>
                    <a:lnTo>
                      <a:pt x="7" y="136"/>
                    </a:lnTo>
                    <a:lnTo>
                      <a:pt x="7" y="136"/>
                    </a:lnTo>
                    <a:lnTo>
                      <a:pt x="92" y="4"/>
                    </a:lnTo>
                    <a:cubicBezTo>
                      <a:pt x="93" y="1"/>
                      <a:pt x="95" y="0"/>
                      <a:pt x="97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6" name="íṧḷiḍè">
                <a:extLst>
                  <a:ext uri="{FF2B5EF4-FFF2-40B4-BE49-F238E27FC236}">
                    <a16:creationId xmlns:a16="http://schemas.microsoft.com/office/drawing/2014/main" id="{FB0BC3B9-BE0E-4552-AB01-906A74362BFE}"/>
                  </a:ext>
                </a:extLst>
              </p:cNvPr>
              <p:cNvSpPr/>
              <p:nvPr/>
            </p:nvSpPr>
            <p:spPr bwMode="auto">
              <a:xfrm>
                <a:off x="2740479" y="5727869"/>
                <a:ext cx="86179" cy="189319"/>
              </a:xfrm>
              <a:custGeom>
                <a:avLst/>
                <a:gdLst>
                  <a:gd name="T0" fmla="*/ 0 w 44"/>
                  <a:gd name="T1" fmla="*/ 28 h 97"/>
                  <a:gd name="T2" fmla="*/ 43 w 44"/>
                  <a:gd name="T3" fmla="*/ 0 h 97"/>
                  <a:gd name="T4" fmla="*/ 35 w 44"/>
                  <a:gd name="T5" fmla="*/ 23 h 97"/>
                  <a:gd name="T6" fmla="*/ 41 w 44"/>
                  <a:gd name="T7" fmla="*/ 78 h 97"/>
                  <a:gd name="T8" fmla="*/ 21 w 44"/>
                  <a:gd name="T9" fmla="*/ 89 h 97"/>
                  <a:gd name="T10" fmla="*/ 0 w 44"/>
                  <a:gd name="T11" fmla="*/ 28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97">
                    <a:moveTo>
                      <a:pt x="0" y="28"/>
                    </a:moveTo>
                    <a:lnTo>
                      <a:pt x="43" y="0"/>
                    </a:lnTo>
                    <a:lnTo>
                      <a:pt x="35" y="23"/>
                    </a:lnTo>
                    <a:cubicBezTo>
                      <a:pt x="35" y="23"/>
                      <a:pt x="43" y="74"/>
                      <a:pt x="41" y="78"/>
                    </a:cubicBezTo>
                    <a:cubicBezTo>
                      <a:pt x="40" y="83"/>
                      <a:pt x="32" y="96"/>
                      <a:pt x="21" y="89"/>
                    </a:cubicBezTo>
                    <a:cubicBezTo>
                      <a:pt x="9" y="83"/>
                      <a:pt x="0" y="28"/>
                      <a:pt x="0" y="28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7" name="íṧḻíḑè">
                <a:extLst>
                  <a:ext uri="{FF2B5EF4-FFF2-40B4-BE49-F238E27FC236}">
                    <a16:creationId xmlns:a16="http://schemas.microsoft.com/office/drawing/2014/main" id="{8287377E-4CE9-4AA9-BB5F-4B7F00BBCF7C}"/>
                  </a:ext>
                </a:extLst>
              </p:cNvPr>
              <p:cNvSpPr/>
              <p:nvPr/>
            </p:nvSpPr>
            <p:spPr bwMode="auto">
              <a:xfrm>
                <a:off x="2740479" y="5719266"/>
                <a:ext cx="94794" cy="189319"/>
              </a:xfrm>
              <a:custGeom>
                <a:avLst/>
                <a:gdLst>
                  <a:gd name="T0" fmla="*/ 47 w 50"/>
                  <a:gd name="T1" fmla="*/ 0 h 97"/>
                  <a:gd name="T2" fmla="*/ 48 w 50"/>
                  <a:gd name="T3" fmla="*/ 3 h 97"/>
                  <a:gd name="T4" fmla="*/ 41 w 50"/>
                  <a:gd name="T5" fmla="*/ 26 h 97"/>
                  <a:gd name="T6" fmla="*/ 47 w 50"/>
                  <a:gd name="T7" fmla="*/ 80 h 97"/>
                  <a:gd name="T8" fmla="*/ 36 w 50"/>
                  <a:gd name="T9" fmla="*/ 94 h 97"/>
                  <a:gd name="T10" fmla="*/ 30 w 50"/>
                  <a:gd name="T11" fmla="*/ 96 h 97"/>
                  <a:gd name="T12" fmla="*/ 22 w 50"/>
                  <a:gd name="T13" fmla="*/ 94 h 97"/>
                  <a:gd name="T14" fmla="*/ 0 w 50"/>
                  <a:gd name="T15" fmla="*/ 31 h 97"/>
                  <a:gd name="T16" fmla="*/ 2 w 50"/>
                  <a:gd name="T17" fmla="*/ 27 h 97"/>
                  <a:gd name="T18" fmla="*/ 6 w 50"/>
                  <a:gd name="T19" fmla="*/ 29 h 97"/>
                  <a:gd name="T20" fmla="*/ 25 w 50"/>
                  <a:gd name="T21" fmla="*/ 88 h 97"/>
                  <a:gd name="T22" fmla="*/ 33 w 50"/>
                  <a:gd name="T23" fmla="*/ 89 h 97"/>
                  <a:gd name="T24" fmla="*/ 41 w 50"/>
                  <a:gd name="T25" fmla="*/ 79 h 97"/>
                  <a:gd name="T26" fmla="*/ 35 w 50"/>
                  <a:gd name="T27" fmla="*/ 26 h 97"/>
                  <a:gd name="T28" fmla="*/ 35 w 50"/>
                  <a:gd name="T29" fmla="*/ 24 h 97"/>
                  <a:gd name="T30" fmla="*/ 43 w 50"/>
                  <a:gd name="T31" fmla="*/ 2 h 97"/>
                  <a:gd name="T32" fmla="*/ 47 w 50"/>
                  <a:gd name="T3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" h="97">
                    <a:moveTo>
                      <a:pt x="47" y="0"/>
                    </a:moveTo>
                    <a:cubicBezTo>
                      <a:pt x="48" y="0"/>
                      <a:pt x="49" y="2"/>
                      <a:pt x="48" y="3"/>
                    </a:cubicBezTo>
                    <a:lnTo>
                      <a:pt x="41" y="26"/>
                    </a:lnTo>
                    <a:cubicBezTo>
                      <a:pt x="43" y="35"/>
                      <a:pt x="49" y="76"/>
                      <a:pt x="47" y="80"/>
                    </a:cubicBezTo>
                    <a:cubicBezTo>
                      <a:pt x="47" y="85"/>
                      <a:pt x="43" y="91"/>
                      <a:pt x="36" y="94"/>
                    </a:cubicBezTo>
                    <a:cubicBezTo>
                      <a:pt x="35" y="95"/>
                      <a:pt x="32" y="96"/>
                      <a:pt x="30" y="96"/>
                    </a:cubicBezTo>
                    <a:cubicBezTo>
                      <a:pt x="28" y="96"/>
                      <a:pt x="25" y="95"/>
                      <a:pt x="22" y="94"/>
                    </a:cubicBezTo>
                    <a:cubicBezTo>
                      <a:pt x="10" y="88"/>
                      <a:pt x="1" y="40"/>
                      <a:pt x="0" y="31"/>
                    </a:cubicBezTo>
                    <a:cubicBezTo>
                      <a:pt x="0" y="29"/>
                      <a:pt x="0" y="27"/>
                      <a:pt x="2" y="27"/>
                    </a:cubicBezTo>
                    <a:cubicBezTo>
                      <a:pt x="4" y="27"/>
                      <a:pt x="6" y="28"/>
                      <a:pt x="6" y="29"/>
                    </a:cubicBezTo>
                    <a:cubicBezTo>
                      <a:pt x="10" y="52"/>
                      <a:pt x="18" y="85"/>
                      <a:pt x="25" y="88"/>
                    </a:cubicBezTo>
                    <a:cubicBezTo>
                      <a:pt x="28" y="90"/>
                      <a:pt x="31" y="90"/>
                      <a:pt x="33" y="89"/>
                    </a:cubicBezTo>
                    <a:cubicBezTo>
                      <a:pt x="38" y="87"/>
                      <a:pt x="40" y="82"/>
                      <a:pt x="41" y="79"/>
                    </a:cubicBezTo>
                    <a:cubicBezTo>
                      <a:pt x="42" y="76"/>
                      <a:pt x="38" y="46"/>
                      <a:pt x="35" y="26"/>
                    </a:cubicBezTo>
                    <a:cubicBezTo>
                      <a:pt x="35" y="25"/>
                      <a:pt x="35" y="25"/>
                      <a:pt x="35" y="24"/>
                    </a:cubicBezTo>
                    <a:lnTo>
                      <a:pt x="43" y="2"/>
                    </a:lnTo>
                    <a:cubicBezTo>
                      <a:pt x="43" y="0"/>
                      <a:pt x="45" y="0"/>
                      <a:pt x="47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8" name="îṧlíďê">
                <a:extLst>
                  <a:ext uri="{FF2B5EF4-FFF2-40B4-BE49-F238E27FC236}">
                    <a16:creationId xmlns:a16="http://schemas.microsoft.com/office/drawing/2014/main" id="{4C3B0033-11FC-4BA1-A8FF-00C5EB6D553D}"/>
                  </a:ext>
                </a:extLst>
              </p:cNvPr>
              <p:cNvSpPr/>
              <p:nvPr/>
            </p:nvSpPr>
            <p:spPr bwMode="auto">
              <a:xfrm>
                <a:off x="2800801" y="5736477"/>
                <a:ext cx="180978" cy="120476"/>
              </a:xfrm>
              <a:custGeom>
                <a:avLst/>
                <a:gdLst>
                  <a:gd name="T0" fmla="*/ 41 w 93"/>
                  <a:gd name="T1" fmla="*/ 12 h 63"/>
                  <a:gd name="T2" fmla="*/ 58 w 93"/>
                  <a:gd name="T3" fmla="*/ 0 h 63"/>
                  <a:gd name="T4" fmla="*/ 92 w 93"/>
                  <a:gd name="T5" fmla="*/ 38 h 63"/>
                  <a:gd name="T6" fmla="*/ 60 w 93"/>
                  <a:gd name="T7" fmla="*/ 39 h 63"/>
                  <a:gd name="T8" fmla="*/ 38 w 93"/>
                  <a:gd name="T9" fmla="*/ 56 h 63"/>
                  <a:gd name="T10" fmla="*/ 16 w 93"/>
                  <a:gd name="T11" fmla="*/ 53 h 63"/>
                  <a:gd name="T12" fmla="*/ 12 w 93"/>
                  <a:gd name="T13" fmla="*/ 26 h 63"/>
                  <a:gd name="T14" fmla="*/ 41 w 93"/>
                  <a:gd name="T15" fmla="*/ 1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" h="63">
                    <a:moveTo>
                      <a:pt x="41" y="12"/>
                    </a:moveTo>
                    <a:cubicBezTo>
                      <a:pt x="44" y="11"/>
                      <a:pt x="58" y="0"/>
                      <a:pt x="58" y="0"/>
                    </a:cubicBezTo>
                    <a:lnTo>
                      <a:pt x="92" y="38"/>
                    </a:lnTo>
                    <a:lnTo>
                      <a:pt x="60" y="39"/>
                    </a:lnTo>
                    <a:cubicBezTo>
                      <a:pt x="60" y="39"/>
                      <a:pt x="50" y="50"/>
                      <a:pt x="38" y="56"/>
                    </a:cubicBezTo>
                    <a:cubicBezTo>
                      <a:pt x="27" y="62"/>
                      <a:pt x="23" y="56"/>
                      <a:pt x="16" y="53"/>
                    </a:cubicBezTo>
                    <a:cubicBezTo>
                      <a:pt x="0" y="46"/>
                      <a:pt x="12" y="26"/>
                      <a:pt x="12" y="26"/>
                    </a:cubicBezTo>
                    <a:cubicBezTo>
                      <a:pt x="12" y="26"/>
                      <a:pt x="38" y="15"/>
                      <a:pt x="41" y="1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29" name="îṧľídê">
                <a:extLst>
                  <a:ext uri="{FF2B5EF4-FFF2-40B4-BE49-F238E27FC236}">
                    <a16:creationId xmlns:a16="http://schemas.microsoft.com/office/drawing/2014/main" id="{76BC87F1-3BAE-429C-9AC4-F80CF31FAF71}"/>
                  </a:ext>
                </a:extLst>
              </p:cNvPr>
              <p:cNvSpPr/>
              <p:nvPr/>
            </p:nvSpPr>
            <p:spPr bwMode="auto">
              <a:xfrm>
                <a:off x="2800801" y="5727869"/>
                <a:ext cx="180978" cy="129084"/>
              </a:xfrm>
              <a:custGeom>
                <a:avLst/>
                <a:gdLst>
                  <a:gd name="T0" fmla="*/ 89 w 93"/>
                  <a:gd name="T1" fmla="*/ 39 h 67"/>
                  <a:gd name="T2" fmla="*/ 92 w 93"/>
                  <a:gd name="T3" fmla="*/ 42 h 67"/>
                  <a:gd name="T4" fmla="*/ 89 w 93"/>
                  <a:gd name="T5" fmla="*/ 46 h 67"/>
                  <a:gd name="T6" fmla="*/ 58 w 93"/>
                  <a:gd name="T7" fmla="*/ 46 h 67"/>
                  <a:gd name="T8" fmla="*/ 37 w 93"/>
                  <a:gd name="T9" fmla="*/ 63 h 67"/>
                  <a:gd name="T10" fmla="*/ 27 w 93"/>
                  <a:gd name="T11" fmla="*/ 66 h 67"/>
                  <a:gd name="T12" fmla="*/ 16 w 93"/>
                  <a:gd name="T13" fmla="*/ 62 h 67"/>
                  <a:gd name="T14" fmla="*/ 12 w 93"/>
                  <a:gd name="T15" fmla="*/ 60 h 67"/>
                  <a:gd name="T16" fmla="*/ 3 w 93"/>
                  <a:gd name="T17" fmla="*/ 50 h 67"/>
                  <a:gd name="T18" fmla="*/ 7 w 93"/>
                  <a:gd name="T19" fmla="*/ 29 h 67"/>
                  <a:gd name="T20" fmla="*/ 8 w 93"/>
                  <a:gd name="T21" fmla="*/ 27 h 67"/>
                  <a:gd name="T22" fmla="*/ 37 w 93"/>
                  <a:gd name="T23" fmla="*/ 14 h 67"/>
                  <a:gd name="T24" fmla="*/ 54 w 93"/>
                  <a:gd name="T25" fmla="*/ 2 h 67"/>
                  <a:gd name="T26" fmla="*/ 58 w 93"/>
                  <a:gd name="T27" fmla="*/ 2 h 67"/>
                  <a:gd name="T28" fmla="*/ 58 w 93"/>
                  <a:gd name="T29" fmla="*/ 6 h 67"/>
                  <a:gd name="T30" fmla="*/ 40 w 93"/>
                  <a:gd name="T31" fmla="*/ 20 h 67"/>
                  <a:gd name="T32" fmla="*/ 12 w 93"/>
                  <a:gd name="T33" fmla="*/ 32 h 67"/>
                  <a:gd name="T34" fmla="*/ 9 w 93"/>
                  <a:gd name="T35" fmla="*/ 48 h 67"/>
                  <a:gd name="T36" fmla="*/ 15 w 93"/>
                  <a:gd name="T37" fmla="*/ 55 h 67"/>
                  <a:gd name="T38" fmla="*/ 19 w 93"/>
                  <a:gd name="T39" fmla="*/ 57 h 67"/>
                  <a:gd name="T40" fmla="*/ 35 w 93"/>
                  <a:gd name="T41" fmla="*/ 58 h 67"/>
                  <a:gd name="T42" fmla="*/ 55 w 93"/>
                  <a:gd name="T43" fmla="*/ 41 h 67"/>
                  <a:gd name="T44" fmla="*/ 57 w 93"/>
                  <a:gd name="T45" fmla="*/ 40 h 67"/>
                  <a:gd name="T46" fmla="*/ 89 w 93"/>
                  <a:gd name="T47" fmla="*/ 39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3" h="67">
                    <a:moveTo>
                      <a:pt x="89" y="39"/>
                    </a:moveTo>
                    <a:cubicBezTo>
                      <a:pt x="91" y="39"/>
                      <a:pt x="92" y="40"/>
                      <a:pt x="92" y="42"/>
                    </a:cubicBezTo>
                    <a:cubicBezTo>
                      <a:pt x="92" y="44"/>
                      <a:pt x="92" y="45"/>
                      <a:pt x="89" y="46"/>
                    </a:cubicBezTo>
                    <a:lnTo>
                      <a:pt x="58" y="46"/>
                    </a:lnTo>
                    <a:cubicBezTo>
                      <a:pt x="55" y="49"/>
                      <a:pt x="47" y="58"/>
                      <a:pt x="37" y="63"/>
                    </a:cubicBezTo>
                    <a:cubicBezTo>
                      <a:pt x="34" y="66"/>
                      <a:pt x="30" y="66"/>
                      <a:pt x="27" y="66"/>
                    </a:cubicBezTo>
                    <a:cubicBezTo>
                      <a:pt x="23" y="66"/>
                      <a:pt x="19" y="64"/>
                      <a:pt x="16" y="62"/>
                    </a:cubicBezTo>
                    <a:cubicBezTo>
                      <a:pt x="15" y="61"/>
                      <a:pt x="14" y="60"/>
                      <a:pt x="12" y="60"/>
                    </a:cubicBezTo>
                    <a:cubicBezTo>
                      <a:pt x="7" y="58"/>
                      <a:pt x="4" y="55"/>
                      <a:pt x="3" y="50"/>
                    </a:cubicBezTo>
                    <a:cubicBezTo>
                      <a:pt x="0" y="40"/>
                      <a:pt x="6" y="29"/>
                      <a:pt x="7" y="29"/>
                    </a:cubicBezTo>
                    <a:cubicBezTo>
                      <a:pt x="7" y="28"/>
                      <a:pt x="8" y="28"/>
                      <a:pt x="8" y="27"/>
                    </a:cubicBezTo>
                    <a:cubicBezTo>
                      <a:pt x="18" y="23"/>
                      <a:pt x="34" y="16"/>
                      <a:pt x="37" y="14"/>
                    </a:cubicBezTo>
                    <a:cubicBezTo>
                      <a:pt x="39" y="13"/>
                      <a:pt x="49" y="6"/>
                      <a:pt x="54" y="2"/>
                    </a:cubicBezTo>
                    <a:cubicBezTo>
                      <a:pt x="55" y="0"/>
                      <a:pt x="57" y="1"/>
                      <a:pt x="58" y="2"/>
                    </a:cubicBezTo>
                    <a:cubicBezTo>
                      <a:pt x="59" y="3"/>
                      <a:pt x="59" y="6"/>
                      <a:pt x="58" y="6"/>
                    </a:cubicBezTo>
                    <a:cubicBezTo>
                      <a:pt x="57" y="7"/>
                      <a:pt x="43" y="17"/>
                      <a:pt x="40" y="20"/>
                    </a:cubicBezTo>
                    <a:cubicBezTo>
                      <a:pt x="37" y="21"/>
                      <a:pt x="17" y="30"/>
                      <a:pt x="12" y="32"/>
                    </a:cubicBezTo>
                    <a:cubicBezTo>
                      <a:pt x="10" y="35"/>
                      <a:pt x="6" y="42"/>
                      <a:pt x="9" y="48"/>
                    </a:cubicBezTo>
                    <a:cubicBezTo>
                      <a:pt x="9" y="51"/>
                      <a:pt x="12" y="53"/>
                      <a:pt x="15" y="55"/>
                    </a:cubicBezTo>
                    <a:cubicBezTo>
                      <a:pt x="16" y="55"/>
                      <a:pt x="18" y="56"/>
                      <a:pt x="19" y="57"/>
                    </a:cubicBezTo>
                    <a:cubicBezTo>
                      <a:pt x="24" y="60"/>
                      <a:pt x="27" y="62"/>
                      <a:pt x="35" y="58"/>
                    </a:cubicBezTo>
                    <a:cubicBezTo>
                      <a:pt x="46" y="52"/>
                      <a:pt x="54" y="41"/>
                      <a:pt x="55" y="41"/>
                    </a:cubicBezTo>
                    <a:cubicBezTo>
                      <a:pt x="55" y="40"/>
                      <a:pt x="55" y="40"/>
                      <a:pt x="57" y="40"/>
                    </a:cubicBezTo>
                    <a:lnTo>
                      <a:pt x="89" y="39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0" name="îSľîḑê">
                <a:extLst>
                  <a:ext uri="{FF2B5EF4-FFF2-40B4-BE49-F238E27FC236}">
                    <a16:creationId xmlns:a16="http://schemas.microsoft.com/office/drawing/2014/main" id="{93BBBE50-74BD-410D-BD0A-648298EFCBF7}"/>
                  </a:ext>
                </a:extLst>
              </p:cNvPr>
              <p:cNvSpPr/>
              <p:nvPr/>
            </p:nvSpPr>
            <p:spPr bwMode="auto">
              <a:xfrm>
                <a:off x="3550557" y="4858726"/>
                <a:ext cx="879021" cy="1101492"/>
              </a:xfrm>
              <a:custGeom>
                <a:avLst/>
                <a:gdLst>
                  <a:gd name="T0" fmla="*/ 381 w 448"/>
                  <a:gd name="T1" fmla="*/ 57 h 565"/>
                  <a:gd name="T2" fmla="*/ 439 w 448"/>
                  <a:gd name="T3" fmla="*/ 255 h 565"/>
                  <a:gd name="T4" fmla="*/ 409 w 448"/>
                  <a:gd name="T5" fmla="*/ 564 h 565"/>
                  <a:gd name="T6" fmla="*/ 100 w 448"/>
                  <a:gd name="T7" fmla="*/ 532 h 565"/>
                  <a:gd name="T8" fmla="*/ 113 w 448"/>
                  <a:gd name="T9" fmla="*/ 460 h 565"/>
                  <a:gd name="T10" fmla="*/ 109 w 448"/>
                  <a:gd name="T11" fmla="*/ 404 h 565"/>
                  <a:gd name="T12" fmla="*/ 69 w 448"/>
                  <a:gd name="T13" fmla="*/ 392 h 565"/>
                  <a:gd name="T14" fmla="*/ 10 w 448"/>
                  <a:gd name="T15" fmla="*/ 295 h 565"/>
                  <a:gd name="T16" fmla="*/ 41 w 448"/>
                  <a:gd name="T17" fmla="*/ 136 h 565"/>
                  <a:gd name="T18" fmla="*/ 92 w 448"/>
                  <a:gd name="T19" fmla="*/ 12 h 565"/>
                  <a:gd name="T20" fmla="*/ 381 w 448"/>
                  <a:gd name="T21" fmla="*/ 57 h 5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8" h="565">
                    <a:moveTo>
                      <a:pt x="381" y="57"/>
                    </a:moveTo>
                    <a:cubicBezTo>
                      <a:pt x="447" y="115"/>
                      <a:pt x="439" y="255"/>
                      <a:pt x="439" y="255"/>
                    </a:cubicBezTo>
                    <a:lnTo>
                      <a:pt x="409" y="564"/>
                    </a:lnTo>
                    <a:lnTo>
                      <a:pt x="100" y="532"/>
                    </a:lnTo>
                    <a:cubicBezTo>
                      <a:pt x="100" y="532"/>
                      <a:pt x="117" y="481"/>
                      <a:pt x="113" y="460"/>
                    </a:cubicBezTo>
                    <a:cubicBezTo>
                      <a:pt x="109" y="439"/>
                      <a:pt x="109" y="404"/>
                      <a:pt x="109" y="404"/>
                    </a:cubicBezTo>
                    <a:cubicBezTo>
                      <a:pt x="109" y="404"/>
                      <a:pt x="94" y="406"/>
                      <a:pt x="69" y="392"/>
                    </a:cubicBezTo>
                    <a:cubicBezTo>
                      <a:pt x="45" y="378"/>
                      <a:pt x="0" y="330"/>
                      <a:pt x="10" y="295"/>
                    </a:cubicBezTo>
                    <a:cubicBezTo>
                      <a:pt x="20" y="260"/>
                      <a:pt x="39" y="198"/>
                      <a:pt x="41" y="136"/>
                    </a:cubicBezTo>
                    <a:cubicBezTo>
                      <a:pt x="43" y="74"/>
                      <a:pt x="49" y="16"/>
                      <a:pt x="92" y="12"/>
                    </a:cubicBezTo>
                    <a:cubicBezTo>
                      <a:pt x="92" y="12"/>
                      <a:pt x="315" y="0"/>
                      <a:pt x="381" y="57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1" name="ïṣľîďe">
                <a:extLst>
                  <a:ext uri="{FF2B5EF4-FFF2-40B4-BE49-F238E27FC236}">
                    <a16:creationId xmlns:a16="http://schemas.microsoft.com/office/drawing/2014/main" id="{BDD26FD3-18FB-4382-90FE-DAE1F649A88C}"/>
                  </a:ext>
                </a:extLst>
              </p:cNvPr>
              <p:cNvSpPr/>
              <p:nvPr/>
            </p:nvSpPr>
            <p:spPr bwMode="auto">
              <a:xfrm>
                <a:off x="3541937" y="4867328"/>
                <a:ext cx="887642" cy="1092889"/>
              </a:xfrm>
              <a:custGeom>
                <a:avLst/>
                <a:gdLst>
                  <a:gd name="T0" fmla="*/ 440 w 455"/>
                  <a:gd name="T1" fmla="*/ 248 h 559"/>
                  <a:gd name="T2" fmla="*/ 384 w 455"/>
                  <a:gd name="T3" fmla="*/ 53 h 559"/>
                  <a:gd name="T4" fmla="*/ 147 w 455"/>
                  <a:gd name="T5" fmla="*/ 7 h 559"/>
                  <a:gd name="T6" fmla="*/ 97 w 455"/>
                  <a:gd name="T7" fmla="*/ 8 h 559"/>
                  <a:gd name="T8" fmla="*/ 48 w 455"/>
                  <a:gd name="T9" fmla="*/ 128 h 559"/>
                  <a:gd name="T10" fmla="*/ 18 w 455"/>
                  <a:gd name="T11" fmla="*/ 285 h 559"/>
                  <a:gd name="T12" fmla="*/ 17 w 455"/>
                  <a:gd name="T13" fmla="*/ 288 h 559"/>
                  <a:gd name="T14" fmla="*/ 75 w 455"/>
                  <a:gd name="T15" fmla="*/ 381 h 559"/>
                  <a:gd name="T16" fmla="*/ 111 w 455"/>
                  <a:gd name="T17" fmla="*/ 393 h 559"/>
                  <a:gd name="T18" fmla="*/ 113 w 455"/>
                  <a:gd name="T19" fmla="*/ 393 h 559"/>
                  <a:gd name="T20" fmla="*/ 115 w 455"/>
                  <a:gd name="T21" fmla="*/ 393 h 559"/>
                  <a:gd name="T22" fmla="*/ 116 w 455"/>
                  <a:gd name="T23" fmla="*/ 396 h 559"/>
                  <a:gd name="T24" fmla="*/ 120 w 455"/>
                  <a:gd name="T25" fmla="*/ 451 h 559"/>
                  <a:gd name="T26" fmla="*/ 109 w 455"/>
                  <a:gd name="T27" fmla="*/ 520 h 559"/>
                  <a:gd name="T28" fmla="*/ 412 w 455"/>
                  <a:gd name="T29" fmla="*/ 551 h 559"/>
                  <a:gd name="T30" fmla="*/ 440 w 455"/>
                  <a:gd name="T31" fmla="*/ 248 h 559"/>
                  <a:gd name="T32" fmla="*/ 387 w 455"/>
                  <a:gd name="T33" fmla="*/ 48 h 559"/>
                  <a:gd name="T34" fmla="*/ 446 w 455"/>
                  <a:gd name="T35" fmla="*/ 248 h 559"/>
                  <a:gd name="T36" fmla="*/ 418 w 455"/>
                  <a:gd name="T37" fmla="*/ 554 h 559"/>
                  <a:gd name="T38" fmla="*/ 416 w 455"/>
                  <a:gd name="T39" fmla="*/ 557 h 559"/>
                  <a:gd name="T40" fmla="*/ 414 w 455"/>
                  <a:gd name="T41" fmla="*/ 558 h 559"/>
                  <a:gd name="T42" fmla="*/ 105 w 455"/>
                  <a:gd name="T43" fmla="*/ 527 h 559"/>
                  <a:gd name="T44" fmla="*/ 103 w 455"/>
                  <a:gd name="T45" fmla="*/ 525 h 559"/>
                  <a:gd name="T46" fmla="*/ 102 w 455"/>
                  <a:gd name="T47" fmla="*/ 523 h 559"/>
                  <a:gd name="T48" fmla="*/ 115 w 455"/>
                  <a:gd name="T49" fmla="*/ 452 h 559"/>
                  <a:gd name="T50" fmla="*/ 110 w 455"/>
                  <a:gd name="T51" fmla="*/ 399 h 559"/>
                  <a:gd name="T52" fmla="*/ 72 w 455"/>
                  <a:gd name="T53" fmla="*/ 386 h 559"/>
                  <a:gd name="T54" fmla="*/ 11 w 455"/>
                  <a:gd name="T55" fmla="*/ 286 h 559"/>
                  <a:gd name="T56" fmla="*/ 12 w 455"/>
                  <a:gd name="T57" fmla="*/ 284 h 559"/>
                  <a:gd name="T58" fmla="*/ 42 w 455"/>
                  <a:gd name="T59" fmla="*/ 128 h 559"/>
                  <a:gd name="T60" fmla="*/ 97 w 455"/>
                  <a:gd name="T61" fmla="*/ 2 h 559"/>
                  <a:gd name="T62" fmla="*/ 147 w 455"/>
                  <a:gd name="T63" fmla="*/ 0 h 559"/>
                  <a:gd name="T64" fmla="*/ 387 w 455"/>
                  <a:gd name="T65" fmla="*/ 48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55" h="559">
                    <a:moveTo>
                      <a:pt x="440" y="248"/>
                    </a:moveTo>
                    <a:cubicBezTo>
                      <a:pt x="440" y="246"/>
                      <a:pt x="447" y="109"/>
                      <a:pt x="384" y="53"/>
                    </a:cubicBezTo>
                    <a:cubicBezTo>
                      <a:pt x="338" y="13"/>
                      <a:pt x="215" y="7"/>
                      <a:pt x="147" y="7"/>
                    </a:cubicBezTo>
                    <a:cubicBezTo>
                      <a:pt x="117" y="7"/>
                      <a:pt x="97" y="8"/>
                      <a:pt x="97" y="8"/>
                    </a:cubicBezTo>
                    <a:cubicBezTo>
                      <a:pt x="56" y="12"/>
                      <a:pt x="50" y="70"/>
                      <a:pt x="48" y="128"/>
                    </a:cubicBezTo>
                    <a:cubicBezTo>
                      <a:pt x="47" y="189"/>
                      <a:pt x="28" y="250"/>
                      <a:pt x="18" y="285"/>
                    </a:cubicBezTo>
                    <a:lnTo>
                      <a:pt x="17" y="288"/>
                    </a:lnTo>
                    <a:cubicBezTo>
                      <a:pt x="8" y="320"/>
                      <a:pt x="51" y="366"/>
                      <a:pt x="75" y="381"/>
                    </a:cubicBezTo>
                    <a:cubicBezTo>
                      <a:pt x="94" y="392"/>
                      <a:pt x="106" y="393"/>
                      <a:pt x="111" y="393"/>
                    </a:cubicBezTo>
                    <a:cubicBezTo>
                      <a:pt x="112" y="393"/>
                      <a:pt x="112" y="393"/>
                      <a:pt x="113" y="393"/>
                    </a:cubicBezTo>
                    <a:cubicBezTo>
                      <a:pt x="114" y="393"/>
                      <a:pt x="115" y="393"/>
                      <a:pt x="115" y="393"/>
                    </a:cubicBezTo>
                    <a:cubicBezTo>
                      <a:pt x="116" y="394"/>
                      <a:pt x="116" y="395"/>
                      <a:pt x="116" y="396"/>
                    </a:cubicBezTo>
                    <a:cubicBezTo>
                      <a:pt x="116" y="397"/>
                      <a:pt x="116" y="431"/>
                      <a:pt x="120" y="451"/>
                    </a:cubicBezTo>
                    <a:cubicBezTo>
                      <a:pt x="124" y="469"/>
                      <a:pt x="112" y="508"/>
                      <a:pt x="109" y="520"/>
                    </a:cubicBezTo>
                    <a:lnTo>
                      <a:pt x="412" y="551"/>
                    </a:lnTo>
                    <a:lnTo>
                      <a:pt x="440" y="248"/>
                    </a:lnTo>
                    <a:close/>
                    <a:moveTo>
                      <a:pt x="387" y="48"/>
                    </a:moveTo>
                    <a:cubicBezTo>
                      <a:pt x="454" y="106"/>
                      <a:pt x="446" y="242"/>
                      <a:pt x="446" y="248"/>
                    </a:cubicBezTo>
                    <a:lnTo>
                      <a:pt x="418" y="554"/>
                    </a:lnTo>
                    <a:cubicBezTo>
                      <a:pt x="417" y="555"/>
                      <a:pt x="417" y="556"/>
                      <a:pt x="416" y="557"/>
                    </a:cubicBezTo>
                    <a:cubicBezTo>
                      <a:pt x="415" y="557"/>
                      <a:pt x="415" y="558"/>
                      <a:pt x="414" y="558"/>
                    </a:cubicBezTo>
                    <a:lnTo>
                      <a:pt x="105" y="527"/>
                    </a:lnTo>
                    <a:cubicBezTo>
                      <a:pt x="104" y="527"/>
                      <a:pt x="103" y="526"/>
                      <a:pt x="103" y="525"/>
                    </a:cubicBezTo>
                    <a:cubicBezTo>
                      <a:pt x="103" y="524"/>
                      <a:pt x="102" y="524"/>
                      <a:pt x="102" y="523"/>
                    </a:cubicBezTo>
                    <a:cubicBezTo>
                      <a:pt x="103" y="522"/>
                      <a:pt x="119" y="471"/>
                      <a:pt x="115" y="452"/>
                    </a:cubicBezTo>
                    <a:cubicBezTo>
                      <a:pt x="111" y="435"/>
                      <a:pt x="110" y="408"/>
                      <a:pt x="110" y="399"/>
                    </a:cubicBezTo>
                    <a:cubicBezTo>
                      <a:pt x="105" y="399"/>
                      <a:pt x="91" y="397"/>
                      <a:pt x="72" y="386"/>
                    </a:cubicBezTo>
                    <a:cubicBezTo>
                      <a:pt x="46" y="371"/>
                      <a:pt x="0" y="322"/>
                      <a:pt x="11" y="286"/>
                    </a:cubicBezTo>
                    <a:lnTo>
                      <a:pt x="12" y="284"/>
                    </a:lnTo>
                    <a:cubicBezTo>
                      <a:pt x="22" y="248"/>
                      <a:pt x="40" y="189"/>
                      <a:pt x="42" y="128"/>
                    </a:cubicBezTo>
                    <a:cubicBezTo>
                      <a:pt x="44" y="67"/>
                      <a:pt x="50" y="7"/>
                      <a:pt x="97" y="2"/>
                    </a:cubicBezTo>
                    <a:cubicBezTo>
                      <a:pt x="97" y="2"/>
                      <a:pt x="117" y="0"/>
                      <a:pt x="147" y="0"/>
                    </a:cubicBezTo>
                    <a:cubicBezTo>
                      <a:pt x="216" y="0"/>
                      <a:pt x="340" y="7"/>
                      <a:pt x="387" y="48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2" name="isḻîďè">
                <a:extLst>
                  <a:ext uri="{FF2B5EF4-FFF2-40B4-BE49-F238E27FC236}">
                    <a16:creationId xmlns:a16="http://schemas.microsoft.com/office/drawing/2014/main" id="{483BA7AA-1A33-4938-9140-27927D72A368}"/>
                  </a:ext>
                </a:extLst>
              </p:cNvPr>
              <p:cNvSpPr/>
              <p:nvPr/>
            </p:nvSpPr>
            <p:spPr bwMode="auto">
              <a:xfrm>
                <a:off x="3524701" y="4678009"/>
                <a:ext cx="267156" cy="834727"/>
              </a:xfrm>
              <a:custGeom>
                <a:avLst/>
                <a:gdLst>
                  <a:gd name="T0" fmla="*/ 71 w 137"/>
                  <a:gd name="T1" fmla="*/ 6 h 428"/>
                  <a:gd name="T2" fmla="*/ 106 w 137"/>
                  <a:gd name="T3" fmla="*/ 0 h 428"/>
                  <a:gd name="T4" fmla="*/ 110 w 137"/>
                  <a:gd name="T5" fmla="*/ 169 h 428"/>
                  <a:gd name="T6" fmla="*/ 51 w 137"/>
                  <a:gd name="T7" fmla="*/ 427 h 428"/>
                  <a:gd name="T8" fmla="*/ 14 w 137"/>
                  <a:gd name="T9" fmla="*/ 422 h 428"/>
                  <a:gd name="T10" fmla="*/ 73 w 137"/>
                  <a:gd name="T11" fmla="*/ 194 h 428"/>
                  <a:gd name="T12" fmla="*/ 71 w 137"/>
                  <a:gd name="T13" fmla="*/ 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428">
                    <a:moveTo>
                      <a:pt x="71" y="6"/>
                    </a:moveTo>
                    <a:lnTo>
                      <a:pt x="106" y="0"/>
                    </a:lnTo>
                    <a:cubicBezTo>
                      <a:pt x="106" y="0"/>
                      <a:pt x="136" y="99"/>
                      <a:pt x="110" y="169"/>
                    </a:cubicBezTo>
                    <a:cubicBezTo>
                      <a:pt x="59" y="307"/>
                      <a:pt x="51" y="427"/>
                      <a:pt x="51" y="427"/>
                    </a:cubicBezTo>
                    <a:cubicBezTo>
                      <a:pt x="47" y="413"/>
                      <a:pt x="14" y="422"/>
                      <a:pt x="14" y="422"/>
                    </a:cubicBezTo>
                    <a:cubicBezTo>
                      <a:pt x="0" y="373"/>
                      <a:pt x="53" y="243"/>
                      <a:pt x="73" y="194"/>
                    </a:cubicBezTo>
                    <a:cubicBezTo>
                      <a:pt x="93" y="145"/>
                      <a:pt x="71" y="6"/>
                      <a:pt x="71" y="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3" name="iSlídé">
                <a:extLst>
                  <a:ext uri="{FF2B5EF4-FFF2-40B4-BE49-F238E27FC236}">
                    <a16:creationId xmlns:a16="http://schemas.microsoft.com/office/drawing/2014/main" id="{2A4A389C-1B9D-445A-BC36-780C4A35080E}"/>
                  </a:ext>
                </a:extLst>
              </p:cNvPr>
              <p:cNvSpPr/>
              <p:nvPr/>
            </p:nvSpPr>
            <p:spPr bwMode="auto">
              <a:xfrm>
                <a:off x="3516086" y="4669407"/>
                <a:ext cx="284387" cy="843330"/>
              </a:xfrm>
              <a:custGeom>
                <a:avLst/>
                <a:gdLst>
                  <a:gd name="T0" fmla="*/ 112 w 144"/>
                  <a:gd name="T1" fmla="*/ 171 h 434"/>
                  <a:gd name="T2" fmla="*/ 108 w 144"/>
                  <a:gd name="T3" fmla="*/ 7 h 434"/>
                  <a:gd name="T4" fmla="*/ 79 w 144"/>
                  <a:gd name="T5" fmla="*/ 12 h 434"/>
                  <a:gd name="T6" fmla="*/ 81 w 144"/>
                  <a:gd name="T7" fmla="*/ 198 h 434"/>
                  <a:gd name="T8" fmla="*/ 20 w 144"/>
                  <a:gd name="T9" fmla="*/ 422 h 434"/>
                  <a:gd name="T10" fmla="*/ 40 w 144"/>
                  <a:gd name="T11" fmla="*/ 419 h 434"/>
                  <a:gd name="T12" fmla="*/ 53 w 144"/>
                  <a:gd name="T13" fmla="*/ 422 h 434"/>
                  <a:gd name="T14" fmla="*/ 112 w 144"/>
                  <a:gd name="T15" fmla="*/ 171 h 434"/>
                  <a:gd name="T16" fmla="*/ 110 w 144"/>
                  <a:gd name="T17" fmla="*/ 0 h 434"/>
                  <a:gd name="T18" fmla="*/ 114 w 144"/>
                  <a:gd name="T19" fmla="*/ 2 h 434"/>
                  <a:gd name="T20" fmla="*/ 118 w 144"/>
                  <a:gd name="T21" fmla="*/ 173 h 434"/>
                  <a:gd name="T22" fmla="*/ 58 w 144"/>
                  <a:gd name="T23" fmla="*/ 430 h 434"/>
                  <a:gd name="T24" fmla="*/ 56 w 144"/>
                  <a:gd name="T25" fmla="*/ 433 h 434"/>
                  <a:gd name="T26" fmla="*/ 55 w 144"/>
                  <a:gd name="T27" fmla="*/ 433 h 434"/>
                  <a:gd name="T28" fmla="*/ 52 w 144"/>
                  <a:gd name="T29" fmla="*/ 431 h 434"/>
                  <a:gd name="T30" fmla="*/ 40 w 144"/>
                  <a:gd name="T31" fmla="*/ 425 h 434"/>
                  <a:gd name="T32" fmla="*/ 19 w 144"/>
                  <a:gd name="T33" fmla="*/ 429 h 434"/>
                  <a:gd name="T34" fmla="*/ 16 w 144"/>
                  <a:gd name="T35" fmla="*/ 429 h 434"/>
                  <a:gd name="T36" fmla="*/ 15 w 144"/>
                  <a:gd name="T37" fmla="*/ 427 h 434"/>
                  <a:gd name="T38" fmla="*/ 74 w 144"/>
                  <a:gd name="T39" fmla="*/ 195 h 434"/>
                  <a:gd name="T40" fmla="*/ 72 w 144"/>
                  <a:gd name="T41" fmla="*/ 10 h 434"/>
                  <a:gd name="T42" fmla="*/ 75 w 144"/>
                  <a:gd name="T43" fmla="*/ 6 h 434"/>
                  <a:gd name="T44" fmla="*/ 110 w 144"/>
                  <a:gd name="T45" fmla="*/ 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4" h="434">
                    <a:moveTo>
                      <a:pt x="112" y="171"/>
                    </a:moveTo>
                    <a:cubicBezTo>
                      <a:pt x="135" y="109"/>
                      <a:pt x="113" y="23"/>
                      <a:pt x="108" y="7"/>
                    </a:cubicBezTo>
                    <a:lnTo>
                      <a:pt x="79" y="12"/>
                    </a:lnTo>
                    <a:cubicBezTo>
                      <a:pt x="82" y="32"/>
                      <a:pt x="99" y="151"/>
                      <a:pt x="81" y="198"/>
                    </a:cubicBezTo>
                    <a:cubicBezTo>
                      <a:pt x="62" y="241"/>
                      <a:pt x="9" y="370"/>
                      <a:pt x="20" y="422"/>
                    </a:cubicBezTo>
                    <a:cubicBezTo>
                      <a:pt x="25" y="421"/>
                      <a:pt x="32" y="419"/>
                      <a:pt x="40" y="419"/>
                    </a:cubicBezTo>
                    <a:cubicBezTo>
                      <a:pt x="46" y="419"/>
                      <a:pt x="50" y="420"/>
                      <a:pt x="53" y="422"/>
                    </a:cubicBezTo>
                    <a:cubicBezTo>
                      <a:pt x="56" y="394"/>
                      <a:pt x="68" y="289"/>
                      <a:pt x="112" y="171"/>
                    </a:cubicBezTo>
                    <a:close/>
                    <a:moveTo>
                      <a:pt x="110" y="0"/>
                    </a:moveTo>
                    <a:cubicBezTo>
                      <a:pt x="112" y="0"/>
                      <a:pt x="113" y="1"/>
                      <a:pt x="114" y="2"/>
                    </a:cubicBezTo>
                    <a:cubicBezTo>
                      <a:pt x="115" y="6"/>
                      <a:pt x="143" y="103"/>
                      <a:pt x="118" y="173"/>
                    </a:cubicBezTo>
                    <a:cubicBezTo>
                      <a:pt x="67" y="309"/>
                      <a:pt x="58" y="429"/>
                      <a:pt x="58" y="430"/>
                    </a:cubicBezTo>
                    <a:cubicBezTo>
                      <a:pt x="58" y="432"/>
                      <a:pt x="57" y="433"/>
                      <a:pt x="56" y="433"/>
                    </a:cubicBezTo>
                    <a:cubicBezTo>
                      <a:pt x="55" y="433"/>
                      <a:pt x="55" y="433"/>
                      <a:pt x="55" y="433"/>
                    </a:cubicBezTo>
                    <a:cubicBezTo>
                      <a:pt x="53" y="433"/>
                      <a:pt x="53" y="432"/>
                      <a:pt x="52" y="431"/>
                    </a:cubicBezTo>
                    <a:cubicBezTo>
                      <a:pt x="51" y="427"/>
                      <a:pt x="46" y="425"/>
                      <a:pt x="40" y="425"/>
                    </a:cubicBezTo>
                    <a:cubicBezTo>
                      <a:pt x="30" y="425"/>
                      <a:pt x="19" y="429"/>
                      <a:pt x="19" y="429"/>
                    </a:cubicBezTo>
                    <a:cubicBezTo>
                      <a:pt x="18" y="429"/>
                      <a:pt x="17" y="429"/>
                      <a:pt x="16" y="429"/>
                    </a:cubicBezTo>
                    <a:cubicBezTo>
                      <a:pt x="15" y="428"/>
                      <a:pt x="15" y="427"/>
                      <a:pt x="15" y="427"/>
                    </a:cubicBezTo>
                    <a:cubicBezTo>
                      <a:pt x="0" y="376"/>
                      <a:pt x="56" y="240"/>
                      <a:pt x="74" y="195"/>
                    </a:cubicBezTo>
                    <a:cubicBezTo>
                      <a:pt x="95" y="148"/>
                      <a:pt x="73" y="11"/>
                      <a:pt x="72" y="10"/>
                    </a:cubicBezTo>
                    <a:cubicBezTo>
                      <a:pt x="72" y="8"/>
                      <a:pt x="74" y="7"/>
                      <a:pt x="75" y="6"/>
                    </a:cubicBez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4" name="iş1ïďè">
                <a:extLst>
                  <a:ext uri="{FF2B5EF4-FFF2-40B4-BE49-F238E27FC236}">
                    <a16:creationId xmlns:a16="http://schemas.microsoft.com/office/drawing/2014/main" id="{3005FA82-104D-4BE0-BE6E-C5A6B3DF77BC}"/>
                  </a:ext>
                </a:extLst>
              </p:cNvPr>
              <p:cNvSpPr/>
              <p:nvPr/>
            </p:nvSpPr>
            <p:spPr bwMode="auto">
              <a:xfrm>
                <a:off x="3490229" y="4437058"/>
                <a:ext cx="94799" cy="120476"/>
              </a:xfrm>
              <a:custGeom>
                <a:avLst/>
                <a:gdLst>
                  <a:gd name="T0" fmla="*/ 2 w 47"/>
                  <a:gd name="T1" fmla="*/ 39 h 60"/>
                  <a:gd name="T2" fmla="*/ 46 w 47"/>
                  <a:gd name="T3" fmla="*/ 0 h 60"/>
                  <a:gd name="T4" fmla="*/ 27 w 47"/>
                  <a:gd name="T5" fmla="*/ 59 h 60"/>
                  <a:gd name="T6" fmla="*/ 2 w 47"/>
                  <a:gd name="T7" fmla="*/ 3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60">
                    <a:moveTo>
                      <a:pt x="2" y="39"/>
                    </a:moveTo>
                    <a:cubicBezTo>
                      <a:pt x="5" y="24"/>
                      <a:pt x="46" y="0"/>
                      <a:pt x="46" y="0"/>
                    </a:cubicBezTo>
                    <a:cubicBezTo>
                      <a:pt x="46" y="0"/>
                      <a:pt x="36" y="59"/>
                      <a:pt x="27" y="59"/>
                    </a:cubicBezTo>
                    <a:cubicBezTo>
                      <a:pt x="19" y="59"/>
                      <a:pt x="0" y="49"/>
                      <a:pt x="2" y="39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5" name="ïşļïḍè">
                <a:extLst>
                  <a:ext uri="{FF2B5EF4-FFF2-40B4-BE49-F238E27FC236}">
                    <a16:creationId xmlns:a16="http://schemas.microsoft.com/office/drawing/2014/main" id="{59C23A8E-2512-4627-99BD-8DA0E4F42441}"/>
                  </a:ext>
                </a:extLst>
              </p:cNvPr>
              <p:cNvSpPr/>
              <p:nvPr/>
            </p:nvSpPr>
            <p:spPr bwMode="auto">
              <a:xfrm>
                <a:off x="3490229" y="4437058"/>
                <a:ext cx="94799" cy="129084"/>
              </a:xfrm>
              <a:custGeom>
                <a:avLst/>
                <a:gdLst>
                  <a:gd name="T0" fmla="*/ 27 w 50"/>
                  <a:gd name="T1" fmla="*/ 59 h 67"/>
                  <a:gd name="T2" fmla="*/ 41 w 50"/>
                  <a:gd name="T3" fmla="*/ 10 h 67"/>
                  <a:gd name="T4" fmla="*/ 7 w 50"/>
                  <a:gd name="T5" fmla="*/ 42 h 67"/>
                  <a:gd name="T6" fmla="*/ 9 w 50"/>
                  <a:gd name="T7" fmla="*/ 49 h 67"/>
                  <a:gd name="T8" fmla="*/ 27 w 50"/>
                  <a:gd name="T9" fmla="*/ 59 h 67"/>
                  <a:gd name="T10" fmla="*/ 48 w 50"/>
                  <a:gd name="T11" fmla="*/ 0 h 67"/>
                  <a:gd name="T12" fmla="*/ 49 w 50"/>
                  <a:gd name="T13" fmla="*/ 4 h 67"/>
                  <a:gd name="T14" fmla="*/ 27 w 50"/>
                  <a:gd name="T15" fmla="*/ 66 h 67"/>
                  <a:gd name="T16" fmla="*/ 4 w 50"/>
                  <a:gd name="T17" fmla="*/ 53 h 67"/>
                  <a:gd name="T18" fmla="*/ 0 w 50"/>
                  <a:gd name="T19" fmla="*/ 41 h 67"/>
                  <a:gd name="T20" fmla="*/ 44 w 50"/>
                  <a:gd name="T21" fmla="*/ 0 h 67"/>
                  <a:gd name="T22" fmla="*/ 48 w 50"/>
                  <a:gd name="T23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" h="67">
                    <a:moveTo>
                      <a:pt x="27" y="59"/>
                    </a:moveTo>
                    <a:cubicBezTo>
                      <a:pt x="31" y="56"/>
                      <a:pt x="37" y="33"/>
                      <a:pt x="41" y="10"/>
                    </a:cubicBezTo>
                    <a:cubicBezTo>
                      <a:pt x="27" y="19"/>
                      <a:pt x="8" y="34"/>
                      <a:pt x="7" y="42"/>
                    </a:cubicBezTo>
                    <a:cubicBezTo>
                      <a:pt x="6" y="44"/>
                      <a:pt x="7" y="47"/>
                      <a:pt x="9" y="49"/>
                    </a:cubicBezTo>
                    <a:cubicBezTo>
                      <a:pt x="13" y="55"/>
                      <a:pt x="22" y="59"/>
                      <a:pt x="27" y="59"/>
                    </a:cubicBezTo>
                    <a:close/>
                    <a:moveTo>
                      <a:pt x="48" y="0"/>
                    </a:moveTo>
                    <a:cubicBezTo>
                      <a:pt x="48" y="1"/>
                      <a:pt x="49" y="3"/>
                      <a:pt x="49" y="4"/>
                    </a:cubicBezTo>
                    <a:cubicBezTo>
                      <a:pt x="41" y="45"/>
                      <a:pt x="35" y="66"/>
                      <a:pt x="27" y="66"/>
                    </a:cubicBezTo>
                    <a:cubicBezTo>
                      <a:pt x="21" y="66"/>
                      <a:pt x="10" y="60"/>
                      <a:pt x="4" y="53"/>
                    </a:cubicBezTo>
                    <a:cubicBezTo>
                      <a:pt x="1" y="49"/>
                      <a:pt x="0" y="45"/>
                      <a:pt x="0" y="41"/>
                    </a:cubicBezTo>
                    <a:cubicBezTo>
                      <a:pt x="3" y="25"/>
                      <a:pt x="40" y="3"/>
                      <a:pt x="44" y="0"/>
                    </a:cubicBezTo>
                    <a:cubicBezTo>
                      <a:pt x="45" y="0"/>
                      <a:pt x="47" y="0"/>
                      <a:pt x="48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6" name="ïṣlïḍê">
                <a:extLst>
                  <a:ext uri="{FF2B5EF4-FFF2-40B4-BE49-F238E27FC236}">
                    <a16:creationId xmlns:a16="http://schemas.microsoft.com/office/drawing/2014/main" id="{FF6792F2-1378-4952-B7F5-FB8327BCC206}"/>
                  </a:ext>
                </a:extLst>
              </p:cNvPr>
              <p:cNvSpPr/>
              <p:nvPr/>
            </p:nvSpPr>
            <p:spPr bwMode="auto">
              <a:xfrm>
                <a:off x="3679822" y="4721039"/>
                <a:ext cx="198213" cy="464692"/>
              </a:xfrm>
              <a:custGeom>
                <a:avLst/>
                <a:gdLst>
                  <a:gd name="T0" fmla="*/ 0 w 100"/>
                  <a:gd name="T1" fmla="*/ 20 h 240"/>
                  <a:gd name="T2" fmla="*/ 74 w 100"/>
                  <a:gd name="T3" fmla="*/ 0 h 240"/>
                  <a:gd name="T4" fmla="*/ 93 w 100"/>
                  <a:gd name="T5" fmla="*/ 99 h 240"/>
                  <a:gd name="T6" fmla="*/ 22 w 100"/>
                  <a:gd name="T7" fmla="*/ 109 h 240"/>
                  <a:gd name="T8" fmla="*/ 0 w 100"/>
                  <a:gd name="T9" fmla="*/ 2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240">
                    <a:moveTo>
                      <a:pt x="0" y="20"/>
                    </a:moveTo>
                    <a:lnTo>
                      <a:pt x="74" y="0"/>
                    </a:lnTo>
                    <a:cubicBezTo>
                      <a:pt x="74" y="0"/>
                      <a:pt x="99" y="81"/>
                      <a:pt x="93" y="99"/>
                    </a:cubicBezTo>
                    <a:cubicBezTo>
                      <a:pt x="53" y="202"/>
                      <a:pt x="29" y="239"/>
                      <a:pt x="22" y="109"/>
                    </a:cubicBezTo>
                    <a:cubicBezTo>
                      <a:pt x="22" y="94"/>
                      <a:pt x="0" y="20"/>
                      <a:pt x="0" y="2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7" name="ïSḷíḋê">
                <a:extLst>
                  <a:ext uri="{FF2B5EF4-FFF2-40B4-BE49-F238E27FC236}">
                    <a16:creationId xmlns:a16="http://schemas.microsoft.com/office/drawing/2014/main" id="{389412C8-BC50-4DFD-AA0B-94406AA8EA39}"/>
                  </a:ext>
                </a:extLst>
              </p:cNvPr>
              <p:cNvSpPr/>
              <p:nvPr/>
            </p:nvSpPr>
            <p:spPr bwMode="auto">
              <a:xfrm>
                <a:off x="3679822" y="4712431"/>
                <a:ext cx="206829" cy="395849"/>
              </a:xfrm>
              <a:custGeom>
                <a:avLst/>
                <a:gdLst>
                  <a:gd name="T0" fmla="*/ 93 w 107"/>
                  <a:gd name="T1" fmla="*/ 102 h 201"/>
                  <a:gd name="T2" fmla="*/ 75 w 107"/>
                  <a:gd name="T3" fmla="*/ 7 h 201"/>
                  <a:gd name="T4" fmla="*/ 6 w 107"/>
                  <a:gd name="T5" fmla="*/ 26 h 201"/>
                  <a:gd name="T6" fmla="*/ 28 w 107"/>
                  <a:gd name="T7" fmla="*/ 113 h 201"/>
                  <a:gd name="T8" fmla="*/ 45 w 107"/>
                  <a:gd name="T9" fmla="*/ 194 h 201"/>
                  <a:gd name="T10" fmla="*/ 93 w 107"/>
                  <a:gd name="T11" fmla="*/ 102 h 201"/>
                  <a:gd name="T12" fmla="*/ 76 w 107"/>
                  <a:gd name="T13" fmla="*/ 0 h 201"/>
                  <a:gd name="T14" fmla="*/ 80 w 107"/>
                  <a:gd name="T15" fmla="*/ 3 h 201"/>
                  <a:gd name="T16" fmla="*/ 99 w 107"/>
                  <a:gd name="T17" fmla="*/ 104 h 201"/>
                  <a:gd name="T18" fmla="*/ 45 w 107"/>
                  <a:gd name="T19" fmla="*/ 200 h 201"/>
                  <a:gd name="T20" fmla="*/ 22 w 107"/>
                  <a:gd name="T21" fmla="*/ 113 h 201"/>
                  <a:gd name="T22" fmla="*/ 0 w 107"/>
                  <a:gd name="T23" fmla="*/ 25 h 201"/>
                  <a:gd name="T24" fmla="*/ 0 w 107"/>
                  <a:gd name="T25" fmla="*/ 22 h 201"/>
                  <a:gd name="T26" fmla="*/ 2 w 107"/>
                  <a:gd name="T27" fmla="*/ 21 h 201"/>
                  <a:gd name="T28" fmla="*/ 76 w 107"/>
                  <a:gd name="T29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7" h="201">
                    <a:moveTo>
                      <a:pt x="93" y="102"/>
                    </a:moveTo>
                    <a:cubicBezTo>
                      <a:pt x="98" y="89"/>
                      <a:pt x="82" y="32"/>
                      <a:pt x="75" y="7"/>
                    </a:cubicBezTo>
                    <a:lnTo>
                      <a:pt x="6" y="26"/>
                    </a:lnTo>
                    <a:cubicBezTo>
                      <a:pt x="11" y="41"/>
                      <a:pt x="28" y="100"/>
                      <a:pt x="28" y="113"/>
                    </a:cubicBezTo>
                    <a:cubicBezTo>
                      <a:pt x="32" y="186"/>
                      <a:pt x="41" y="194"/>
                      <a:pt x="45" y="194"/>
                    </a:cubicBezTo>
                    <a:cubicBezTo>
                      <a:pt x="58" y="194"/>
                      <a:pt x="84" y="125"/>
                      <a:pt x="93" y="102"/>
                    </a:cubicBezTo>
                    <a:close/>
                    <a:moveTo>
                      <a:pt x="76" y="0"/>
                    </a:moveTo>
                    <a:cubicBezTo>
                      <a:pt x="78" y="0"/>
                      <a:pt x="80" y="1"/>
                      <a:pt x="80" y="3"/>
                    </a:cubicBezTo>
                    <a:cubicBezTo>
                      <a:pt x="83" y="11"/>
                      <a:pt x="106" y="86"/>
                      <a:pt x="99" y="104"/>
                    </a:cubicBezTo>
                    <a:cubicBezTo>
                      <a:pt x="72" y="173"/>
                      <a:pt x="57" y="200"/>
                      <a:pt x="45" y="200"/>
                    </a:cubicBezTo>
                    <a:cubicBezTo>
                      <a:pt x="36" y="200"/>
                      <a:pt x="26" y="190"/>
                      <a:pt x="22" y="113"/>
                    </a:cubicBezTo>
                    <a:cubicBezTo>
                      <a:pt x="22" y="99"/>
                      <a:pt x="0" y="25"/>
                      <a:pt x="0" y="25"/>
                    </a:cubicBezTo>
                    <a:cubicBezTo>
                      <a:pt x="0" y="24"/>
                      <a:pt x="0" y="23"/>
                      <a:pt x="0" y="22"/>
                    </a:cubicBezTo>
                    <a:cubicBezTo>
                      <a:pt x="0" y="22"/>
                      <a:pt x="1" y="22"/>
                      <a:pt x="2" y="21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8" name="işḷiḋe">
                <a:extLst>
                  <a:ext uri="{FF2B5EF4-FFF2-40B4-BE49-F238E27FC236}">
                    <a16:creationId xmlns:a16="http://schemas.microsoft.com/office/drawing/2014/main" id="{D70B0E51-0D6C-4A8A-A938-774F715CB282}"/>
                  </a:ext>
                </a:extLst>
              </p:cNvPr>
              <p:cNvSpPr/>
              <p:nvPr/>
            </p:nvSpPr>
            <p:spPr bwMode="auto">
              <a:xfrm>
                <a:off x="3490229" y="4282161"/>
                <a:ext cx="534307" cy="542143"/>
              </a:xfrm>
              <a:custGeom>
                <a:avLst/>
                <a:gdLst>
                  <a:gd name="T0" fmla="*/ 69 w 274"/>
                  <a:gd name="T1" fmla="*/ 20 h 280"/>
                  <a:gd name="T2" fmla="*/ 273 w 274"/>
                  <a:gd name="T3" fmla="*/ 53 h 280"/>
                  <a:gd name="T4" fmla="*/ 143 w 274"/>
                  <a:gd name="T5" fmla="*/ 262 h 280"/>
                  <a:gd name="T6" fmla="*/ 6 w 274"/>
                  <a:gd name="T7" fmla="*/ 225 h 280"/>
                  <a:gd name="T8" fmla="*/ 16 w 274"/>
                  <a:gd name="T9" fmla="*/ 150 h 280"/>
                  <a:gd name="T10" fmla="*/ 32 w 274"/>
                  <a:gd name="T11" fmla="*/ 115 h 280"/>
                  <a:gd name="T12" fmla="*/ 32 w 274"/>
                  <a:gd name="T13" fmla="*/ 80 h 280"/>
                  <a:gd name="T14" fmla="*/ 69 w 274"/>
                  <a:gd name="T15" fmla="*/ 2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4" h="280">
                    <a:moveTo>
                      <a:pt x="69" y="20"/>
                    </a:moveTo>
                    <a:cubicBezTo>
                      <a:pt x="102" y="0"/>
                      <a:pt x="273" y="53"/>
                      <a:pt x="273" y="53"/>
                    </a:cubicBezTo>
                    <a:cubicBezTo>
                      <a:pt x="273" y="53"/>
                      <a:pt x="226" y="279"/>
                      <a:pt x="143" y="262"/>
                    </a:cubicBezTo>
                    <a:cubicBezTo>
                      <a:pt x="105" y="254"/>
                      <a:pt x="19" y="257"/>
                      <a:pt x="6" y="225"/>
                    </a:cubicBezTo>
                    <a:cubicBezTo>
                      <a:pt x="0" y="210"/>
                      <a:pt x="18" y="183"/>
                      <a:pt x="16" y="150"/>
                    </a:cubicBezTo>
                    <a:cubicBezTo>
                      <a:pt x="15" y="138"/>
                      <a:pt x="32" y="115"/>
                      <a:pt x="32" y="115"/>
                    </a:cubicBezTo>
                    <a:lnTo>
                      <a:pt x="32" y="80"/>
                    </a:lnTo>
                    <a:lnTo>
                      <a:pt x="69" y="2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39" name="íśḻïḑé">
                <a:extLst>
                  <a:ext uri="{FF2B5EF4-FFF2-40B4-BE49-F238E27FC236}">
                    <a16:creationId xmlns:a16="http://schemas.microsoft.com/office/drawing/2014/main" id="{9605CCF9-D407-4398-9B33-6BD03EAAD2A9}"/>
                  </a:ext>
                </a:extLst>
              </p:cNvPr>
              <p:cNvSpPr/>
              <p:nvPr/>
            </p:nvSpPr>
            <p:spPr bwMode="auto">
              <a:xfrm>
                <a:off x="3490229" y="4299372"/>
                <a:ext cx="542928" cy="499114"/>
              </a:xfrm>
              <a:custGeom>
                <a:avLst/>
                <a:gdLst>
                  <a:gd name="T0" fmla="*/ 152 w 277"/>
                  <a:gd name="T1" fmla="*/ 247 h 254"/>
                  <a:gd name="T2" fmla="*/ 269 w 277"/>
                  <a:gd name="T3" fmla="*/ 42 h 254"/>
                  <a:gd name="T4" fmla="*/ 95 w 277"/>
                  <a:gd name="T5" fmla="*/ 6 h 254"/>
                  <a:gd name="T6" fmla="*/ 71 w 277"/>
                  <a:gd name="T7" fmla="*/ 9 h 254"/>
                  <a:gd name="T8" fmla="*/ 35 w 277"/>
                  <a:gd name="T9" fmla="*/ 68 h 254"/>
                  <a:gd name="T10" fmla="*/ 35 w 277"/>
                  <a:gd name="T11" fmla="*/ 102 h 254"/>
                  <a:gd name="T12" fmla="*/ 34 w 277"/>
                  <a:gd name="T13" fmla="*/ 104 h 254"/>
                  <a:gd name="T14" fmla="*/ 19 w 277"/>
                  <a:gd name="T15" fmla="*/ 137 h 254"/>
                  <a:gd name="T16" fmla="*/ 12 w 277"/>
                  <a:gd name="T17" fmla="*/ 183 h 254"/>
                  <a:gd name="T18" fmla="*/ 9 w 277"/>
                  <a:gd name="T19" fmla="*/ 210 h 254"/>
                  <a:gd name="T20" fmla="*/ 103 w 277"/>
                  <a:gd name="T21" fmla="*/ 241 h 254"/>
                  <a:gd name="T22" fmla="*/ 144 w 277"/>
                  <a:gd name="T23" fmla="*/ 246 h 254"/>
                  <a:gd name="T24" fmla="*/ 152 w 277"/>
                  <a:gd name="T25" fmla="*/ 247 h 254"/>
                  <a:gd name="T26" fmla="*/ 274 w 277"/>
                  <a:gd name="T27" fmla="*/ 37 h 254"/>
                  <a:gd name="T28" fmla="*/ 276 w 277"/>
                  <a:gd name="T29" fmla="*/ 40 h 254"/>
                  <a:gd name="T30" fmla="*/ 152 w 277"/>
                  <a:gd name="T31" fmla="*/ 253 h 254"/>
                  <a:gd name="T32" fmla="*/ 142 w 277"/>
                  <a:gd name="T33" fmla="*/ 252 h 254"/>
                  <a:gd name="T34" fmla="*/ 102 w 277"/>
                  <a:gd name="T35" fmla="*/ 247 h 254"/>
                  <a:gd name="T36" fmla="*/ 3 w 277"/>
                  <a:gd name="T37" fmla="*/ 212 h 254"/>
                  <a:gd name="T38" fmla="*/ 6 w 277"/>
                  <a:gd name="T39" fmla="*/ 181 h 254"/>
                  <a:gd name="T40" fmla="*/ 13 w 277"/>
                  <a:gd name="T41" fmla="*/ 137 h 254"/>
                  <a:gd name="T42" fmla="*/ 29 w 277"/>
                  <a:gd name="T43" fmla="*/ 101 h 254"/>
                  <a:gd name="T44" fmla="*/ 29 w 277"/>
                  <a:gd name="T45" fmla="*/ 67 h 254"/>
                  <a:gd name="T46" fmla="*/ 30 w 277"/>
                  <a:gd name="T47" fmla="*/ 65 h 254"/>
                  <a:gd name="T48" fmla="*/ 67 w 277"/>
                  <a:gd name="T49" fmla="*/ 6 h 254"/>
                  <a:gd name="T50" fmla="*/ 68 w 277"/>
                  <a:gd name="T51" fmla="*/ 5 h 254"/>
                  <a:gd name="T52" fmla="*/ 95 w 277"/>
                  <a:gd name="T53" fmla="*/ 0 h 254"/>
                  <a:gd name="T54" fmla="*/ 274 w 277"/>
                  <a:gd name="T55" fmla="*/ 37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77" h="254">
                    <a:moveTo>
                      <a:pt x="152" y="247"/>
                    </a:moveTo>
                    <a:cubicBezTo>
                      <a:pt x="222" y="247"/>
                      <a:pt x="264" y="67"/>
                      <a:pt x="269" y="42"/>
                    </a:cubicBezTo>
                    <a:cubicBezTo>
                      <a:pt x="251" y="37"/>
                      <a:pt x="147" y="6"/>
                      <a:pt x="95" y="6"/>
                    </a:cubicBezTo>
                    <a:cubicBezTo>
                      <a:pt x="84" y="6"/>
                      <a:pt x="76" y="7"/>
                      <a:pt x="71" y="9"/>
                    </a:cubicBezTo>
                    <a:lnTo>
                      <a:pt x="35" y="68"/>
                    </a:lnTo>
                    <a:lnTo>
                      <a:pt x="35" y="102"/>
                    </a:lnTo>
                    <a:cubicBezTo>
                      <a:pt x="35" y="103"/>
                      <a:pt x="35" y="103"/>
                      <a:pt x="34" y="104"/>
                    </a:cubicBezTo>
                    <a:cubicBezTo>
                      <a:pt x="30" y="110"/>
                      <a:pt x="19" y="128"/>
                      <a:pt x="19" y="137"/>
                    </a:cubicBezTo>
                    <a:cubicBezTo>
                      <a:pt x="20" y="154"/>
                      <a:pt x="16" y="170"/>
                      <a:pt x="12" y="183"/>
                    </a:cubicBezTo>
                    <a:cubicBezTo>
                      <a:pt x="9" y="194"/>
                      <a:pt x="6" y="204"/>
                      <a:pt x="9" y="210"/>
                    </a:cubicBezTo>
                    <a:cubicBezTo>
                      <a:pt x="17" y="233"/>
                      <a:pt x="65" y="237"/>
                      <a:pt x="103" y="241"/>
                    </a:cubicBezTo>
                    <a:cubicBezTo>
                      <a:pt x="118" y="242"/>
                      <a:pt x="133" y="244"/>
                      <a:pt x="144" y="246"/>
                    </a:cubicBezTo>
                    <a:cubicBezTo>
                      <a:pt x="147" y="246"/>
                      <a:pt x="150" y="247"/>
                      <a:pt x="152" y="247"/>
                    </a:cubicBezTo>
                    <a:close/>
                    <a:moveTo>
                      <a:pt x="274" y="37"/>
                    </a:moveTo>
                    <a:cubicBezTo>
                      <a:pt x="275" y="37"/>
                      <a:pt x="276" y="39"/>
                      <a:pt x="276" y="40"/>
                    </a:cubicBezTo>
                    <a:cubicBezTo>
                      <a:pt x="274" y="50"/>
                      <a:pt x="231" y="253"/>
                      <a:pt x="152" y="253"/>
                    </a:cubicBezTo>
                    <a:cubicBezTo>
                      <a:pt x="149" y="253"/>
                      <a:pt x="146" y="252"/>
                      <a:pt x="142" y="252"/>
                    </a:cubicBezTo>
                    <a:cubicBezTo>
                      <a:pt x="132" y="250"/>
                      <a:pt x="118" y="248"/>
                      <a:pt x="102" y="247"/>
                    </a:cubicBezTo>
                    <a:cubicBezTo>
                      <a:pt x="61" y="243"/>
                      <a:pt x="13" y="238"/>
                      <a:pt x="3" y="212"/>
                    </a:cubicBezTo>
                    <a:cubicBezTo>
                      <a:pt x="0" y="204"/>
                      <a:pt x="3" y="193"/>
                      <a:pt x="6" y="181"/>
                    </a:cubicBezTo>
                    <a:cubicBezTo>
                      <a:pt x="9" y="168"/>
                      <a:pt x="14" y="154"/>
                      <a:pt x="13" y="137"/>
                    </a:cubicBezTo>
                    <a:cubicBezTo>
                      <a:pt x="12" y="125"/>
                      <a:pt x="26" y="106"/>
                      <a:pt x="29" y="101"/>
                    </a:cubicBezTo>
                    <a:lnTo>
                      <a:pt x="29" y="67"/>
                    </a:lnTo>
                    <a:cubicBezTo>
                      <a:pt x="29" y="66"/>
                      <a:pt x="29" y="66"/>
                      <a:pt x="30" y="65"/>
                    </a:cubicBezTo>
                    <a:lnTo>
                      <a:pt x="67" y="6"/>
                    </a:lnTo>
                    <a:cubicBezTo>
                      <a:pt x="67" y="5"/>
                      <a:pt x="68" y="5"/>
                      <a:pt x="68" y="5"/>
                    </a:cubicBezTo>
                    <a:cubicBezTo>
                      <a:pt x="73" y="1"/>
                      <a:pt x="82" y="0"/>
                      <a:pt x="95" y="0"/>
                    </a:cubicBezTo>
                    <a:cubicBezTo>
                      <a:pt x="153" y="0"/>
                      <a:pt x="269" y="36"/>
                      <a:pt x="274" y="3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0" name="ïsļïḓê">
                <a:extLst>
                  <a:ext uri="{FF2B5EF4-FFF2-40B4-BE49-F238E27FC236}">
                    <a16:creationId xmlns:a16="http://schemas.microsoft.com/office/drawing/2014/main" id="{46AAC487-DAD2-424F-B6D3-691474910806}"/>
                  </a:ext>
                </a:extLst>
              </p:cNvPr>
              <p:cNvSpPr/>
              <p:nvPr/>
            </p:nvSpPr>
            <p:spPr bwMode="auto">
              <a:xfrm>
                <a:off x="3326493" y="4936172"/>
                <a:ext cx="1163408" cy="1058468"/>
              </a:xfrm>
              <a:custGeom>
                <a:avLst/>
                <a:gdLst>
                  <a:gd name="T0" fmla="*/ 485 w 595"/>
                  <a:gd name="T1" fmla="*/ 18 h 541"/>
                  <a:gd name="T2" fmla="*/ 508 w 595"/>
                  <a:gd name="T3" fmla="*/ 264 h 541"/>
                  <a:gd name="T4" fmla="*/ 435 w 595"/>
                  <a:gd name="T5" fmla="*/ 502 h 541"/>
                  <a:gd name="T6" fmla="*/ 229 w 595"/>
                  <a:gd name="T7" fmla="*/ 534 h 541"/>
                  <a:gd name="T8" fmla="*/ 0 w 595"/>
                  <a:gd name="T9" fmla="*/ 519 h 541"/>
                  <a:gd name="T10" fmla="*/ 8 w 595"/>
                  <a:gd name="T11" fmla="*/ 434 h 541"/>
                  <a:gd name="T12" fmla="*/ 311 w 595"/>
                  <a:gd name="T13" fmla="*/ 425 h 541"/>
                  <a:gd name="T14" fmla="*/ 386 w 595"/>
                  <a:gd name="T15" fmla="*/ 226 h 541"/>
                  <a:gd name="T16" fmla="*/ 421 w 595"/>
                  <a:gd name="T17" fmla="*/ 44 h 541"/>
                  <a:gd name="T18" fmla="*/ 485 w 595"/>
                  <a:gd name="T19" fmla="*/ 18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5" h="541">
                    <a:moveTo>
                      <a:pt x="485" y="18"/>
                    </a:moveTo>
                    <a:cubicBezTo>
                      <a:pt x="594" y="81"/>
                      <a:pt x="524" y="226"/>
                      <a:pt x="508" y="264"/>
                    </a:cubicBezTo>
                    <a:cubicBezTo>
                      <a:pt x="492" y="304"/>
                      <a:pt x="454" y="462"/>
                      <a:pt x="435" y="502"/>
                    </a:cubicBezTo>
                    <a:cubicBezTo>
                      <a:pt x="417" y="540"/>
                      <a:pt x="268" y="539"/>
                      <a:pt x="229" y="534"/>
                    </a:cubicBezTo>
                    <a:cubicBezTo>
                      <a:pt x="208" y="532"/>
                      <a:pt x="99" y="525"/>
                      <a:pt x="0" y="519"/>
                    </a:cubicBezTo>
                    <a:cubicBezTo>
                      <a:pt x="5" y="491"/>
                      <a:pt x="9" y="463"/>
                      <a:pt x="8" y="434"/>
                    </a:cubicBezTo>
                    <a:cubicBezTo>
                      <a:pt x="34" y="435"/>
                      <a:pt x="253" y="463"/>
                      <a:pt x="311" y="425"/>
                    </a:cubicBezTo>
                    <a:cubicBezTo>
                      <a:pt x="319" y="420"/>
                      <a:pt x="386" y="226"/>
                      <a:pt x="386" y="226"/>
                    </a:cubicBezTo>
                    <a:cubicBezTo>
                      <a:pt x="386" y="226"/>
                      <a:pt x="382" y="106"/>
                      <a:pt x="421" y="44"/>
                    </a:cubicBezTo>
                    <a:cubicBezTo>
                      <a:pt x="449" y="0"/>
                      <a:pt x="485" y="18"/>
                      <a:pt x="485" y="18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1" name="íśḷíḑè">
                <a:extLst>
                  <a:ext uri="{FF2B5EF4-FFF2-40B4-BE49-F238E27FC236}">
                    <a16:creationId xmlns:a16="http://schemas.microsoft.com/office/drawing/2014/main" id="{5A1C5692-49D9-4233-BEFE-2E982E529F13}"/>
                  </a:ext>
                </a:extLst>
              </p:cNvPr>
              <p:cNvSpPr/>
              <p:nvPr/>
            </p:nvSpPr>
            <p:spPr bwMode="auto">
              <a:xfrm>
                <a:off x="3317872" y="4953382"/>
                <a:ext cx="1146178" cy="1032649"/>
              </a:xfrm>
              <a:custGeom>
                <a:avLst/>
                <a:gdLst>
                  <a:gd name="T0" fmla="*/ 510 w 588"/>
                  <a:gd name="T1" fmla="*/ 246 h 531"/>
                  <a:gd name="T2" fmla="*/ 486 w 588"/>
                  <a:gd name="T3" fmla="*/ 9 h 531"/>
                  <a:gd name="T4" fmla="*/ 470 w 588"/>
                  <a:gd name="T5" fmla="*/ 6 h 531"/>
                  <a:gd name="T6" fmla="*/ 426 w 588"/>
                  <a:gd name="T7" fmla="*/ 35 h 531"/>
                  <a:gd name="T8" fmla="*/ 392 w 588"/>
                  <a:gd name="T9" fmla="*/ 215 h 531"/>
                  <a:gd name="T10" fmla="*/ 392 w 588"/>
                  <a:gd name="T11" fmla="*/ 216 h 531"/>
                  <a:gd name="T12" fmla="*/ 316 w 588"/>
                  <a:gd name="T13" fmla="*/ 418 h 531"/>
                  <a:gd name="T14" fmla="*/ 191 w 588"/>
                  <a:gd name="T15" fmla="*/ 438 h 531"/>
                  <a:gd name="T16" fmla="*/ 32 w 588"/>
                  <a:gd name="T17" fmla="*/ 429 h 531"/>
                  <a:gd name="T18" fmla="*/ 14 w 588"/>
                  <a:gd name="T19" fmla="*/ 427 h 531"/>
                  <a:gd name="T20" fmla="*/ 7 w 588"/>
                  <a:gd name="T21" fmla="*/ 507 h 531"/>
                  <a:gd name="T22" fmla="*/ 232 w 588"/>
                  <a:gd name="T23" fmla="*/ 522 h 531"/>
                  <a:gd name="T24" fmla="*/ 284 w 588"/>
                  <a:gd name="T25" fmla="*/ 524 h 531"/>
                  <a:gd name="T26" fmla="*/ 435 w 588"/>
                  <a:gd name="T27" fmla="*/ 491 h 531"/>
                  <a:gd name="T28" fmla="*/ 475 w 588"/>
                  <a:gd name="T29" fmla="*/ 361 h 531"/>
                  <a:gd name="T30" fmla="*/ 507 w 588"/>
                  <a:gd name="T31" fmla="*/ 253 h 531"/>
                  <a:gd name="T32" fmla="*/ 510 w 588"/>
                  <a:gd name="T33" fmla="*/ 246 h 531"/>
                  <a:gd name="T34" fmla="*/ 489 w 588"/>
                  <a:gd name="T35" fmla="*/ 4 h 531"/>
                  <a:gd name="T36" fmla="*/ 550 w 588"/>
                  <a:gd name="T37" fmla="*/ 132 h 531"/>
                  <a:gd name="T38" fmla="*/ 517 w 588"/>
                  <a:gd name="T39" fmla="*/ 249 h 531"/>
                  <a:gd name="T40" fmla="*/ 513 w 588"/>
                  <a:gd name="T41" fmla="*/ 256 h 531"/>
                  <a:gd name="T42" fmla="*/ 481 w 588"/>
                  <a:gd name="T43" fmla="*/ 363 h 531"/>
                  <a:gd name="T44" fmla="*/ 441 w 588"/>
                  <a:gd name="T45" fmla="*/ 493 h 531"/>
                  <a:gd name="T46" fmla="*/ 284 w 588"/>
                  <a:gd name="T47" fmla="*/ 530 h 531"/>
                  <a:gd name="T48" fmla="*/ 232 w 588"/>
                  <a:gd name="T49" fmla="*/ 528 h 531"/>
                  <a:gd name="T50" fmla="*/ 3 w 588"/>
                  <a:gd name="T51" fmla="*/ 513 h 531"/>
                  <a:gd name="T52" fmla="*/ 1 w 588"/>
                  <a:gd name="T53" fmla="*/ 512 h 531"/>
                  <a:gd name="T54" fmla="*/ 0 w 588"/>
                  <a:gd name="T55" fmla="*/ 509 h 531"/>
                  <a:gd name="T56" fmla="*/ 7 w 588"/>
                  <a:gd name="T57" fmla="*/ 424 h 531"/>
                  <a:gd name="T58" fmla="*/ 9 w 588"/>
                  <a:gd name="T59" fmla="*/ 422 h 531"/>
                  <a:gd name="T60" fmla="*/ 11 w 588"/>
                  <a:gd name="T61" fmla="*/ 421 h 531"/>
                  <a:gd name="T62" fmla="*/ 32 w 588"/>
                  <a:gd name="T63" fmla="*/ 422 h 531"/>
                  <a:gd name="T64" fmla="*/ 191 w 588"/>
                  <a:gd name="T65" fmla="*/ 432 h 531"/>
                  <a:gd name="T66" fmla="*/ 313 w 588"/>
                  <a:gd name="T67" fmla="*/ 413 h 531"/>
                  <a:gd name="T68" fmla="*/ 385 w 588"/>
                  <a:gd name="T69" fmla="*/ 215 h 531"/>
                  <a:gd name="T70" fmla="*/ 421 w 588"/>
                  <a:gd name="T71" fmla="*/ 32 h 531"/>
                  <a:gd name="T72" fmla="*/ 470 w 588"/>
                  <a:gd name="T73" fmla="*/ 0 h 531"/>
                  <a:gd name="T74" fmla="*/ 489 w 588"/>
                  <a:gd name="T75" fmla="*/ 4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88" h="531">
                    <a:moveTo>
                      <a:pt x="510" y="246"/>
                    </a:moveTo>
                    <a:cubicBezTo>
                      <a:pt x="532" y="197"/>
                      <a:pt x="587" y="68"/>
                      <a:pt x="486" y="9"/>
                    </a:cubicBezTo>
                    <a:cubicBezTo>
                      <a:pt x="486" y="9"/>
                      <a:pt x="479" y="6"/>
                      <a:pt x="470" y="6"/>
                    </a:cubicBezTo>
                    <a:cubicBezTo>
                      <a:pt x="458" y="6"/>
                      <a:pt x="442" y="11"/>
                      <a:pt x="426" y="35"/>
                    </a:cubicBezTo>
                    <a:cubicBezTo>
                      <a:pt x="388" y="95"/>
                      <a:pt x="392" y="214"/>
                      <a:pt x="392" y="215"/>
                    </a:cubicBezTo>
                    <a:lnTo>
                      <a:pt x="392" y="216"/>
                    </a:lnTo>
                    <a:cubicBezTo>
                      <a:pt x="376" y="262"/>
                      <a:pt x="324" y="413"/>
                      <a:pt x="316" y="418"/>
                    </a:cubicBezTo>
                    <a:cubicBezTo>
                      <a:pt x="295" y="432"/>
                      <a:pt x="253" y="438"/>
                      <a:pt x="191" y="438"/>
                    </a:cubicBezTo>
                    <a:cubicBezTo>
                      <a:pt x="130" y="438"/>
                      <a:pt x="66" y="432"/>
                      <a:pt x="32" y="429"/>
                    </a:cubicBezTo>
                    <a:cubicBezTo>
                      <a:pt x="24" y="428"/>
                      <a:pt x="18" y="428"/>
                      <a:pt x="14" y="427"/>
                    </a:cubicBezTo>
                    <a:cubicBezTo>
                      <a:pt x="14" y="452"/>
                      <a:pt x="12" y="478"/>
                      <a:pt x="7" y="507"/>
                    </a:cubicBezTo>
                    <a:cubicBezTo>
                      <a:pt x="109" y="513"/>
                      <a:pt x="212" y="520"/>
                      <a:pt x="232" y="522"/>
                    </a:cubicBezTo>
                    <a:cubicBezTo>
                      <a:pt x="242" y="523"/>
                      <a:pt x="260" y="524"/>
                      <a:pt x="284" y="524"/>
                    </a:cubicBezTo>
                    <a:cubicBezTo>
                      <a:pt x="369" y="524"/>
                      <a:pt x="426" y="511"/>
                      <a:pt x="435" y="491"/>
                    </a:cubicBezTo>
                    <a:cubicBezTo>
                      <a:pt x="445" y="470"/>
                      <a:pt x="460" y="414"/>
                      <a:pt x="475" y="361"/>
                    </a:cubicBezTo>
                    <a:cubicBezTo>
                      <a:pt x="488" y="315"/>
                      <a:pt x="500" y="271"/>
                      <a:pt x="507" y="253"/>
                    </a:cubicBezTo>
                    <a:cubicBezTo>
                      <a:pt x="508" y="251"/>
                      <a:pt x="509" y="249"/>
                      <a:pt x="510" y="246"/>
                    </a:cubicBezTo>
                    <a:close/>
                    <a:moveTo>
                      <a:pt x="489" y="4"/>
                    </a:moveTo>
                    <a:cubicBezTo>
                      <a:pt x="535" y="30"/>
                      <a:pt x="555" y="73"/>
                      <a:pt x="550" y="132"/>
                    </a:cubicBezTo>
                    <a:cubicBezTo>
                      <a:pt x="546" y="180"/>
                      <a:pt x="526" y="224"/>
                      <a:pt x="517" y="249"/>
                    </a:cubicBezTo>
                    <a:cubicBezTo>
                      <a:pt x="515" y="251"/>
                      <a:pt x="514" y="253"/>
                      <a:pt x="513" y="256"/>
                    </a:cubicBezTo>
                    <a:cubicBezTo>
                      <a:pt x="506" y="274"/>
                      <a:pt x="494" y="317"/>
                      <a:pt x="481" y="363"/>
                    </a:cubicBezTo>
                    <a:cubicBezTo>
                      <a:pt x="467" y="416"/>
                      <a:pt x="451" y="472"/>
                      <a:pt x="441" y="493"/>
                    </a:cubicBezTo>
                    <a:cubicBezTo>
                      <a:pt x="425" y="526"/>
                      <a:pt x="326" y="530"/>
                      <a:pt x="284" y="530"/>
                    </a:cubicBezTo>
                    <a:cubicBezTo>
                      <a:pt x="260" y="530"/>
                      <a:pt x="242" y="529"/>
                      <a:pt x="232" y="528"/>
                    </a:cubicBezTo>
                    <a:cubicBezTo>
                      <a:pt x="211" y="526"/>
                      <a:pt x="107" y="519"/>
                      <a:pt x="3" y="513"/>
                    </a:cubicBezTo>
                    <a:cubicBezTo>
                      <a:pt x="2" y="513"/>
                      <a:pt x="1" y="513"/>
                      <a:pt x="1" y="512"/>
                    </a:cubicBezTo>
                    <a:cubicBezTo>
                      <a:pt x="0" y="511"/>
                      <a:pt x="0" y="510"/>
                      <a:pt x="0" y="509"/>
                    </a:cubicBezTo>
                    <a:cubicBezTo>
                      <a:pt x="6" y="478"/>
                      <a:pt x="8" y="451"/>
                      <a:pt x="7" y="424"/>
                    </a:cubicBezTo>
                    <a:cubicBezTo>
                      <a:pt x="7" y="423"/>
                      <a:pt x="8" y="422"/>
                      <a:pt x="9" y="422"/>
                    </a:cubicBezTo>
                    <a:cubicBezTo>
                      <a:pt x="9" y="421"/>
                      <a:pt x="10" y="421"/>
                      <a:pt x="11" y="421"/>
                    </a:cubicBezTo>
                    <a:cubicBezTo>
                      <a:pt x="14" y="421"/>
                      <a:pt x="22" y="422"/>
                      <a:pt x="32" y="422"/>
                    </a:cubicBezTo>
                    <a:cubicBezTo>
                      <a:pt x="66" y="426"/>
                      <a:pt x="130" y="432"/>
                      <a:pt x="191" y="432"/>
                    </a:cubicBezTo>
                    <a:cubicBezTo>
                      <a:pt x="252" y="432"/>
                      <a:pt x="293" y="426"/>
                      <a:pt x="313" y="413"/>
                    </a:cubicBezTo>
                    <a:cubicBezTo>
                      <a:pt x="319" y="407"/>
                      <a:pt x="360" y="291"/>
                      <a:pt x="385" y="215"/>
                    </a:cubicBezTo>
                    <a:cubicBezTo>
                      <a:pt x="385" y="205"/>
                      <a:pt x="382" y="92"/>
                      <a:pt x="421" y="32"/>
                    </a:cubicBezTo>
                    <a:cubicBezTo>
                      <a:pt x="438" y="5"/>
                      <a:pt x="457" y="0"/>
                      <a:pt x="470" y="0"/>
                    </a:cubicBezTo>
                    <a:cubicBezTo>
                      <a:pt x="481" y="0"/>
                      <a:pt x="488" y="4"/>
                      <a:pt x="489" y="4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2" name="isļíḍe">
                <a:extLst>
                  <a:ext uri="{FF2B5EF4-FFF2-40B4-BE49-F238E27FC236}">
                    <a16:creationId xmlns:a16="http://schemas.microsoft.com/office/drawing/2014/main" id="{28502232-BC2E-4566-A91F-B038FCC69AC0}"/>
                  </a:ext>
                </a:extLst>
              </p:cNvPr>
              <p:cNvSpPr/>
              <p:nvPr/>
            </p:nvSpPr>
            <p:spPr bwMode="auto">
              <a:xfrm>
                <a:off x="3628115" y="4893147"/>
                <a:ext cx="17236" cy="43024"/>
              </a:xfrm>
              <a:custGeom>
                <a:avLst/>
                <a:gdLst>
                  <a:gd name="T0" fmla="*/ 6 w 7"/>
                  <a:gd name="T1" fmla="*/ 0 h 24"/>
                  <a:gd name="T2" fmla="*/ 0 w 7"/>
                  <a:gd name="T3" fmla="*/ 23 h 24"/>
                  <a:gd name="T4" fmla="*/ 6 w 7"/>
                  <a:gd name="T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" h="24">
                    <a:moveTo>
                      <a:pt x="6" y="0"/>
                    </a:moveTo>
                    <a:cubicBezTo>
                      <a:pt x="5" y="9"/>
                      <a:pt x="2" y="16"/>
                      <a:pt x="0" y="23"/>
                    </a:cubicBezTo>
                    <a:lnTo>
                      <a:pt x="6" y="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3" name="ïṧḷiďe">
                <a:extLst>
                  <a:ext uri="{FF2B5EF4-FFF2-40B4-BE49-F238E27FC236}">
                    <a16:creationId xmlns:a16="http://schemas.microsoft.com/office/drawing/2014/main" id="{743C77D5-9D32-4E11-9D49-B033E05DA483}"/>
                  </a:ext>
                </a:extLst>
              </p:cNvPr>
              <p:cNvSpPr/>
              <p:nvPr/>
            </p:nvSpPr>
            <p:spPr bwMode="auto">
              <a:xfrm>
                <a:off x="4300308" y="4979201"/>
                <a:ext cx="103414" cy="146289"/>
              </a:xfrm>
              <a:custGeom>
                <a:avLst/>
                <a:gdLst>
                  <a:gd name="T0" fmla="*/ 0 w 54"/>
                  <a:gd name="T1" fmla="*/ 0 h 77"/>
                  <a:gd name="T2" fmla="*/ 53 w 54"/>
                  <a:gd name="T3" fmla="*/ 76 h 77"/>
                  <a:gd name="T4" fmla="*/ 0 w 54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4" h="77">
                    <a:moveTo>
                      <a:pt x="0" y="0"/>
                    </a:moveTo>
                    <a:cubicBezTo>
                      <a:pt x="28" y="21"/>
                      <a:pt x="53" y="48"/>
                      <a:pt x="53" y="76"/>
                    </a:cubicBezTo>
                    <a:cubicBezTo>
                      <a:pt x="53" y="76"/>
                      <a:pt x="31" y="42"/>
                      <a:pt x="0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4" name="îšḷîḍe">
                <a:extLst>
                  <a:ext uri="{FF2B5EF4-FFF2-40B4-BE49-F238E27FC236}">
                    <a16:creationId xmlns:a16="http://schemas.microsoft.com/office/drawing/2014/main" id="{B7BA18D8-FB50-4147-BAFE-3ACF305A3D36}"/>
                  </a:ext>
                </a:extLst>
              </p:cNvPr>
              <p:cNvSpPr/>
              <p:nvPr/>
            </p:nvSpPr>
            <p:spPr bwMode="auto">
              <a:xfrm>
                <a:off x="3602264" y="4187504"/>
                <a:ext cx="706664" cy="1411287"/>
              </a:xfrm>
              <a:custGeom>
                <a:avLst/>
                <a:gdLst>
                  <a:gd name="T0" fmla="*/ 247 w 361"/>
                  <a:gd name="T1" fmla="*/ 54 h 724"/>
                  <a:gd name="T2" fmla="*/ 323 w 361"/>
                  <a:gd name="T3" fmla="*/ 357 h 724"/>
                  <a:gd name="T4" fmla="*/ 360 w 361"/>
                  <a:gd name="T5" fmla="*/ 404 h 724"/>
                  <a:gd name="T6" fmla="*/ 288 w 361"/>
                  <a:gd name="T7" fmla="*/ 373 h 724"/>
                  <a:gd name="T8" fmla="*/ 249 w 361"/>
                  <a:gd name="T9" fmla="*/ 396 h 724"/>
                  <a:gd name="T10" fmla="*/ 233 w 361"/>
                  <a:gd name="T11" fmla="*/ 614 h 724"/>
                  <a:gd name="T12" fmla="*/ 156 w 361"/>
                  <a:gd name="T13" fmla="*/ 690 h 724"/>
                  <a:gd name="T14" fmla="*/ 76 w 361"/>
                  <a:gd name="T15" fmla="*/ 706 h 724"/>
                  <a:gd name="T16" fmla="*/ 88 w 361"/>
                  <a:gd name="T17" fmla="*/ 609 h 724"/>
                  <a:gd name="T18" fmla="*/ 51 w 361"/>
                  <a:gd name="T19" fmla="*/ 723 h 724"/>
                  <a:gd name="T20" fmla="*/ 92 w 361"/>
                  <a:gd name="T21" fmla="*/ 503 h 724"/>
                  <a:gd name="T22" fmla="*/ 39 w 361"/>
                  <a:gd name="T23" fmla="*/ 250 h 724"/>
                  <a:gd name="T24" fmla="*/ 15 w 361"/>
                  <a:gd name="T25" fmla="*/ 358 h 724"/>
                  <a:gd name="T26" fmla="*/ 2 w 361"/>
                  <a:gd name="T27" fmla="*/ 106 h 724"/>
                  <a:gd name="T28" fmla="*/ 39 w 361"/>
                  <a:gd name="T29" fmla="*/ 32 h 724"/>
                  <a:gd name="T30" fmla="*/ 247 w 361"/>
                  <a:gd name="T31" fmla="*/ 5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1" h="724">
                    <a:moveTo>
                      <a:pt x="247" y="54"/>
                    </a:moveTo>
                    <a:cubicBezTo>
                      <a:pt x="292" y="95"/>
                      <a:pt x="276" y="299"/>
                      <a:pt x="323" y="357"/>
                    </a:cubicBezTo>
                    <a:cubicBezTo>
                      <a:pt x="336" y="372"/>
                      <a:pt x="348" y="389"/>
                      <a:pt x="360" y="404"/>
                    </a:cubicBezTo>
                    <a:cubicBezTo>
                      <a:pt x="333" y="385"/>
                      <a:pt x="304" y="373"/>
                      <a:pt x="288" y="373"/>
                    </a:cubicBezTo>
                    <a:cubicBezTo>
                      <a:pt x="271" y="373"/>
                      <a:pt x="249" y="396"/>
                      <a:pt x="249" y="396"/>
                    </a:cubicBezTo>
                    <a:cubicBezTo>
                      <a:pt x="234" y="460"/>
                      <a:pt x="233" y="608"/>
                      <a:pt x="233" y="614"/>
                    </a:cubicBezTo>
                    <a:cubicBezTo>
                      <a:pt x="233" y="620"/>
                      <a:pt x="210" y="690"/>
                      <a:pt x="156" y="690"/>
                    </a:cubicBezTo>
                    <a:cubicBezTo>
                      <a:pt x="103" y="690"/>
                      <a:pt x="76" y="706"/>
                      <a:pt x="76" y="706"/>
                    </a:cubicBezTo>
                    <a:cubicBezTo>
                      <a:pt x="69" y="680"/>
                      <a:pt x="88" y="609"/>
                      <a:pt x="88" y="609"/>
                    </a:cubicBezTo>
                    <a:cubicBezTo>
                      <a:pt x="68" y="651"/>
                      <a:pt x="51" y="723"/>
                      <a:pt x="51" y="723"/>
                    </a:cubicBezTo>
                    <a:cubicBezTo>
                      <a:pt x="35" y="680"/>
                      <a:pt x="82" y="579"/>
                      <a:pt x="92" y="503"/>
                    </a:cubicBezTo>
                    <a:cubicBezTo>
                      <a:pt x="103" y="427"/>
                      <a:pt x="39" y="250"/>
                      <a:pt x="39" y="250"/>
                    </a:cubicBezTo>
                    <a:lnTo>
                      <a:pt x="15" y="358"/>
                    </a:lnTo>
                    <a:cubicBezTo>
                      <a:pt x="25" y="287"/>
                      <a:pt x="4" y="155"/>
                      <a:pt x="2" y="106"/>
                    </a:cubicBezTo>
                    <a:cubicBezTo>
                      <a:pt x="0" y="50"/>
                      <a:pt x="39" y="32"/>
                      <a:pt x="39" y="32"/>
                    </a:cubicBezTo>
                    <a:cubicBezTo>
                      <a:pt x="66" y="0"/>
                      <a:pt x="202" y="13"/>
                      <a:pt x="247" y="5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5" name="îSḻîdè">
                <a:extLst>
                  <a:ext uri="{FF2B5EF4-FFF2-40B4-BE49-F238E27FC236}">
                    <a16:creationId xmlns:a16="http://schemas.microsoft.com/office/drawing/2014/main" id="{1C325EF4-4478-4EC5-879A-0A70409FA1FB}"/>
                  </a:ext>
                </a:extLst>
              </p:cNvPr>
              <p:cNvSpPr/>
              <p:nvPr/>
            </p:nvSpPr>
            <p:spPr bwMode="auto">
              <a:xfrm>
                <a:off x="3593644" y="4213318"/>
                <a:ext cx="827314" cy="1402684"/>
              </a:xfrm>
              <a:custGeom>
                <a:avLst/>
                <a:gdLst>
                  <a:gd name="T0" fmla="*/ 412 w 422"/>
                  <a:gd name="T1" fmla="*/ 456 h 717"/>
                  <a:gd name="T2" fmla="*/ 293 w 422"/>
                  <a:gd name="T3" fmla="*/ 359 h 717"/>
                  <a:gd name="T4" fmla="*/ 326 w 422"/>
                  <a:gd name="T5" fmla="*/ 348 h 717"/>
                  <a:gd name="T6" fmla="*/ 250 w 422"/>
                  <a:gd name="T7" fmla="*/ 45 h 717"/>
                  <a:gd name="T8" fmla="*/ 45 w 422"/>
                  <a:gd name="T9" fmla="*/ 22 h 717"/>
                  <a:gd name="T10" fmla="*/ 9 w 422"/>
                  <a:gd name="T11" fmla="*/ 94 h 717"/>
                  <a:gd name="T12" fmla="*/ 25 w 422"/>
                  <a:gd name="T13" fmla="*/ 307 h 717"/>
                  <a:gd name="T14" fmla="*/ 42 w 422"/>
                  <a:gd name="T15" fmla="*/ 236 h 717"/>
                  <a:gd name="T16" fmla="*/ 45 w 422"/>
                  <a:gd name="T17" fmla="*/ 238 h 717"/>
                  <a:gd name="T18" fmla="*/ 76 w 422"/>
                  <a:gd name="T19" fmla="*/ 589 h 717"/>
                  <a:gd name="T20" fmla="*/ 89 w 422"/>
                  <a:gd name="T21" fmla="*/ 599 h 717"/>
                  <a:gd name="T22" fmla="*/ 95 w 422"/>
                  <a:gd name="T23" fmla="*/ 601 h 717"/>
                  <a:gd name="T24" fmla="*/ 161 w 422"/>
                  <a:gd name="T25" fmla="*/ 677 h 717"/>
                  <a:gd name="T26" fmla="*/ 250 w 422"/>
                  <a:gd name="T27" fmla="*/ 384 h 717"/>
                  <a:gd name="T28" fmla="*/ 293 w 422"/>
                  <a:gd name="T29" fmla="*/ 359 h 717"/>
                  <a:gd name="T30" fmla="*/ 421 w 422"/>
                  <a:gd name="T31" fmla="*/ 469 h 717"/>
                  <a:gd name="T32" fmla="*/ 418 w 422"/>
                  <a:gd name="T33" fmla="*/ 473 h 717"/>
                  <a:gd name="T34" fmla="*/ 415 w 422"/>
                  <a:gd name="T35" fmla="*/ 471 h 717"/>
                  <a:gd name="T36" fmla="*/ 293 w 422"/>
                  <a:gd name="T37" fmla="*/ 366 h 717"/>
                  <a:gd name="T38" fmla="*/ 241 w 422"/>
                  <a:gd name="T39" fmla="*/ 604 h 717"/>
                  <a:gd name="T40" fmla="*/ 82 w 422"/>
                  <a:gd name="T41" fmla="*/ 699 h 717"/>
                  <a:gd name="T42" fmla="*/ 77 w 422"/>
                  <a:gd name="T43" fmla="*/ 697 h 717"/>
                  <a:gd name="T44" fmla="*/ 58 w 422"/>
                  <a:gd name="T45" fmla="*/ 714 h 717"/>
                  <a:gd name="T46" fmla="*/ 52 w 422"/>
                  <a:gd name="T47" fmla="*/ 715 h 717"/>
                  <a:gd name="T48" fmla="*/ 93 w 422"/>
                  <a:gd name="T49" fmla="*/ 492 h 717"/>
                  <a:gd name="T50" fmla="*/ 22 w 422"/>
                  <a:gd name="T51" fmla="*/ 348 h 717"/>
                  <a:gd name="T52" fmla="*/ 13 w 422"/>
                  <a:gd name="T53" fmla="*/ 374 h 717"/>
                  <a:gd name="T54" fmla="*/ 16 w 422"/>
                  <a:gd name="T55" fmla="*/ 346 h 717"/>
                  <a:gd name="T56" fmla="*/ 3 w 422"/>
                  <a:gd name="T57" fmla="*/ 95 h 717"/>
                  <a:gd name="T58" fmla="*/ 110 w 422"/>
                  <a:gd name="T59" fmla="*/ 0 h 717"/>
                  <a:gd name="T60" fmla="*/ 292 w 422"/>
                  <a:gd name="T61" fmla="*/ 188 h 717"/>
                  <a:gd name="T62" fmla="*/ 367 w 422"/>
                  <a:gd name="T63" fmla="*/ 391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22" h="717">
                    <a:moveTo>
                      <a:pt x="381" y="410"/>
                    </a:moveTo>
                    <a:cubicBezTo>
                      <a:pt x="394" y="430"/>
                      <a:pt x="405" y="446"/>
                      <a:pt x="412" y="456"/>
                    </a:cubicBezTo>
                    <a:cubicBezTo>
                      <a:pt x="408" y="441"/>
                      <a:pt x="397" y="425"/>
                      <a:pt x="381" y="410"/>
                    </a:cubicBezTo>
                    <a:close/>
                    <a:moveTo>
                      <a:pt x="293" y="359"/>
                    </a:moveTo>
                    <a:cubicBezTo>
                      <a:pt x="307" y="359"/>
                      <a:pt x="330" y="368"/>
                      <a:pt x="352" y="381"/>
                    </a:cubicBezTo>
                    <a:cubicBezTo>
                      <a:pt x="343" y="370"/>
                      <a:pt x="334" y="359"/>
                      <a:pt x="326" y="348"/>
                    </a:cubicBezTo>
                    <a:cubicBezTo>
                      <a:pt x="301" y="318"/>
                      <a:pt x="294" y="252"/>
                      <a:pt x="286" y="189"/>
                    </a:cubicBezTo>
                    <a:cubicBezTo>
                      <a:pt x="279" y="128"/>
                      <a:pt x="272" y="65"/>
                      <a:pt x="250" y="45"/>
                    </a:cubicBezTo>
                    <a:cubicBezTo>
                      <a:pt x="221" y="19"/>
                      <a:pt x="156" y="6"/>
                      <a:pt x="110" y="6"/>
                    </a:cubicBezTo>
                    <a:cubicBezTo>
                      <a:pt x="77" y="6"/>
                      <a:pt x="54" y="12"/>
                      <a:pt x="45" y="22"/>
                    </a:cubicBezTo>
                    <a:cubicBezTo>
                      <a:pt x="45" y="23"/>
                      <a:pt x="45" y="23"/>
                      <a:pt x="44" y="23"/>
                    </a:cubicBezTo>
                    <a:cubicBezTo>
                      <a:pt x="42" y="24"/>
                      <a:pt x="7" y="42"/>
                      <a:pt x="9" y="94"/>
                    </a:cubicBezTo>
                    <a:cubicBezTo>
                      <a:pt x="9" y="109"/>
                      <a:pt x="12" y="132"/>
                      <a:pt x="14" y="159"/>
                    </a:cubicBezTo>
                    <a:cubicBezTo>
                      <a:pt x="19" y="203"/>
                      <a:pt x="25" y="260"/>
                      <a:pt x="25" y="307"/>
                    </a:cubicBezTo>
                    <a:lnTo>
                      <a:pt x="40" y="238"/>
                    </a:lnTo>
                    <a:cubicBezTo>
                      <a:pt x="40" y="237"/>
                      <a:pt x="41" y="236"/>
                      <a:pt x="42" y="236"/>
                    </a:cubicBezTo>
                    <a:cubicBezTo>
                      <a:pt x="42" y="236"/>
                      <a:pt x="42" y="236"/>
                      <a:pt x="43" y="236"/>
                    </a:cubicBezTo>
                    <a:cubicBezTo>
                      <a:pt x="44" y="236"/>
                      <a:pt x="45" y="237"/>
                      <a:pt x="45" y="238"/>
                    </a:cubicBezTo>
                    <a:cubicBezTo>
                      <a:pt x="48" y="245"/>
                      <a:pt x="110" y="417"/>
                      <a:pt x="99" y="493"/>
                    </a:cubicBezTo>
                    <a:cubicBezTo>
                      <a:pt x="95" y="523"/>
                      <a:pt x="86" y="556"/>
                      <a:pt x="76" y="589"/>
                    </a:cubicBezTo>
                    <a:cubicBezTo>
                      <a:pt x="64" y="632"/>
                      <a:pt x="52" y="673"/>
                      <a:pt x="55" y="700"/>
                    </a:cubicBezTo>
                    <a:cubicBezTo>
                      <a:pt x="61" y="677"/>
                      <a:pt x="74" y="629"/>
                      <a:pt x="89" y="599"/>
                    </a:cubicBezTo>
                    <a:cubicBezTo>
                      <a:pt x="90" y="597"/>
                      <a:pt x="92" y="596"/>
                      <a:pt x="93" y="597"/>
                    </a:cubicBezTo>
                    <a:cubicBezTo>
                      <a:pt x="95" y="597"/>
                      <a:pt x="95" y="599"/>
                      <a:pt x="95" y="601"/>
                    </a:cubicBezTo>
                    <a:cubicBezTo>
                      <a:pt x="95" y="601"/>
                      <a:pt x="79" y="664"/>
                      <a:pt x="83" y="692"/>
                    </a:cubicBezTo>
                    <a:cubicBezTo>
                      <a:pt x="92" y="687"/>
                      <a:pt x="117" y="677"/>
                      <a:pt x="161" y="677"/>
                    </a:cubicBezTo>
                    <a:cubicBezTo>
                      <a:pt x="212" y="677"/>
                      <a:pt x="234" y="609"/>
                      <a:pt x="234" y="604"/>
                    </a:cubicBezTo>
                    <a:cubicBezTo>
                      <a:pt x="234" y="603"/>
                      <a:pt x="236" y="450"/>
                      <a:pt x="250" y="384"/>
                    </a:cubicBezTo>
                    <a:cubicBezTo>
                      <a:pt x="251" y="384"/>
                      <a:pt x="251" y="384"/>
                      <a:pt x="251" y="384"/>
                    </a:cubicBezTo>
                    <a:cubicBezTo>
                      <a:pt x="253" y="382"/>
                      <a:pt x="275" y="359"/>
                      <a:pt x="293" y="359"/>
                    </a:cubicBezTo>
                    <a:close/>
                    <a:moveTo>
                      <a:pt x="367" y="391"/>
                    </a:moveTo>
                    <a:cubicBezTo>
                      <a:pt x="387" y="406"/>
                      <a:pt x="420" y="434"/>
                      <a:pt x="421" y="469"/>
                    </a:cubicBezTo>
                    <a:lnTo>
                      <a:pt x="421" y="470"/>
                    </a:lnTo>
                    <a:cubicBezTo>
                      <a:pt x="421" y="471"/>
                      <a:pt x="419" y="473"/>
                      <a:pt x="418" y="473"/>
                    </a:cubicBezTo>
                    <a:cubicBezTo>
                      <a:pt x="417" y="473"/>
                      <a:pt x="417" y="473"/>
                      <a:pt x="417" y="473"/>
                    </a:cubicBezTo>
                    <a:cubicBezTo>
                      <a:pt x="416" y="473"/>
                      <a:pt x="415" y="472"/>
                      <a:pt x="415" y="471"/>
                    </a:cubicBezTo>
                    <a:cubicBezTo>
                      <a:pt x="415" y="471"/>
                      <a:pt x="393" y="437"/>
                      <a:pt x="363" y="396"/>
                    </a:cubicBezTo>
                    <a:cubicBezTo>
                      <a:pt x="335" y="376"/>
                      <a:pt x="307" y="366"/>
                      <a:pt x="293" y="366"/>
                    </a:cubicBezTo>
                    <a:cubicBezTo>
                      <a:pt x="281" y="366"/>
                      <a:pt x="263" y="381"/>
                      <a:pt x="257" y="387"/>
                    </a:cubicBezTo>
                    <a:cubicBezTo>
                      <a:pt x="242" y="453"/>
                      <a:pt x="241" y="603"/>
                      <a:pt x="241" y="604"/>
                    </a:cubicBezTo>
                    <a:cubicBezTo>
                      <a:pt x="241" y="609"/>
                      <a:pt x="218" y="684"/>
                      <a:pt x="161" y="684"/>
                    </a:cubicBezTo>
                    <a:cubicBezTo>
                      <a:pt x="108" y="684"/>
                      <a:pt x="82" y="699"/>
                      <a:pt x="82" y="699"/>
                    </a:cubicBezTo>
                    <a:cubicBezTo>
                      <a:pt x="81" y="700"/>
                      <a:pt x="79" y="700"/>
                      <a:pt x="79" y="699"/>
                    </a:cubicBezTo>
                    <a:cubicBezTo>
                      <a:pt x="78" y="699"/>
                      <a:pt x="77" y="699"/>
                      <a:pt x="77" y="697"/>
                    </a:cubicBezTo>
                    <a:cubicBezTo>
                      <a:pt x="73" y="683"/>
                      <a:pt x="77" y="656"/>
                      <a:pt x="82" y="634"/>
                    </a:cubicBezTo>
                    <a:cubicBezTo>
                      <a:pt x="68" y="671"/>
                      <a:pt x="58" y="713"/>
                      <a:pt x="58" y="714"/>
                    </a:cubicBezTo>
                    <a:cubicBezTo>
                      <a:pt x="58" y="715"/>
                      <a:pt x="57" y="716"/>
                      <a:pt x="55" y="716"/>
                    </a:cubicBezTo>
                    <a:cubicBezTo>
                      <a:pt x="54" y="716"/>
                      <a:pt x="53" y="715"/>
                      <a:pt x="52" y="715"/>
                    </a:cubicBezTo>
                    <a:cubicBezTo>
                      <a:pt x="42" y="687"/>
                      <a:pt x="56" y="638"/>
                      <a:pt x="70" y="587"/>
                    </a:cubicBezTo>
                    <a:cubicBezTo>
                      <a:pt x="80" y="555"/>
                      <a:pt x="89" y="521"/>
                      <a:pt x="93" y="492"/>
                    </a:cubicBezTo>
                    <a:cubicBezTo>
                      <a:pt x="102" y="428"/>
                      <a:pt x="57" y="289"/>
                      <a:pt x="44" y="250"/>
                    </a:cubicBezTo>
                    <a:lnTo>
                      <a:pt x="22" y="348"/>
                    </a:lnTo>
                    <a:cubicBezTo>
                      <a:pt x="21" y="357"/>
                      <a:pt x="19" y="365"/>
                      <a:pt x="16" y="372"/>
                    </a:cubicBezTo>
                    <a:cubicBezTo>
                      <a:pt x="16" y="374"/>
                      <a:pt x="15" y="375"/>
                      <a:pt x="13" y="374"/>
                    </a:cubicBezTo>
                    <a:cubicBezTo>
                      <a:pt x="11" y="374"/>
                      <a:pt x="10" y="372"/>
                      <a:pt x="11" y="370"/>
                    </a:cubicBezTo>
                    <a:lnTo>
                      <a:pt x="16" y="346"/>
                    </a:lnTo>
                    <a:cubicBezTo>
                      <a:pt x="23" y="297"/>
                      <a:pt x="14" y="218"/>
                      <a:pt x="8" y="159"/>
                    </a:cubicBezTo>
                    <a:cubicBezTo>
                      <a:pt x="5" y="133"/>
                      <a:pt x="3" y="110"/>
                      <a:pt x="3" y="95"/>
                    </a:cubicBezTo>
                    <a:cubicBezTo>
                      <a:pt x="0" y="42"/>
                      <a:pt x="35" y="21"/>
                      <a:pt x="41" y="18"/>
                    </a:cubicBezTo>
                    <a:cubicBezTo>
                      <a:pt x="54" y="2"/>
                      <a:pt x="90" y="0"/>
                      <a:pt x="110" y="0"/>
                    </a:cubicBezTo>
                    <a:cubicBezTo>
                      <a:pt x="158" y="0"/>
                      <a:pt x="224" y="13"/>
                      <a:pt x="253" y="40"/>
                    </a:cubicBezTo>
                    <a:cubicBezTo>
                      <a:pt x="277" y="62"/>
                      <a:pt x="285" y="123"/>
                      <a:pt x="292" y="188"/>
                    </a:cubicBezTo>
                    <a:cubicBezTo>
                      <a:pt x="300" y="251"/>
                      <a:pt x="307" y="316"/>
                      <a:pt x="330" y="344"/>
                    </a:cubicBezTo>
                    <a:cubicBezTo>
                      <a:pt x="342" y="359"/>
                      <a:pt x="354" y="374"/>
                      <a:pt x="367" y="39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6" name="íšlïďê">
                <a:extLst>
                  <a:ext uri="{FF2B5EF4-FFF2-40B4-BE49-F238E27FC236}">
                    <a16:creationId xmlns:a16="http://schemas.microsoft.com/office/drawing/2014/main" id="{9DF7D57F-C66E-431A-812A-D30F149CF181}"/>
                  </a:ext>
                </a:extLst>
              </p:cNvPr>
              <p:cNvSpPr/>
              <p:nvPr/>
            </p:nvSpPr>
            <p:spPr bwMode="auto">
              <a:xfrm>
                <a:off x="4162422" y="4462877"/>
                <a:ext cx="94799" cy="146289"/>
              </a:xfrm>
              <a:custGeom>
                <a:avLst/>
                <a:gdLst>
                  <a:gd name="T0" fmla="*/ 0 w 50"/>
                  <a:gd name="T1" fmla="*/ 50 h 74"/>
                  <a:gd name="T2" fmla="*/ 49 w 50"/>
                  <a:gd name="T3" fmla="*/ 0 h 74"/>
                  <a:gd name="T4" fmla="*/ 40 w 50"/>
                  <a:gd name="T5" fmla="*/ 73 h 74"/>
                  <a:gd name="T6" fmla="*/ 0 w 50"/>
                  <a:gd name="T7" fmla="*/ 5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74">
                    <a:moveTo>
                      <a:pt x="0" y="50"/>
                    </a:moveTo>
                    <a:cubicBezTo>
                      <a:pt x="0" y="38"/>
                      <a:pt x="49" y="0"/>
                      <a:pt x="49" y="0"/>
                    </a:cubicBezTo>
                    <a:lnTo>
                      <a:pt x="40" y="73"/>
                    </a:lnTo>
                    <a:cubicBezTo>
                      <a:pt x="40" y="73"/>
                      <a:pt x="0" y="63"/>
                      <a:pt x="0" y="5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7" name="iṥlíḓe">
                <a:extLst>
                  <a:ext uri="{FF2B5EF4-FFF2-40B4-BE49-F238E27FC236}">
                    <a16:creationId xmlns:a16="http://schemas.microsoft.com/office/drawing/2014/main" id="{06D8677B-8D53-4A11-BEB5-0AED966F51DE}"/>
                  </a:ext>
                </a:extLst>
              </p:cNvPr>
              <p:cNvSpPr/>
              <p:nvPr/>
            </p:nvSpPr>
            <p:spPr bwMode="auto">
              <a:xfrm>
                <a:off x="4162422" y="4454269"/>
                <a:ext cx="112035" cy="154897"/>
              </a:xfrm>
              <a:custGeom>
                <a:avLst/>
                <a:gdLst>
                  <a:gd name="T0" fmla="*/ 40 w 57"/>
                  <a:gd name="T1" fmla="*/ 72 h 80"/>
                  <a:gd name="T2" fmla="*/ 48 w 57"/>
                  <a:gd name="T3" fmla="*/ 10 h 80"/>
                  <a:gd name="T4" fmla="*/ 6 w 57"/>
                  <a:gd name="T5" fmla="*/ 53 h 80"/>
                  <a:gd name="T6" fmla="*/ 40 w 57"/>
                  <a:gd name="T7" fmla="*/ 72 h 80"/>
                  <a:gd name="T8" fmla="*/ 53 w 57"/>
                  <a:gd name="T9" fmla="*/ 0 h 80"/>
                  <a:gd name="T10" fmla="*/ 56 w 57"/>
                  <a:gd name="T11" fmla="*/ 4 h 80"/>
                  <a:gd name="T12" fmla="*/ 46 w 57"/>
                  <a:gd name="T13" fmla="*/ 77 h 80"/>
                  <a:gd name="T14" fmla="*/ 44 w 57"/>
                  <a:gd name="T15" fmla="*/ 79 h 80"/>
                  <a:gd name="T16" fmla="*/ 43 w 57"/>
                  <a:gd name="T17" fmla="*/ 79 h 80"/>
                  <a:gd name="T18" fmla="*/ 42 w 57"/>
                  <a:gd name="T19" fmla="*/ 79 h 80"/>
                  <a:gd name="T20" fmla="*/ 0 w 57"/>
                  <a:gd name="T21" fmla="*/ 53 h 80"/>
                  <a:gd name="T22" fmla="*/ 50 w 57"/>
                  <a:gd name="T23" fmla="*/ 0 h 80"/>
                  <a:gd name="T24" fmla="*/ 53 w 57"/>
                  <a:gd name="T25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7" h="80">
                    <a:moveTo>
                      <a:pt x="40" y="72"/>
                    </a:moveTo>
                    <a:lnTo>
                      <a:pt x="48" y="10"/>
                    </a:lnTo>
                    <a:cubicBezTo>
                      <a:pt x="29" y="26"/>
                      <a:pt x="6" y="46"/>
                      <a:pt x="6" y="53"/>
                    </a:cubicBezTo>
                    <a:cubicBezTo>
                      <a:pt x="6" y="60"/>
                      <a:pt x="25" y="68"/>
                      <a:pt x="40" y="72"/>
                    </a:cubicBezTo>
                    <a:close/>
                    <a:moveTo>
                      <a:pt x="53" y="0"/>
                    </a:moveTo>
                    <a:cubicBezTo>
                      <a:pt x="55" y="0"/>
                      <a:pt x="56" y="2"/>
                      <a:pt x="56" y="4"/>
                    </a:cubicBezTo>
                    <a:lnTo>
                      <a:pt x="46" y="77"/>
                    </a:lnTo>
                    <a:cubicBezTo>
                      <a:pt x="46" y="78"/>
                      <a:pt x="45" y="78"/>
                      <a:pt x="44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2" y="79"/>
                      <a:pt x="42" y="79"/>
                      <a:pt x="42" y="79"/>
                    </a:cubicBezTo>
                    <a:cubicBezTo>
                      <a:pt x="35" y="78"/>
                      <a:pt x="0" y="68"/>
                      <a:pt x="0" y="53"/>
                    </a:cubicBezTo>
                    <a:cubicBezTo>
                      <a:pt x="0" y="40"/>
                      <a:pt x="42" y="7"/>
                      <a:pt x="50" y="0"/>
                    </a:cubicBezTo>
                    <a:cubicBezTo>
                      <a:pt x="51" y="0"/>
                      <a:pt x="53" y="0"/>
                      <a:pt x="53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8" name="íSḷïdê">
                <a:extLst>
                  <a:ext uri="{FF2B5EF4-FFF2-40B4-BE49-F238E27FC236}">
                    <a16:creationId xmlns:a16="http://schemas.microsoft.com/office/drawing/2014/main" id="{0B56F2FC-E5DE-4860-87FD-70BEDCC5017B}"/>
                  </a:ext>
                </a:extLst>
              </p:cNvPr>
              <p:cNvSpPr/>
              <p:nvPr/>
            </p:nvSpPr>
            <p:spPr bwMode="auto">
              <a:xfrm>
                <a:off x="4067629" y="4290769"/>
                <a:ext cx="224064" cy="232343"/>
              </a:xfrm>
              <a:custGeom>
                <a:avLst/>
                <a:gdLst>
                  <a:gd name="T0" fmla="*/ 0 w 114"/>
                  <a:gd name="T1" fmla="*/ 33 h 121"/>
                  <a:gd name="T2" fmla="*/ 88 w 114"/>
                  <a:gd name="T3" fmla="*/ 0 h 121"/>
                  <a:gd name="T4" fmla="*/ 108 w 114"/>
                  <a:gd name="T5" fmla="*/ 91 h 121"/>
                  <a:gd name="T6" fmla="*/ 26 w 114"/>
                  <a:gd name="T7" fmla="*/ 114 h 121"/>
                  <a:gd name="T8" fmla="*/ 0 w 114"/>
                  <a:gd name="T9" fmla="*/ 33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" h="121">
                    <a:moveTo>
                      <a:pt x="0" y="33"/>
                    </a:moveTo>
                    <a:cubicBezTo>
                      <a:pt x="10" y="18"/>
                      <a:pt x="88" y="0"/>
                      <a:pt x="88" y="0"/>
                    </a:cubicBezTo>
                    <a:cubicBezTo>
                      <a:pt x="88" y="0"/>
                      <a:pt x="113" y="85"/>
                      <a:pt x="108" y="91"/>
                    </a:cubicBezTo>
                    <a:cubicBezTo>
                      <a:pt x="105" y="98"/>
                      <a:pt x="41" y="120"/>
                      <a:pt x="26" y="114"/>
                    </a:cubicBezTo>
                    <a:cubicBezTo>
                      <a:pt x="12" y="107"/>
                      <a:pt x="0" y="33"/>
                      <a:pt x="0" y="3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9" name="ïṣlîḋê">
                <a:extLst>
                  <a:ext uri="{FF2B5EF4-FFF2-40B4-BE49-F238E27FC236}">
                    <a16:creationId xmlns:a16="http://schemas.microsoft.com/office/drawing/2014/main" id="{2A375F4B-B198-4A88-8B68-BE27E0004191}"/>
                  </a:ext>
                </a:extLst>
              </p:cNvPr>
              <p:cNvSpPr/>
              <p:nvPr/>
            </p:nvSpPr>
            <p:spPr bwMode="auto">
              <a:xfrm>
                <a:off x="4059008" y="4282161"/>
                <a:ext cx="232685" cy="240951"/>
              </a:xfrm>
              <a:custGeom>
                <a:avLst/>
                <a:gdLst>
                  <a:gd name="T0" fmla="*/ 110 w 120"/>
                  <a:gd name="T1" fmla="*/ 94 h 124"/>
                  <a:gd name="T2" fmla="*/ 89 w 120"/>
                  <a:gd name="T3" fmla="*/ 8 h 124"/>
                  <a:gd name="T4" fmla="*/ 6 w 120"/>
                  <a:gd name="T5" fmla="*/ 37 h 124"/>
                  <a:gd name="T6" fmla="*/ 31 w 120"/>
                  <a:gd name="T7" fmla="*/ 116 h 124"/>
                  <a:gd name="T8" fmla="*/ 37 w 120"/>
                  <a:gd name="T9" fmla="*/ 117 h 124"/>
                  <a:gd name="T10" fmla="*/ 110 w 120"/>
                  <a:gd name="T11" fmla="*/ 94 h 124"/>
                  <a:gd name="T12" fmla="*/ 91 w 120"/>
                  <a:gd name="T13" fmla="*/ 1 h 124"/>
                  <a:gd name="T14" fmla="*/ 95 w 120"/>
                  <a:gd name="T15" fmla="*/ 3 h 124"/>
                  <a:gd name="T16" fmla="*/ 115 w 120"/>
                  <a:gd name="T17" fmla="*/ 97 h 124"/>
                  <a:gd name="T18" fmla="*/ 37 w 120"/>
                  <a:gd name="T19" fmla="*/ 123 h 124"/>
                  <a:gd name="T20" fmla="*/ 29 w 120"/>
                  <a:gd name="T21" fmla="*/ 121 h 124"/>
                  <a:gd name="T22" fmla="*/ 0 w 120"/>
                  <a:gd name="T23" fmla="*/ 37 h 124"/>
                  <a:gd name="T24" fmla="*/ 0 w 120"/>
                  <a:gd name="T25" fmla="*/ 35 h 124"/>
                  <a:gd name="T26" fmla="*/ 91 w 120"/>
                  <a:gd name="T27" fmla="*/ 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24">
                    <a:moveTo>
                      <a:pt x="110" y="94"/>
                    </a:moveTo>
                    <a:cubicBezTo>
                      <a:pt x="111" y="88"/>
                      <a:pt x="101" y="46"/>
                      <a:pt x="89" y="8"/>
                    </a:cubicBezTo>
                    <a:cubicBezTo>
                      <a:pt x="59" y="14"/>
                      <a:pt x="15" y="28"/>
                      <a:pt x="6" y="37"/>
                    </a:cubicBezTo>
                    <a:cubicBezTo>
                      <a:pt x="11" y="67"/>
                      <a:pt x="22" y="112"/>
                      <a:pt x="31" y="116"/>
                    </a:cubicBezTo>
                    <a:cubicBezTo>
                      <a:pt x="32" y="116"/>
                      <a:pt x="33" y="117"/>
                      <a:pt x="37" y="117"/>
                    </a:cubicBezTo>
                    <a:cubicBezTo>
                      <a:pt x="58" y="117"/>
                      <a:pt x="105" y="98"/>
                      <a:pt x="110" y="94"/>
                    </a:cubicBezTo>
                    <a:close/>
                    <a:moveTo>
                      <a:pt x="91" y="1"/>
                    </a:moveTo>
                    <a:cubicBezTo>
                      <a:pt x="92" y="0"/>
                      <a:pt x="94" y="1"/>
                      <a:pt x="95" y="3"/>
                    </a:cubicBezTo>
                    <a:cubicBezTo>
                      <a:pt x="104" y="35"/>
                      <a:pt x="119" y="90"/>
                      <a:pt x="115" y="97"/>
                    </a:cubicBezTo>
                    <a:cubicBezTo>
                      <a:pt x="110" y="104"/>
                      <a:pt x="57" y="123"/>
                      <a:pt x="37" y="123"/>
                    </a:cubicBezTo>
                    <a:cubicBezTo>
                      <a:pt x="33" y="123"/>
                      <a:pt x="31" y="122"/>
                      <a:pt x="29" y="121"/>
                    </a:cubicBezTo>
                    <a:cubicBezTo>
                      <a:pt x="13" y="115"/>
                      <a:pt x="2" y="51"/>
                      <a:pt x="0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11" y="20"/>
                      <a:pt x="83" y="2"/>
                      <a:pt x="91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0" name="iṧḻîďé">
                <a:extLst>
                  <a:ext uri="{FF2B5EF4-FFF2-40B4-BE49-F238E27FC236}">
                    <a16:creationId xmlns:a16="http://schemas.microsoft.com/office/drawing/2014/main" id="{45727580-5026-4BF9-89B6-1DB0EAF076CC}"/>
                  </a:ext>
                </a:extLst>
              </p:cNvPr>
              <p:cNvSpPr/>
              <p:nvPr/>
            </p:nvSpPr>
            <p:spPr bwMode="auto">
              <a:xfrm>
                <a:off x="4084864" y="4307980"/>
                <a:ext cx="172357" cy="189319"/>
              </a:xfrm>
              <a:custGeom>
                <a:avLst/>
                <a:gdLst>
                  <a:gd name="T0" fmla="*/ 0 w 90"/>
                  <a:gd name="T1" fmla="*/ 26 h 97"/>
                  <a:gd name="T2" fmla="*/ 71 w 90"/>
                  <a:gd name="T3" fmla="*/ 0 h 97"/>
                  <a:gd name="T4" fmla="*/ 89 w 90"/>
                  <a:gd name="T5" fmla="*/ 76 h 97"/>
                  <a:gd name="T6" fmla="*/ 24 w 90"/>
                  <a:gd name="T7" fmla="*/ 96 h 97"/>
                  <a:gd name="T8" fmla="*/ 20 w 90"/>
                  <a:gd name="T9" fmla="*/ 96 h 97"/>
                  <a:gd name="T10" fmla="*/ 0 w 90"/>
                  <a:gd name="T11" fmla="*/ 2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97">
                    <a:moveTo>
                      <a:pt x="0" y="26"/>
                    </a:moveTo>
                    <a:cubicBezTo>
                      <a:pt x="9" y="19"/>
                      <a:pt x="41" y="9"/>
                      <a:pt x="71" y="0"/>
                    </a:cubicBezTo>
                    <a:cubicBezTo>
                      <a:pt x="80" y="32"/>
                      <a:pt x="88" y="66"/>
                      <a:pt x="89" y="76"/>
                    </a:cubicBezTo>
                    <a:cubicBezTo>
                      <a:pt x="79" y="82"/>
                      <a:pt x="40" y="96"/>
                      <a:pt x="24" y="96"/>
                    </a:cubicBezTo>
                    <a:cubicBezTo>
                      <a:pt x="21" y="96"/>
                      <a:pt x="21" y="96"/>
                      <a:pt x="20" y="96"/>
                    </a:cubicBezTo>
                    <a:cubicBezTo>
                      <a:pt x="15" y="91"/>
                      <a:pt x="6" y="59"/>
                      <a:pt x="0" y="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1" name="íṣḻídé">
                <a:extLst>
                  <a:ext uri="{FF2B5EF4-FFF2-40B4-BE49-F238E27FC236}">
                    <a16:creationId xmlns:a16="http://schemas.microsoft.com/office/drawing/2014/main" id="{A99F0A45-0CC4-480F-95F6-B3E9EC1E44F6}"/>
                  </a:ext>
                </a:extLst>
              </p:cNvPr>
              <p:cNvSpPr/>
              <p:nvPr/>
            </p:nvSpPr>
            <p:spPr bwMode="auto">
              <a:xfrm>
                <a:off x="4084864" y="4307980"/>
                <a:ext cx="189593" cy="197922"/>
              </a:xfrm>
              <a:custGeom>
                <a:avLst/>
                <a:gdLst>
                  <a:gd name="T0" fmla="*/ 27 w 97"/>
                  <a:gd name="T1" fmla="*/ 93 h 100"/>
                  <a:gd name="T2" fmla="*/ 89 w 97"/>
                  <a:gd name="T3" fmla="*/ 75 h 100"/>
                  <a:gd name="T4" fmla="*/ 72 w 97"/>
                  <a:gd name="T5" fmla="*/ 7 h 100"/>
                  <a:gd name="T6" fmla="*/ 6 w 97"/>
                  <a:gd name="T7" fmla="*/ 30 h 100"/>
                  <a:gd name="T8" fmla="*/ 24 w 97"/>
                  <a:gd name="T9" fmla="*/ 93 h 100"/>
                  <a:gd name="T10" fmla="*/ 27 w 97"/>
                  <a:gd name="T11" fmla="*/ 93 h 100"/>
                  <a:gd name="T12" fmla="*/ 27 w 97"/>
                  <a:gd name="T13" fmla="*/ 93 h 100"/>
                  <a:gd name="T14" fmla="*/ 74 w 97"/>
                  <a:gd name="T15" fmla="*/ 1 h 100"/>
                  <a:gd name="T16" fmla="*/ 77 w 97"/>
                  <a:gd name="T17" fmla="*/ 2 h 100"/>
                  <a:gd name="T18" fmla="*/ 96 w 97"/>
                  <a:gd name="T19" fmla="*/ 77 h 100"/>
                  <a:gd name="T20" fmla="*/ 94 w 97"/>
                  <a:gd name="T21" fmla="*/ 80 h 100"/>
                  <a:gd name="T22" fmla="*/ 27 w 97"/>
                  <a:gd name="T23" fmla="*/ 99 h 100"/>
                  <a:gd name="T24" fmla="*/ 23 w 97"/>
                  <a:gd name="T25" fmla="*/ 99 h 100"/>
                  <a:gd name="T26" fmla="*/ 21 w 97"/>
                  <a:gd name="T27" fmla="*/ 98 h 100"/>
                  <a:gd name="T28" fmla="*/ 0 w 97"/>
                  <a:gd name="T29" fmla="*/ 28 h 100"/>
                  <a:gd name="T30" fmla="*/ 1 w 97"/>
                  <a:gd name="T31" fmla="*/ 25 h 100"/>
                  <a:gd name="T32" fmla="*/ 74 w 97"/>
                  <a:gd name="T33" fmla="*/ 1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7" h="100">
                    <a:moveTo>
                      <a:pt x="27" y="93"/>
                    </a:moveTo>
                    <a:cubicBezTo>
                      <a:pt x="42" y="93"/>
                      <a:pt x="77" y="81"/>
                      <a:pt x="89" y="75"/>
                    </a:cubicBezTo>
                    <a:cubicBezTo>
                      <a:pt x="88" y="64"/>
                      <a:pt x="81" y="37"/>
                      <a:pt x="72" y="7"/>
                    </a:cubicBezTo>
                    <a:cubicBezTo>
                      <a:pt x="42" y="14"/>
                      <a:pt x="16" y="24"/>
                      <a:pt x="6" y="30"/>
                    </a:cubicBezTo>
                    <a:cubicBezTo>
                      <a:pt x="12" y="61"/>
                      <a:pt x="21" y="87"/>
                      <a:pt x="24" y="93"/>
                    </a:cubicBezTo>
                    <a:cubicBezTo>
                      <a:pt x="25" y="93"/>
                      <a:pt x="26" y="93"/>
                      <a:pt x="27" y="93"/>
                    </a:cubicBezTo>
                    <a:lnTo>
                      <a:pt x="27" y="93"/>
                    </a:lnTo>
                    <a:close/>
                    <a:moveTo>
                      <a:pt x="74" y="1"/>
                    </a:moveTo>
                    <a:cubicBezTo>
                      <a:pt x="75" y="0"/>
                      <a:pt x="77" y="1"/>
                      <a:pt x="77" y="2"/>
                    </a:cubicBezTo>
                    <a:cubicBezTo>
                      <a:pt x="85" y="30"/>
                      <a:pt x="94" y="65"/>
                      <a:pt x="96" y="77"/>
                    </a:cubicBezTo>
                    <a:cubicBezTo>
                      <a:pt x="96" y="78"/>
                      <a:pt x="95" y="79"/>
                      <a:pt x="94" y="80"/>
                    </a:cubicBezTo>
                    <a:cubicBezTo>
                      <a:pt x="84" y="85"/>
                      <a:pt x="45" y="99"/>
                      <a:pt x="27" y="99"/>
                    </a:cubicBezTo>
                    <a:cubicBezTo>
                      <a:pt x="24" y="99"/>
                      <a:pt x="23" y="99"/>
                      <a:pt x="23" y="99"/>
                    </a:cubicBezTo>
                    <a:cubicBezTo>
                      <a:pt x="22" y="99"/>
                      <a:pt x="21" y="99"/>
                      <a:pt x="21" y="98"/>
                    </a:cubicBezTo>
                    <a:cubicBezTo>
                      <a:pt x="14" y="92"/>
                      <a:pt x="5" y="57"/>
                      <a:pt x="0" y="28"/>
                    </a:cubicBezTo>
                    <a:cubicBezTo>
                      <a:pt x="0" y="28"/>
                      <a:pt x="0" y="26"/>
                      <a:pt x="1" y="25"/>
                    </a:cubicBezTo>
                    <a:cubicBezTo>
                      <a:pt x="12" y="18"/>
                      <a:pt x="46" y="7"/>
                      <a:pt x="74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2" name="ïşḻïḋè">
                <a:extLst>
                  <a:ext uri="{FF2B5EF4-FFF2-40B4-BE49-F238E27FC236}">
                    <a16:creationId xmlns:a16="http://schemas.microsoft.com/office/drawing/2014/main" id="{BD4722FA-046C-4223-BCB9-E04A565E526F}"/>
                  </a:ext>
                </a:extLst>
              </p:cNvPr>
              <p:cNvSpPr/>
              <p:nvPr/>
            </p:nvSpPr>
            <p:spPr bwMode="auto">
              <a:xfrm>
                <a:off x="4196894" y="3929342"/>
                <a:ext cx="879021" cy="1247781"/>
              </a:xfrm>
              <a:custGeom>
                <a:avLst/>
                <a:gdLst>
                  <a:gd name="T0" fmla="*/ 351 w 448"/>
                  <a:gd name="T1" fmla="*/ 56 h 641"/>
                  <a:gd name="T2" fmla="*/ 434 w 448"/>
                  <a:gd name="T3" fmla="*/ 199 h 641"/>
                  <a:gd name="T4" fmla="*/ 401 w 448"/>
                  <a:gd name="T5" fmla="*/ 339 h 641"/>
                  <a:gd name="T6" fmla="*/ 417 w 448"/>
                  <a:gd name="T7" fmla="*/ 442 h 641"/>
                  <a:gd name="T8" fmla="*/ 422 w 448"/>
                  <a:gd name="T9" fmla="*/ 481 h 641"/>
                  <a:gd name="T10" fmla="*/ 180 w 448"/>
                  <a:gd name="T11" fmla="*/ 637 h 641"/>
                  <a:gd name="T12" fmla="*/ 129 w 448"/>
                  <a:gd name="T13" fmla="*/ 541 h 641"/>
                  <a:gd name="T14" fmla="*/ 94 w 448"/>
                  <a:gd name="T15" fmla="*/ 479 h 641"/>
                  <a:gd name="T16" fmla="*/ 12 w 448"/>
                  <a:gd name="T17" fmla="*/ 460 h 641"/>
                  <a:gd name="T18" fmla="*/ 0 w 448"/>
                  <a:gd name="T19" fmla="*/ 322 h 641"/>
                  <a:gd name="T20" fmla="*/ 10 w 448"/>
                  <a:gd name="T21" fmla="*/ 271 h 641"/>
                  <a:gd name="T22" fmla="*/ 0 w 448"/>
                  <a:gd name="T23" fmla="*/ 221 h 641"/>
                  <a:gd name="T24" fmla="*/ 24 w 448"/>
                  <a:gd name="T25" fmla="*/ 145 h 641"/>
                  <a:gd name="T26" fmla="*/ 88 w 448"/>
                  <a:gd name="T27" fmla="*/ 41 h 641"/>
                  <a:gd name="T28" fmla="*/ 351 w 448"/>
                  <a:gd name="T29" fmla="*/ 56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48" h="641">
                    <a:moveTo>
                      <a:pt x="351" y="56"/>
                    </a:moveTo>
                    <a:cubicBezTo>
                      <a:pt x="440" y="77"/>
                      <a:pt x="434" y="199"/>
                      <a:pt x="434" y="199"/>
                    </a:cubicBezTo>
                    <a:cubicBezTo>
                      <a:pt x="434" y="199"/>
                      <a:pt x="399" y="333"/>
                      <a:pt x="401" y="339"/>
                    </a:cubicBezTo>
                    <a:cubicBezTo>
                      <a:pt x="403" y="345"/>
                      <a:pt x="417" y="442"/>
                      <a:pt x="417" y="442"/>
                    </a:cubicBezTo>
                    <a:cubicBezTo>
                      <a:pt x="417" y="442"/>
                      <a:pt x="447" y="469"/>
                      <a:pt x="422" y="481"/>
                    </a:cubicBezTo>
                    <a:cubicBezTo>
                      <a:pt x="397" y="493"/>
                      <a:pt x="193" y="640"/>
                      <a:pt x="180" y="637"/>
                    </a:cubicBezTo>
                    <a:cubicBezTo>
                      <a:pt x="168" y="635"/>
                      <a:pt x="129" y="541"/>
                      <a:pt x="129" y="541"/>
                    </a:cubicBezTo>
                    <a:cubicBezTo>
                      <a:pt x="129" y="541"/>
                      <a:pt x="115" y="469"/>
                      <a:pt x="94" y="479"/>
                    </a:cubicBezTo>
                    <a:cubicBezTo>
                      <a:pt x="74" y="489"/>
                      <a:pt x="12" y="460"/>
                      <a:pt x="12" y="460"/>
                    </a:cubicBezTo>
                    <a:lnTo>
                      <a:pt x="0" y="322"/>
                    </a:lnTo>
                    <a:lnTo>
                      <a:pt x="10" y="271"/>
                    </a:lnTo>
                    <a:lnTo>
                      <a:pt x="0" y="221"/>
                    </a:lnTo>
                    <a:lnTo>
                      <a:pt x="24" y="145"/>
                    </a:lnTo>
                    <a:cubicBezTo>
                      <a:pt x="24" y="145"/>
                      <a:pt x="56" y="83"/>
                      <a:pt x="88" y="41"/>
                    </a:cubicBezTo>
                    <a:cubicBezTo>
                      <a:pt x="121" y="0"/>
                      <a:pt x="263" y="35"/>
                      <a:pt x="351" y="56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3" name="îś1îḋè">
                <a:extLst>
                  <a:ext uri="{FF2B5EF4-FFF2-40B4-BE49-F238E27FC236}">
                    <a16:creationId xmlns:a16="http://schemas.microsoft.com/office/drawing/2014/main" id="{E33F637D-5A70-4A0C-A94F-1E9A556732DF}"/>
                  </a:ext>
                </a:extLst>
              </p:cNvPr>
              <p:cNvSpPr/>
              <p:nvPr/>
            </p:nvSpPr>
            <p:spPr bwMode="auto">
              <a:xfrm>
                <a:off x="4188279" y="3963763"/>
                <a:ext cx="879021" cy="1221968"/>
              </a:xfrm>
              <a:custGeom>
                <a:avLst/>
                <a:gdLst>
                  <a:gd name="T0" fmla="*/ 436 w 448"/>
                  <a:gd name="T1" fmla="*/ 179 h 624"/>
                  <a:gd name="T2" fmla="*/ 356 w 448"/>
                  <a:gd name="T3" fmla="*/ 39 h 624"/>
                  <a:gd name="T4" fmla="*/ 346 w 448"/>
                  <a:gd name="T5" fmla="*/ 37 h 624"/>
                  <a:gd name="T6" fmla="*/ 157 w 448"/>
                  <a:gd name="T7" fmla="*/ 6 h 624"/>
                  <a:gd name="T8" fmla="*/ 95 w 448"/>
                  <a:gd name="T9" fmla="*/ 24 h 624"/>
                  <a:gd name="T10" fmla="*/ 31 w 448"/>
                  <a:gd name="T11" fmla="*/ 126 h 624"/>
                  <a:gd name="T12" fmla="*/ 7 w 448"/>
                  <a:gd name="T13" fmla="*/ 203 h 624"/>
                  <a:gd name="T14" fmla="*/ 16 w 448"/>
                  <a:gd name="T15" fmla="*/ 252 h 624"/>
                  <a:gd name="T16" fmla="*/ 16 w 448"/>
                  <a:gd name="T17" fmla="*/ 253 h 624"/>
                  <a:gd name="T18" fmla="*/ 7 w 448"/>
                  <a:gd name="T19" fmla="*/ 304 h 624"/>
                  <a:gd name="T20" fmla="*/ 19 w 448"/>
                  <a:gd name="T21" fmla="*/ 440 h 624"/>
                  <a:gd name="T22" fmla="*/ 86 w 448"/>
                  <a:gd name="T23" fmla="*/ 460 h 624"/>
                  <a:gd name="T24" fmla="*/ 97 w 448"/>
                  <a:gd name="T25" fmla="*/ 458 h 624"/>
                  <a:gd name="T26" fmla="*/ 102 w 448"/>
                  <a:gd name="T27" fmla="*/ 457 h 624"/>
                  <a:gd name="T28" fmla="*/ 136 w 448"/>
                  <a:gd name="T29" fmla="*/ 522 h 624"/>
                  <a:gd name="T30" fmla="*/ 186 w 448"/>
                  <a:gd name="T31" fmla="*/ 617 h 624"/>
                  <a:gd name="T32" fmla="*/ 334 w 448"/>
                  <a:gd name="T33" fmla="*/ 520 h 624"/>
                  <a:gd name="T34" fmla="*/ 425 w 448"/>
                  <a:gd name="T35" fmla="*/ 460 h 624"/>
                  <a:gd name="T36" fmla="*/ 434 w 448"/>
                  <a:gd name="T37" fmla="*/ 451 h 624"/>
                  <a:gd name="T38" fmla="*/ 421 w 448"/>
                  <a:gd name="T39" fmla="*/ 426 h 624"/>
                  <a:gd name="T40" fmla="*/ 419 w 448"/>
                  <a:gd name="T41" fmla="*/ 424 h 624"/>
                  <a:gd name="T42" fmla="*/ 403 w 448"/>
                  <a:gd name="T43" fmla="*/ 322 h 624"/>
                  <a:gd name="T44" fmla="*/ 436 w 448"/>
                  <a:gd name="T45" fmla="*/ 179 h 624"/>
                  <a:gd name="T46" fmla="*/ 357 w 448"/>
                  <a:gd name="T47" fmla="*/ 34 h 624"/>
                  <a:gd name="T48" fmla="*/ 442 w 448"/>
                  <a:gd name="T49" fmla="*/ 180 h 624"/>
                  <a:gd name="T50" fmla="*/ 442 w 448"/>
                  <a:gd name="T51" fmla="*/ 181 h 624"/>
                  <a:gd name="T52" fmla="*/ 409 w 448"/>
                  <a:gd name="T53" fmla="*/ 319 h 624"/>
                  <a:gd name="T54" fmla="*/ 425 w 448"/>
                  <a:gd name="T55" fmla="*/ 422 h 624"/>
                  <a:gd name="T56" fmla="*/ 440 w 448"/>
                  <a:gd name="T57" fmla="*/ 451 h 624"/>
                  <a:gd name="T58" fmla="*/ 428 w 448"/>
                  <a:gd name="T59" fmla="*/ 466 h 624"/>
                  <a:gd name="T60" fmla="*/ 337 w 448"/>
                  <a:gd name="T61" fmla="*/ 526 h 624"/>
                  <a:gd name="T62" fmla="*/ 186 w 448"/>
                  <a:gd name="T63" fmla="*/ 623 h 624"/>
                  <a:gd name="T64" fmla="*/ 185 w 448"/>
                  <a:gd name="T65" fmla="*/ 623 h 624"/>
                  <a:gd name="T66" fmla="*/ 131 w 448"/>
                  <a:gd name="T67" fmla="*/ 524 h 624"/>
                  <a:gd name="T68" fmla="*/ 130 w 448"/>
                  <a:gd name="T69" fmla="*/ 523 h 624"/>
                  <a:gd name="T70" fmla="*/ 102 w 448"/>
                  <a:gd name="T71" fmla="*/ 463 h 624"/>
                  <a:gd name="T72" fmla="*/ 100 w 448"/>
                  <a:gd name="T73" fmla="*/ 463 h 624"/>
                  <a:gd name="T74" fmla="*/ 86 w 448"/>
                  <a:gd name="T75" fmla="*/ 466 h 624"/>
                  <a:gd name="T76" fmla="*/ 14 w 448"/>
                  <a:gd name="T77" fmla="*/ 445 h 624"/>
                  <a:gd name="T78" fmla="*/ 13 w 448"/>
                  <a:gd name="T79" fmla="*/ 442 h 624"/>
                  <a:gd name="T80" fmla="*/ 0 w 448"/>
                  <a:gd name="T81" fmla="*/ 304 h 624"/>
                  <a:gd name="T82" fmla="*/ 0 w 448"/>
                  <a:gd name="T83" fmla="*/ 304 h 624"/>
                  <a:gd name="T84" fmla="*/ 10 w 448"/>
                  <a:gd name="T85" fmla="*/ 252 h 624"/>
                  <a:gd name="T86" fmla="*/ 0 w 448"/>
                  <a:gd name="T87" fmla="*/ 203 h 624"/>
                  <a:gd name="T88" fmla="*/ 0 w 448"/>
                  <a:gd name="T89" fmla="*/ 202 h 624"/>
                  <a:gd name="T90" fmla="*/ 25 w 448"/>
                  <a:gd name="T91" fmla="*/ 124 h 624"/>
                  <a:gd name="T92" fmla="*/ 90 w 448"/>
                  <a:gd name="T93" fmla="*/ 20 h 624"/>
                  <a:gd name="T94" fmla="*/ 157 w 448"/>
                  <a:gd name="T95" fmla="*/ 0 h 624"/>
                  <a:gd name="T96" fmla="*/ 347 w 448"/>
                  <a:gd name="T97" fmla="*/ 32 h 624"/>
                  <a:gd name="T98" fmla="*/ 357 w 448"/>
                  <a:gd name="T99" fmla="*/ 3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48" h="624">
                    <a:moveTo>
                      <a:pt x="436" y="179"/>
                    </a:moveTo>
                    <a:cubicBezTo>
                      <a:pt x="436" y="173"/>
                      <a:pt x="439" y="59"/>
                      <a:pt x="356" y="39"/>
                    </a:cubicBezTo>
                    <a:lnTo>
                      <a:pt x="346" y="37"/>
                    </a:lnTo>
                    <a:cubicBezTo>
                      <a:pt x="290" y="24"/>
                      <a:pt x="212" y="6"/>
                      <a:pt x="157" y="6"/>
                    </a:cubicBezTo>
                    <a:cubicBezTo>
                      <a:pt x="125" y="6"/>
                      <a:pt x="104" y="12"/>
                      <a:pt x="95" y="24"/>
                    </a:cubicBezTo>
                    <a:cubicBezTo>
                      <a:pt x="63" y="63"/>
                      <a:pt x="33" y="123"/>
                      <a:pt x="31" y="126"/>
                    </a:cubicBezTo>
                    <a:lnTo>
                      <a:pt x="7" y="203"/>
                    </a:lnTo>
                    <a:lnTo>
                      <a:pt x="16" y="252"/>
                    </a:lnTo>
                    <a:lnTo>
                      <a:pt x="16" y="253"/>
                    </a:lnTo>
                    <a:lnTo>
                      <a:pt x="7" y="304"/>
                    </a:lnTo>
                    <a:lnTo>
                      <a:pt x="19" y="440"/>
                    </a:lnTo>
                    <a:cubicBezTo>
                      <a:pt x="27" y="444"/>
                      <a:pt x="64" y="460"/>
                      <a:pt x="86" y="460"/>
                    </a:cubicBezTo>
                    <a:cubicBezTo>
                      <a:pt x="91" y="460"/>
                      <a:pt x="95" y="459"/>
                      <a:pt x="97" y="458"/>
                    </a:cubicBezTo>
                    <a:cubicBezTo>
                      <a:pt x="99" y="457"/>
                      <a:pt x="101" y="457"/>
                      <a:pt x="102" y="457"/>
                    </a:cubicBezTo>
                    <a:cubicBezTo>
                      <a:pt x="122" y="457"/>
                      <a:pt x="134" y="510"/>
                      <a:pt x="136" y="522"/>
                    </a:cubicBezTo>
                    <a:cubicBezTo>
                      <a:pt x="154" y="566"/>
                      <a:pt x="179" y="614"/>
                      <a:pt x="186" y="617"/>
                    </a:cubicBezTo>
                    <a:cubicBezTo>
                      <a:pt x="195" y="615"/>
                      <a:pt x="275" y="561"/>
                      <a:pt x="334" y="520"/>
                    </a:cubicBezTo>
                    <a:cubicBezTo>
                      <a:pt x="378" y="491"/>
                      <a:pt x="415" y="465"/>
                      <a:pt x="425" y="460"/>
                    </a:cubicBezTo>
                    <a:cubicBezTo>
                      <a:pt x="431" y="457"/>
                      <a:pt x="433" y="454"/>
                      <a:pt x="434" y="451"/>
                    </a:cubicBezTo>
                    <a:cubicBezTo>
                      <a:pt x="435" y="442"/>
                      <a:pt x="425" y="429"/>
                      <a:pt x="421" y="426"/>
                    </a:cubicBezTo>
                    <a:cubicBezTo>
                      <a:pt x="420" y="426"/>
                      <a:pt x="420" y="425"/>
                      <a:pt x="419" y="424"/>
                    </a:cubicBezTo>
                    <a:cubicBezTo>
                      <a:pt x="414" y="385"/>
                      <a:pt x="405" y="326"/>
                      <a:pt x="403" y="322"/>
                    </a:cubicBezTo>
                    <a:cubicBezTo>
                      <a:pt x="401" y="315"/>
                      <a:pt x="425" y="220"/>
                      <a:pt x="436" y="179"/>
                    </a:cubicBezTo>
                    <a:close/>
                    <a:moveTo>
                      <a:pt x="357" y="34"/>
                    </a:moveTo>
                    <a:cubicBezTo>
                      <a:pt x="447" y="54"/>
                      <a:pt x="442" y="179"/>
                      <a:pt x="442" y="180"/>
                    </a:cubicBezTo>
                    <a:cubicBezTo>
                      <a:pt x="442" y="181"/>
                      <a:pt x="442" y="181"/>
                      <a:pt x="442" y="181"/>
                    </a:cubicBezTo>
                    <a:cubicBezTo>
                      <a:pt x="429" y="231"/>
                      <a:pt x="409" y="313"/>
                      <a:pt x="409" y="319"/>
                    </a:cubicBezTo>
                    <a:cubicBezTo>
                      <a:pt x="411" y="327"/>
                      <a:pt x="424" y="408"/>
                      <a:pt x="425" y="422"/>
                    </a:cubicBezTo>
                    <a:cubicBezTo>
                      <a:pt x="429" y="426"/>
                      <a:pt x="441" y="438"/>
                      <a:pt x="440" y="451"/>
                    </a:cubicBezTo>
                    <a:cubicBezTo>
                      <a:pt x="439" y="457"/>
                      <a:pt x="435" y="462"/>
                      <a:pt x="428" y="466"/>
                    </a:cubicBezTo>
                    <a:cubicBezTo>
                      <a:pt x="418" y="470"/>
                      <a:pt x="379" y="497"/>
                      <a:pt x="337" y="526"/>
                    </a:cubicBezTo>
                    <a:cubicBezTo>
                      <a:pt x="252" y="584"/>
                      <a:pt x="195" y="623"/>
                      <a:pt x="186" y="623"/>
                    </a:cubicBezTo>
                    <a:cubicBezTo>
                      <a:pt x="185" y="623"/>
                      <a:pt x="185" y="623"/>
                      <a:pt x="185" y="623"/>
                    </a:cubicBezTo>
                    <a:cubicBezTo>
                      <a:pt x="171" y="620"/>
                      <a:pt x="140" y="546"/>
                      <a:pt x="131" y="524"/>
                    </a:cubicBezTo>
                    <a:cubicBezTo>
                      <a:pt x="130" y="523"/>
                      <a:pt x="130" y="523"/>
                      <a:pt x="130" y="523"/>
                    </a:cubicBezTo>
                    <a:cubicBezTo>
                      <a:pt x="126" y="498"/>
                      <a:pt x="113" y="463"/>
                      <a:pt x="102" y="463"/>
                    </a:cubicBezTo>
                    <a:cubicBezTo>
                      <a:pt x="101" y="463"/>
                      <a:pt x="101" y="463"/>
                      <a:pt x="100" y="463"/>
                    </a:cubicBezTo>
                    <a:cubicBezTo>
                      <a:pt x="96" y="465"/>
                      <a:pt x="91" y="466"/>
                      <a:pt x="86" y="466"/>
                    </a:cubicBezTo>
                    <a:cubicBezTo>
                      <a:pt x="60" y="466"/>
                      <a:pt x="16" y="446"/>
                      <a:pt x="14" y="445"/>
                    </a:cubicBezTo>
                    <a:cubicBezTo>
                      <a:pt x="13" y="445"/>
                      <a:pt x="13" y="444"/>
                      <a:pt x="13" y="442"/>
                    </a:cubicBezTo>
                    <a:lnTo>
                      <a:pt x="0" y="304"/>
                    </a:lnTo>
                    <a:lnTo>
                      <a:pt x="0" y="304"/>
                    </a:lnTo>
                    <a:lnTo>
                      <a:pt x="10" y="252"/>
                    </a:lnTo>
                    <a:lnTo>
                      <a:pt x="0" y="203"/>
                    </a:lnTo>
                    <a:lnTo>
                      <a:pt x="0" y="202"/>
                    </a:lnTo>
                    <a:lnTo>
                      <a:pt x="25" y="124"/>
                    </a:lnTo>
                    <a:cubicBezTo>
                      <a:pt x="25" y="123"/>
                      <a:pt x="57" y="61"/>
                      <a:pt x="90" y="20"/>
                    </a:cubicBezTo>
                    <a:cubicBezTo>
                      <a:pt x="101" y="7"/>
                      <a:pt x="123" y="0"/>
                      <a:pt x="157" y="0"/>
                    </a:cubicBezTo>
                    <a:cubicBezTo>
                      <a:pt x="213" y="0"/>
                      <a:pt x="290" y="18"/>
                      <a:pt x="347" y="32"/>
                    </a:cubicBezTo>
                    <a:lnTo>
                      <a:pt x="357" y="34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4" name="íṧ1iḓé">
                <a:extLst>
                  <a:ext uri="{FF2B5EF4-FFF2-40B4-BE49-F238E27FC236}">
                    <a16:creationId xmlns:a16="http://schemas.microsoft.com/office/drawing/2014/main" id="{A17560B6-A225-4B2A-AD6C-FFA067144F0D}"/>
                  </a:ext>
                </a:extLst>
              </p:cNvPr>
              <p:cNvSpPr/>
              <p:nvPr/>
            </p:nvSpPr>
            <p:spPr bwMode="auto">
              <a:xfrm>
                <a:off x="4222750" y="3894920"/>
                <a:ext cx="956579" cy="972408"/>
              </a:xfrm>
              <a:custGeom>
                <a:avLst/>
                <a:gdLst>
                  <a:gd name="T0" fmla="*/ 417 w 488"/>
                  <a:gd name="T1" fmla="*/ 128 h 497"/>
                  <a:gd name="T2" fmla="*/ 454 w 488"/>
                  <a:gd name="T3" fmla="*/ 141 h 497"/>
                  <a:gd name="T4" fmla="*/ 434 w 488"/>
                  <a:gd name="T5" fmla="*/ 369 h 497"/>
                  <a:gd name="T6" fmla="*/ 404 w 488"/>
                  <a:gd name="T7" fmla="*/ 459 h 497"/>
                  <a:gd name="T8" fmla="*/ 343 w 488"/>
                  <a:gd name="T9" fmla="*/ 487 h 497"/>
                  <a:gd name="T10" fmla="*/ 219 w 488"/>
                  <a:gd name="T11" fmla="*/ 480 h 497"/>
                  <a:gd name="T12" fmla="*/ 163 w 488"/>
                  <a:gd name="T13" fmla="*/ 350 h 497"/>
                  <a:gd name="T14" fmla="*/ 91 w 488"/>
                  <a:gd name="T15" fmla="*/ 293 h 497"/>
                  <a:gd name="T16" fmla="*/ 52 w 488"/>
                  <a:gd name="T17" fmla="*/ 340 h 497"/>
                  <a:gd name="T18" fmla="*/ 24 w 488"/>
                  <a:gd name="T19" fmla="*/ 336 h 497"/>
                  <a:gd name="T20" fmla="*/ 23 w 488"/>
                  <a:gd name="T21" fmla="*/ 251 h 497"/>
                  <a:gd name="T22" fmla="*/ 10 w 488"/>
                  <a:gd name="T23" fmla="*/ 185 h 497"/>
                  <a:gd name="T24" fmla="*/ 12 w 488"/>
                  <a:gd name="T25" fmla="*/ 79 h 497"/>
                  <a:gd name="T26" fmla="*/ 163 w 488"/>
                  <a:gd name="T27" fmla="*/ 6 h 497"/>
                  <a:gd name="T28" fmla="*/ 397 w 488"/>
                  <a:gd name="T29" fmla="*/ 63 h 497"/>
                  <a:gd name="T30" fmla="*/ 417 w 488"/>
                  <a:gd name="T31" fmla="*/ 128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8" h="497">
                    <a:moveTo>
                      <a:pt x="417" y="128"/>
                    </a:moveTo>
                    <a:cubicBezTo>
                      <a:pt x="417" y="128"/>
                      <a:pt x="448" y="129"/>
                      <a:pt x="454" y="141"/>
                    </a:cubicBezTo>
                    <a:cubicBezTo>
                      <a:pt x="487" y="199"/>
                      <a:pt x="446" y="348"/>
                      <a:pt x="434" y="369"/>
                    </a:cubicBezTo>
                    <a:cubicBezTo>
                      <a:pt x="421" y="390"/>
                      <a:pt x="404" y="459"/>
                      <a:pt x="404" y="459"/>
                    </a:cubicBezTo>
                    <a:cubicBezTo>
                      <a:pt x="404" y="459"/>
                      <a:pt x="378" y="476"/>
                      <a:pt x="343" y="487"/>
                    </a:cubicBezTo>
                    <a:cubicBezTo>
                      <a:pt x="307" y="496"/>
                      <a:pt x="219" y="480"/>
                      <a:pt x="219" y="480"/>
                    </a:cubicBezTo>
                    <a:cubicBezTo>
                      <a:pt x="188" y="453"/>
                      <a:pt x="167" y="379"/>
                      <a:pt x="163" y="350"/>
                    </a:cubicBezTo>
                    <a:cubicBezTo>
                      <a:pt x="159" y="321"/>
                      <a:pt x="121" y="301"/>
                      <a:pt x="91" y="293"/>
                    </a:cubicBezTo>
                    <a:cubicBezTo>
                      <a:pt x="60" y="284"/>
                      <a:pt x="52" y="340"/>
                      <a:pt x="52" y="340"/>
                    </a:cubicBezTo>
                    <a:lnTo>
                      <a:pt x="24" y="336"/>
                    </a:lnTo>
                    <a:lnTo>
                      <a:pt x="23" y="251"/>
                    </a:lnTo>
                    <a:cubicBezTo>
                      <a:pt x="23" y="251"/>
                      <a:pt x="21" y="199"/>
                      <a:pt x="10" y="185"/>
                    </a:cubicBezTo>
                    <a:cubicBezTo>
                      <a:pt x="0" y="171"/>
                      <a:pt x="8" y="106"/>
                      <a:pt x="12" y="79"/>
                    </a:cubicBezTo>
                    <a:cubicBezTo>
                      <a:pt x="21" y="23"/>
                      <a:pt x="115" y="13"/>
                      <a:pt x="163" y="6"/>
                    </a:cubicBezTo>
                    <a:cubicBezTo>
                      <a:pt x="211" y="0"/>
                      <a:pt x="386" y="50"/>
                      <a:pt x="397" y="63"/>
                    </a:cubicBezTo>
                    <a:cubicBezTo>
                      <a:pt x="407" y="75"/>
                      <a:pt x="417" y="128"/>
                      <a:pt x="417" y="128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5" name="iṣļíḑe">
                <a:extLst>
                  <a:ext uri="{FF2B5EF4-FFF2-40B4-BE49-F238E27FC236}">
                    <a16:creationId xmlns:a16="http://schemas.microsoft.com/office/drawing/2014/main" id="{5D8834DA-90BA-407B-89C8-668BF2CAA382}"/>
                  </a:ext>
                </a:extLst>
              </p:cNvPr>
              <p:cNvSpPr/>
              <p:nvPr/>
            </p:nvSpPr>
            <p:spPr bwMode="auto">
              <a:xfrm>
                <a:off x="4222750" y="3903523"/>
                <a:ext cx="965200" cy="955203"/>
              </a:xfrm>
              <a:custGeom>
                <a:avLst/>
                <a:gdLst>
                  <a:gd name="T0" fmla="*/ 434 w 494"/>
                  <a:gd name="T1" fmla="*/ 363 h 490"/>
                  <a:gd name="T2" fmla="*/ 455 w 494"/>
                  <a:gd name="T3" fmla="*/ 138 h 490"/>
                  <a:gd name="T4" fmla="*/ 421 w 494"/>
                  <a:gd name="T5" fmla="*/ 128 h 490"/>
                  <a:gd name="T6" fmla="*/ 418 w 494"/>
                  <a:gd name="T7" fmla="*/ 126 h 490"/>
                  <a:gd name="T8" fmla="*/ 397 w 494"/>
                  <a:gd name="T9" fmla="*/ 61 h 490"/>
                  <a:gd name="T10" fmla="*/ 177 w 494"/>
                  <a:gd name="T11" fmla="*/ 6 h 490"/>
                  <a:gd name="T12" fmla="*/ 167 w 494"/>
                  <a:gd name="T13" fmla="*/ 6 h 490"/>
                  <a:gd name="T14" fmla="*/ 162 w 494"/>
                  <a:gd name="T15" fmla="*/ 7 h 490"/>
                  <a:gd name="T16" fmla="*/ 19 w 494"/>
                  <a:gd name="T17" fmla="*/ 76 h 490"/>
                  <a:gd name="T18" fmla="*/ 17 w 494"/>
                  <a:gd name="T19" fmla="*/ 180 h 490"/>
                  <a:gd name="T20" fmla="*/ 30 w 494"/>
                  <a:gd name="T21" fmla="*/ 247 h 490"/>
                  <a:gd name="T22" fmla="*/ 32 w 494"/>
                  <a:gd name="T23" fmla="*/ 329 h 490"/>
                  <a:gd name="T24" fmla="*/ 54 w 494"/>
                  <a:gd name="T25" fmla="*/ 333 h 490"/>
                  <a:gd name="T26" fmla="*/ 89 w 494"/>
                  <a:gd name="T27" fmla="*/ 285 h 490"/>
                  <a:gd name="T28" fmla="*/ 96 w 494"/>
                  <a:gd name="T29" fmla="*/ 286 h 490"/>
                  <a:gd name="T30" fmla="*/ 170 w 494"/>
                  <a:gd name="T31" fmla="*/ 346 h 490"/>
                  <a:gd name="T32" fmla="*/ 224 w 494"/>
                  <a:gd name="T33" fmla="*/ 474 h 490"/>
                  <a:gd name="T34" fmla="*/ 314 w 494"/>
                  <a:gd name="T35" fmla="*/ 483 h 490"/>
                  <a:gd name="T36" fmla="*/ 346 w 494"/>
                  <a:gd name="T37" fmla="*/ 480 h 490"/>
                  <a:gd name="T38" fmla="*/ 406 w 494"/>
                  <a:gd name="T39" fmla="*/ 454 h 490"/>
                  <a:gd name="T40" fmla="*/ 434 w 494"/>
                  <a:gd name="T41" fmla="*/ 363 h 490"/>
                  <a:gd name="T42" fmla="*/ 423 w 494"/>
                  <a:gd name="T43" fmla="*/ 122 h 490"/>
                  <a:gd name="T44" fmla="*/ 460 w 494"/>
                  <a:gd name="T45" fmla="*/ 135 h 490"/>
                  <a:gd name="T46" fmla="*/ 440 w 494"/>
                  <a:gd name="T47" fmla="*/ 367 h 490"/>
                  <a:gd name="T48" fmla="*/ 411 w 494"/>
                  <a:gd name="T49" fmla="*/ 456 h 490"/>
                  <a:gd name="T50" fmla="*/ 410 w 494"/>
                  <a:gd name="T51" fmla="*/ 459 h 490"/>
                  <a:gd name="T52" fmla="*/ 347 w 494"/>
                  <a:gd name="T53" fmla="*/ 486 h 490"/>
                  <a:gd name="T54" fmla="*/ 314 w 494"/>
                  <a:gd name="T55" fmla="*/ 489 h 490"/>
                  <a:gd name="T56" fmla="*/ 222 w 494"/>
                  <a:gd name="T57" fmla="*/ 479 h 490"/>
                  <a:gd name="T58" fmla="*/ 221 w 494"/>
                  <a:gd name="T59" fmla="*/ 479 h 490"/>
                  <a:gd name="T60" fmla="*/ 164 w 494"/>
                  <a:gd name="T61" fmla="*/ 347 h 490"/>
                  <a:gd name="T62" fmla="*/ 94 w 494"/>
                  <a:gd name="T63" fmla="*/ 292 h 490"/>
                  <a:gd name="T64" fmla="*/ 89 w 494"/>
                  <a:gd name="T65" fmla="*/ 291 h 490"/>
                  <a:gd name="T66" fmla="*/ 59 w 494"/>
                  <a:gd name="T67" fmla="*/ 337 h 490"/>
                  <a:gd name="T68" fmla="*/ 57 w 494"/>
                  <a:gd name="T69" fmla="*/ 339 h 490"/>
                  <a:gd name="T70" fmla="*/ 55 w 494"/>
                  <a:gd name="T71" fmla="*/ 339 h 490"/>
                  <a:gd name="T72" fmla="*/ 29 w 494"/>
                  <a:gd name="T73" fmla="*/ 335 h 490"/>
                  <a:gd name="T74" fmla="*/ 26 w 494"/>
                  <a:gd name="T75" fmla="*/ 332 h 490"/>
                  <a:gd name="T76" fmla="*/ 24 w 494"/>
                  <a:gd name="T77" fmla="*/ 247 h 490"/>
                  <a:gd name="T78" fmla="*/ 12 w 494"/>
                  <a:gd name="T79" fmla="*/ 184 h 490"/>
                  <a:gd name="T80" fmla="*/ 13 w 494"/>
                  <a:gd name="T81" fmla="*/ 75 h 490"/>
                  <a:gd name="T82" fmla="*/ 161 w 494"/>
                  <a:gd name="T83" fmla="*/ 1 h 490"/>
                  <a:gd name="T84" fmla="*/ 166 w 494"/>
                  <a:gd name="T85" fmla="*/ 0 h 490"/>
                  <a:gd name="T86" fmla="*/ 177 w 494"/>
                  <a:gd name="T87" fmla="*/ 0 h 490"/>
                  <a:gd name="T88" fmla="*/ 403 w 494"/>
                  <a:gd name="T89" fmla="*/ 57 h 490"/>
                  <a:gd name="T90" fmla="*/ 423 w 494"/>
                  <a:gd name="T91" fmla="*/ 122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94" h="490">
                    <a:moveTo>
                      <a:pt x="434" y="363"/>
                    </a:moveTo>
                    <a:cubicBezTo>
                      <a:pt x="447" y="343"/>
                      <a:pt x="487" y="197"/>
                      <a:pt x="455" y="138"/>
                    </a:cubicBezTo>
                    <a:cubicBezTo>
                      <a:pt x="451" y="132"/>
                      <a:pt x="431" y="129"/>
                      <a:pt x="421" y="128"/>
                    </a:cubicBezTo>
                    <a:cubicBezTo>
                      <a:pt x="419" y="128"/>
                      <a:pt x="418" y="127"/>
                      <a:pt x="418" y="126"/>
                    </a:cubicBezTo>
                    <a:cubicBezTo>
                      <a:pt x="415" y="110"/>
                      <a:pt x="406" y="70"/>
                      <a:pt x="397" y="61"/>
                    </a:cubicBezTo>
                    <a:cubicBezTo>
                      <a:pt x="389" y="51"/>
                      <a:pt x="234" y="6"/>
                      <a:pt x="177" y="6"/>
                    </a:cubicBezTo>
                    <a:cubicBezTo>
                      <a:pt x="173" y="6"/>
                      <a:pt x="170" y="6"/>
                      <a:pt x="167" y="6"/>
                    </a:cubicBezTo>
                    <a:lnTo>
                      <a:pt x="162" y="7"/>
                    </a:lnTo>
                    <a:cubicBezTo>
                      <a:pt x="115" y="13"/>
                      <a:pt x="28" y="24"/>
                      <a:pt x="19" y="76"/>
                    </a:cubicBezTo>
                    <a:cubicBezTo>
                      <a:pt x="14" y="111"/>
                      <a:pt x="9" y="168"/>
                      <a:pt x="17" y="180"/>
                    </a:cubicBezTo>
                    <a:cubicBezTo>
                      <a:pt x="28" y="195"/>
                      <a:pt x="30" y="245"/>
                      <a:pt x="30" y="247"/>
                    </a:cubicBezTo>
                    <a:lnTo>
                      <a:pt x="32" y="329"/>
                    </a:lnTo>
                    <a:lnTo>
                      <a:pt x="54" y="333"/>
                    </a:lnTo>
                    <a:cubicBezTo>
                      <a:pt x="55" y="322"/>
                      <a:pt x="64" y="285"/>
                      <a:pt x="89" y="285"/>
                    </a:cubicBezTo>
                    <a:cubicBezTo>
                      <a:pt x="91" y="285"/>
                      <a:pt x="94" y="285"/>
                      <a:pt x="96" y="286"/>
                    </a:cubicBezTo>
                    <a:cubicBezTo>
                      <a:pt x="130" y="295"/>
                      <a:pt x="166" y="317"/>
                      <a:pt x="170" y="346"/>
                    </a:cubicBezTo>
                    <a:cubicBezTo>
                      <a:pt x="175" y="377"/>
                      <a:pt x="195" y="448"/>
                      <a:pt x="224" y="474"/>
                    </a:cubicBezTo>
                    <a:cubicBezTo>
                      <a:pt x="231" y="475"/>
                      <a:pt x="278" y="483"/>
                      <a:pt x="314" y="483"/>
                    </a:cubicBezTo>
                    <a:cubicBezTo>
                      <a:pt x="328" y="483"/>
                      <a:pt x="338" y="482"/>
                      <a:pt x="346" y="480"/>
                    </a:cubicBezTo>
                    <a:cubicBezTo>
                      <a:pt x="376" y="471"/>
                      <a:pt x="400" y="457"/>
                      <a:pt x="406" y="454"/>
                    </a:cubicBezTo>
                    <a:cubicBezTo>
                      <a:pt x="408" y="444"/>
                      <a:pt x="423" y="383"/>
                      <a:pt x="434" y="363"/>
                    </a:cubicBezTo>
                    <a:close/>
                    <a:moveTo>
                      <a:pt x="423" y="122"/>
                    </a:moveTo>
                    <a:cubicBezTo>
                      <a:pt x="431" y="123"/>
                      <a:pt x="454" y="125"/>
                      <a:pt x="460" y="135"/>
                    </a:cubicBezTo>
                    <a:cubicBezTo>
                      <a:pt x="493" y="195"/>
                      <a:pt x="453" y="345"/>
                      <a:pt x="440" y="367"/>
                    </a:cubicBezTo>
                    <a:cubicBezTo>
                      <a:pt x="428" y="387"/>
                      <a:pt x="412" y="456"/>
                      <a:pt x="411" y="456"/>
                    </a:cubicBezTo>
                    <a:cubicBezTo>
                      <a:pt x="411" y="457"/>
                      <a:pt x="410" y="458"/>
                      <a:pt x="410" y="459"/>
                    </a:cubicBezTo>
                    <a:cubicBezTo>
                      <a:pt x="409" y="459"/>
                      <a:pt x="382" y="475"/>
                      <a:pt x="347" y="486"/>
                    </a:cubicBezTo>
                    <a:cubicBezTo>
                      <a:pt x="339" y="488"/>
                      <a:pt x="328" y="489"/>
                      <a:pt x="314" y="489"/>
                    </a:cubicBezTo>
                    <a:cubicBezTo>
                      <a:pt x="275" y="489"/>
                      <a:pt x="222" y="480"/>
                      <a:pt x="222" y="479"/>
                    </a:cubicBezTo>
                    <a:lnTo>
                      <a:pt x="221" y="479"/>
                    </a:lnTo>
                    <a:cubicBezTo>
                      <a:pt x="188" y="450"/>
                      <a:pt x="168" y="372"/>
                      <a:pt x="164" y="347"/>
                    </a:cubicBezTo>
                    <a:cubicBezTo>
                      <a:pt x="160" y="321"/>
                      <a:pt x="126" y="300"/>
                      <a:pt x="94" y="292"/>
                    </a:cubicBezTo>
                    <a:cubicBezTo>
                      <a:pt x="92" y="291"/>
                      <a:pt x="91" y="291"/>
                      <a:pt x="89" y="291"/>
                    </a:cubicBezTo>
                    <a:cubicBezTo>
                      <a:pt x="66" y="291"/>
                      <a:pt x="59" y="336"/>
                      <a:pt x="59" y="337"/>
                    </a:cubicBezTo>
                    <a:cubicBezTo>
                      <a:pt x="59" y="337"/>
                      <a:pt x="58" y="338"/>
                      <a:pt x="57" y="339"/>
                    </a:cubicBezTo>
                    <a:cubicBezTo>
                      <a:pt x="57" y="339"/>
                      <a:pt x="56" y="340"/>
                      <a:pt x="55" y="339"/>
                    </a:cubicBezTo>
                    <a:lnTo>
                      <a:pt x="29" y="335"/>
                    </a:lnTo>
                    <a:cubicBezTo>
                      <a:pt x="27" y="335"/>
                      <a:pt x="26" y="334"/>
                      <a:pt x="26" y="332"/>
                    </a:cubicBezTo>
                    <a:lnTo>
                      <a:pt x="24" y="247"/>
                    </a:lnTo>
                    <a:cubicBezTo>
                      <a:pt x="23" y="234"/>
                      <a:pt x="20" y="194"/>
                      <a:pt x="12" y="184"/>
                    </a:cubicBezTo>
                    <a:cubicBezTo>
                      <a:pt x="0" y="165"/>
                      <a:pt x="12" y="84"/>
                      <a:pt x="13" y="75"/>
                    </a:cubicBezTo>
                    <a:cubicBezTo>
                      <a:pt x="23" y="19"/>
                      <a:pt x="113" y="7"/>
                      <a:pt x="161" y="1"/>
                    </a:cubicBezTo>
                    <a:lnTo>
                      <a:pt x="166" y="0"/>
                    </a:lnTo>
                    <a:cubicBezTo>
                      <a:pt x="169" y="0"/>
                      <a:pt x="173" y="0"/>
                      <a:pt x="177" y="0"/>
                    </a:cubicBezTo>
                    <a:cubicBezTo>
                      <a:pt x="235" y="0"/>
                      <a:pt x="391" y="44"/>
                      <a:pt x="403" y="57"/>
                    </a:cubicBezTo>
                    <a:cubicBezTo>
                      <a:pt x="412" y="68"/>
                      <a:pt x="421" y="111"/>
                      <a:pt x="423" y="12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6" name="iṡļîďe">
                <a:extLst>
                  <a:ext uri="{FF2B5EF4-FFF2-40B4-BE49-F238E27FC236}">
                    <a16:creationId xmlns:a16="http://schemas.microsoft.com/office/drawing/2014/main" id="{FF1DA5B4-E4E5-4080-8A90-7D268DCC7CFC}"/>
                  </a:ext>
                </a:extLst>
              </p:cNvPr>
              <p:cNvSpPr/>
              <p:nvPr/>
            </p:nvSpPr>
            <p:spPr bwMode="auto">
              <a:xfrm>
                <a:off x="4067629" y="4359612"/>
                <a:ext cx="551543" cy="301187"/>
              </a:xfrm>
              <a:custGeom>
                <a:avLst/>
                <a:gdLst>
                  <a:gd name="T0" fmla="*/ 214 w 284"/>
                  <a:gd name="T1" fmla="*/ 84 h 153"/>
                  <a:gd name="T2" fmla="*/ 269 w 284"/>
                  <a:gd name="T3" fmla="*/ 142 h 153"/>
                  <a:gd name="T4" fmla="*/ 206 w 284"/>
                  <a:gd name="T5" fmla="*/ 101 h 153"/>
                  <a:gd name="T6" fmla="*/ 6 w 284"/>
                  <a:gd name="T7" fmla="*/ 22 h 153"/>
                  <a:gd name="T8" fmla="*/ 0 w 284"/>
                  <a:gd name="T9" fmla="*/ 0 h 153"/>
                  <a:gd name="T10" fmla="*/ 214 w 284"/>
                  <a:gd name="T11" fmla="*/ 84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4" h="153">
                    <a:moveTo>
                      <a:pt x="214" y="84"/>
                    </a:moveTo>
                    <a:cubicBezTo>
                      <a:pt x="232" y="93"/>
                      <a:pt x="283" y="132"/>
                      <a:pt x="269" y="142"/>
                    </a:cubicBezTo>
                    <a:cubicBezTo>
                      <a:pt x="254" y="152"/>
                      <a:pt x="223" y="109"/>
                      <a:pt x="206" y="101"/>
                    </a:cubicBezTo>
                    <a:cubicBezTo>
                      <a:pt x="190" y="93"/>
                      <a:pt x="6" y="22"/>
                      <a:pt x="6" y="22"/>
                    </a:cubicBezTo>
                    <a:lnTo>
                      <a:pt x="0" y="0"/>
                    </a:lnTo>
                    <a:cubicBezTo>
                      <a:pt x="0" y="0"/>
                      <a:pt x="163" y="57"/>
                      <a:pt x="214" y="8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7" name="isḻiďe">
                <a:extLst>
                  <a:ext uri="{FF2B5EF4-FFF2-40B4-BE49-F238E27FC236}">
                    <a16:creationId xmlns:a16="http://schemas.microsoft.com/office/drawing/2014/main" id="{D96D7F5F-0314-4A91-815D-5FB3DA60478B}"/>
                  </a:ext>
                </a:extLst>
              </p:cNvPr>
              <p:cNvSpPr/>
              <p:nvPr/>
            </p:nvSpPr>
            <p:spPr bwMode="auto">
              <a:xfrm>
                <a:off x="4059008" y="4351004"/>
                <a:ext cx="542928" cy="292584"/>
              </a:xfrm>
              <a:custGeom>
                <a:avLst/>
                <a:gdLst>
                  <a:gd name="T0" fmla="*/ 268 w 277"/>
                  <a:gd name="T1" fmla="*/ 143 h 151"/>
                  <a:gd name="T2" fmla="*/ 269 w 277"/>
                  <a:gd name="T3" fmla="*/ 140 h 151"/>
                  <a:gd name="T4" fmla="*/ 214 w 277"/>
                  <a:gd name="T5" fmla="*/ 90 h 151"/>
                  <a:gd name="T6" fmla="*/ 7 w 277"/>
                  <a:gd name="T7" fmla="*/ 9 h 151"/>
                  <a:gd name="T8" fmla="*/ 12 w 277"/>
                  <a:gd name="T9" fmla="*/ 24 h 151"/>
                  <a:gd name="T10" fmla="*/ 210 w 277"/>
                  <a:gd name="T11" fmla="*/ 101 h 151"/>
                  <a:gd name="T12" fmla="*/ 232 w 277"/>
                  <a:gd name="T13" fmla="*/ 120 h 151"/>
                  <a:gd name="T14" fmla="*/ 265 w 277"/>
                  <a:gd name="T15" fmla="*/ 144 h 151"/>
                  <a:gd name="T16" fmla="*/ 268 w 277"/>
                  <a:gd name="T17" fmla="*/ 143 h 151"/>
                  <a:gd name="T18" fmla="*/ 217 w 277"/>
                  <a:gd name="T19" fmla="*/ 85 h 151"/>
                  <a:gd name="T20" fmla="*/ 275 w 277"/>
                  <a:gd name="T21" fmla="*/ 140 h 151"/>
                  <a:gd name="T22" fmla="*/ 272 w 277"/>
                  <a:gd name="T23" fmla="*/ 148 h 151"/>
                  <a:gd name="T24" fmla="*/ 265 w 277"/>
                  <a:gd name="T25" fmla="*/ 150 h 151"/>
                  <a:gd name="T26" fmla="*/ 228 w 277"/>
                  <a:gd name="T27" fmla="*/ 125 h 151"/>
                  <a:gd name="T28" fmla="*/ 207 w 277"/>
                  <a:gd name="T29" fmla="*/ 107 h 151"/>
                  <a:gd name="T30" fmla="*/ 8 w 277"/>
                  <a:gd name="T31" fmla="*/ 29 h 151"/>
                  <a:gd name="T32" fmla="*/ 6 w 277"/>
                  <a:gd name="T33" fmla="*/ 27 h 151"/>
                  <a:gd name="T34" fmla="*/ 0 w 277"/>
                  <a:gd name="T35" fmla="*/ 4 h 151"/>
                  <a:gd name="T36" fmla="*/ 0 w 277"/>
                  <a:gd name="T37" fmla="*/ 1 h 151"/>
                  <a:gd name="T38" fmla="*/ 3 w 277"/>
                  <a:gd name="T39" fmla="*/ 0 h 151"/>
                  <a:gd name="T40" fmla="*/ 217 w 277"/>
                  <a:gd name="T41" fmla="*/ 8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7" h="151">
                    <a:moveTo>
                      <a:pt x="268" y="143"/>
                    </a:moveTo>
                    <a:cubicBezTo>
                      <a:pt x="269" y="142"/>
                      <a:pt x="269" y="141"/>
                      <a:pt x="269" y="140"/>
                    </a:cubicBezTo>
                    <a:cubicBezTo>
                      <a:pt x="269" y="128"/>
                      <a:pt x="230" y="99"/>
                      <a:pt x="214" y="90"/>
                    </a:cubicBezTo>
                    <a:cubicBezTo>
                      <a:pt x="170" y="67"/>
                      <a:pt x="36" y="18"/>
                      <a:pt x="7" y="9"/>
                    </a:cubicBezTo>
                    <a:lnTo>
                      <a:pt x="12" y="24"/>
                    </a:lnTo>
                    <a:cubicBezTo>
                      <a:pt x="30" y="31"/>
                      <a:pt x="194" y="94"/>
                      <a:pt x="210" y="101"/>
                    </a:cubicBezTo>
                    <a:cubicBezTo>
                      <a:pt x="216" y="105"/>
                      <a:pt x="224" y="112"/>
                      <a:pt x="232" y="120"/>
                    </a:cubicBezTo>
                    <a:cubicBezTo>
                      <a:pt x="244" y="132"/>
                      <a:pt x="256" y="144"/>
                      <a:pt x="265" y="144"/>
                    </a:cubicBezTo>
                    <a:cubicBezTo>
                      <a:pt x="266" y="144"/>
                      <a:pt x="267" y="144"/>
                      <a:pt x="268" y="143"/>
                    </a:cubicBezTo>
                    <a:close/>
                    <a:moveTo>
                      <a:pt x="217" y="85"/>
                    </a:moveTo>
                    <a:cubicBezTo>
                      <a:pt x="230" y="92"/>
                      <a:pt x="275" y="123"/>
                      <a:pt x="275" y="140"/>
                    </a:cubicBezTo>
                    <a:cubicBezTo>
                      <a:pt x="276" y="143"/>
                      <a:pt x="275" y="146"/>
                      <a:pt x="272" y="148"/>
                    </a:cubicBezTo>
                    <a:cubicBezTo>
                      <a:pt x="270" y="149"/>
                      <a:pt x="268" y="150"/>
                      <a:pt x="265" y="150"/>
                    </a:cubicBezTo>
                    <a:cubicBezTo>
                      <a:pt x="254" y="150"/>
                      <a:pt x="241" y="137"/>
                      <a:pt x="228" y="125"/>
                    </a:cubicBezTo>
                    <a:cubicBezTo>
                      <a:pt x="220" y="117"/>
                      <a:pt x="213" y="110"/>
                      <a:pt x="207" y="107"/>
                    </a:cubicBezTo>
                    <a:cubicBezTo>
                      <a:pt x="191" y="99"/>
                      <a:pt x="9" y="30"/>
                      <a:pt x="8" y="29"/>
                    </a:cubicBezTo>
                    <a:cubicBezTo>
                      <a:pt x="6" y="29"/>
                      <a:pt x="6" y="28"/>
                      <a:pt x="6" y="27"/>
                    </a:cubicBezTo>
                    <a:lnTo>
                      <a:pt x="0" y="4"/>
                    </a:ln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3" y="0"/>
                      <a:pt x="3" y="0"/>
                    </a:cubicBezTo>
                    <a:cubicBezTo>
                      <a:pt x="5" y="1"/>
                      <a:pt x="167" y="58"/>
                      <a:pt x="217" y="85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8" name="ïşľïďê">
                <a:extLst>
                  <a:ext uri="{FF2B5EF4-FFF2-40B4-BE49-F238E27FC236}">
                    <a16:creationId xmlns:a16="http://schemas.microsoft.com/office/drawing/2014/main" id="{365AE1CF-181A-4EBF-A4F0-49016459917B}"/>
                  </a:ext>
                </a:extLst>
              </p:cNvPr>
              <p:cNvSpPr/>
              <p:nvPr/>
            </p:nvSpPr>
            <p:spPr bwMode="auto">
              <a:xfrm>
                <a:off x="4334779" y="4497299"/>
                <a:ext cx="163742" cy="266765"/>
              </a:xfrm>
              <a:custGeom>
                <a:avLst/>
                <a:gdLst>
                  <a:gd name="T0" fmla="*/ 41 w 83"/>
                  <a:gd name="T1" fmla="*/ 8 h 137"/>
                  <a:gd name="T2" fmla="*/ 47 w 83"/>
                  <a:gd name="T3" fmla="*/ 122 h 137"/>
                  <a:gd name="T4" fmla="*/ 8 w 83"/>
                  <a:gd name="T5" fmla="*/ 116 h 137"/>
                  <a:gd name="T6" fmla="*/ 8 w 83"/>
                  <a:gd name="T7" fmla="*/ 34 h 137"/>
                  <a:gd name="T8" fmla="*/ 41 w 83"/>
                  <a:gd name="T9" fmla="*/ 8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37">
                    <a:moveTo>
                      <a:pt x="41" y="8"/>
                    </a:moveTo>
                    <a:cubicBezTo>
                      <a:pt x="82" y="16"/>
                      <a:pt x="72" y="107"/>
                      <a:pt x="47" y="122"/>
                    </a:cubicBezTo>
                    <a:cubicBezTo>
                      <a:pt x="22" y="136"/>
                      <a:pt x="8" y="116"/>
                      <a:pt x="8" y="116"/>
                    </a:cubicBezTo>
                    <a:lnTo>
                      <a:pt x="8" y="34"/>
                    </a:lnTo>
                    <a:cubicBezTo>
                      <a:pt x="8" y="34"/>
                      <a:pt x="0" y="0"/>
                      <a:pt x="41" y="8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59" name="ïṥļîḍe">
                <a:extLst>
                  <a:ext uri="{FF2B5EF4-FFF2-40B4-BE49-F238E27FC236}">
                    <a16:creationId xmlns:a16="http://schemas.microsoft.com/office/drawing/2014/main" id="{4CAB5093-D8D4-4C3A-A54B-2BE6F5A2AC84}"/>
                  </a:ext>
                </a:extLst>
              </p:cNvPr>
              <p:cNvSpPr/>
              <p:nvPr/>
            </p:nvSpPr>
            <p:spPr bwMode="auto">
              <a:xfrm>
                <a:off x="4334779" y="4497299"/>
                <a:ext cx="146506" cy="258162"/>
              </a:xfrm>
              <a:custGeom>
                <a:avLst/>
                <a:gdLst>
                  <a:gd name="T0" fmla="*/ 39 w 74"/>
                  <a:gd name="T1" fmla="*/ 3 h 134"/>
                  <a:gd name="T2" fmla="*/ 68 w 74"/>
                  <a:gd name="T3" fmla="*/ 41 h 134"/>
                  <a:gd name="T4" fmla="*/ 46 w 74"/>
                  <a:gd name="T5" fmla="*/ 125 h 134"/>
                  <a:gd name="T6" fmla="*/ 28 w 74"/>
                  <a:gd name="T7" fmla="*/ 131 h 134"/>
                  <a:gd name="T8" fmla="*/ 4 w 74"/>
                  <a:gd name="T9" fmla="*/ 118 h 134"/>
                  <a:gd name="T10" fmla="*/ 4 w 74"/>
                  <a:gd name="T11" fmla="*/ 114 h 134"/>
                  <a:gd name="T12" fmla="*/ 9 w 74"/>
                  <a:gd name="T13" fmla="*/ 115 h 134"/>
                  <a:gd name="T14" fmla="*/ 43 w 74"/>
                  <a:gd name="T15" fmla="*/ 120 h 134"/>
                  <a:gd name="T16" fmla="*/ 62 w 74"/>
                  <a:gd name="T17" fmla="*/ 43 h 134"/>
                  <a:gd name="T18" fmla="*/ 38 w 74"/>
                  <a:gd name="T19" fmla="*/ 9 h 134"/>
                  <a:gd name="T20" fmla="*/ 13 w 74"/>
                  <a:gd name="T21" fmla="*/ 13 h 134"/>
                  <a:gd name="T22" fmla="*/ 9 w 74"/>
                  <a:gd name="T23" fmla="*/ 32 h 134"/>
                  <a:gd name="T24" fmla="*/ 7 w 74"/>
                  <a:gd name="T25" fmla="*/ 36 h 134"/>
                  <a:gd name="T26" fmla="*/ 4 w 74"/>
                  <a:gd name="T27" fmla="*/ 34 h 134"/>
                  <a:gd name="T28" fmla="*/ 9 w 74"/>
                  <a:gd name="T29" fmla="*/ 8 h 134"/>
                  <a:gd name="T30" fmla="*/ 39 w 74"/>
                  <a:gd name="T31" fmla="*/ 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" h="134">
                    <a:moveTo>
                      <a:pt x="39" y="3"/>
                    </a:moveTo>
                    <a:cubicBezTo>
                      <a:pt x="54" y="6"/>
                      <a:pt x="64" y="20"/>
                      <a:pt x="68" y="41"/>
                    </a:cubicBezTo>
                    <a:cubicBezTo>
                      <a:pt x="73" y="74"/>
                      <a:pt x="62" y="115"/>
                      <a:pt x="46" y="125"/>
                    </a:cubicBezTo>
                    <a:cubicBezTo>
                      <a:pt x="39" y="129"/>
                      <a:pt x="33" y="131"/>
                      <a:pt x="28" y="131"/>
                    </a:cubicBezTo>
                    <a:cubicBezTo>
                      <a:pt x="13" y="131"/>
                      <a:pt x="4" y="118"/>
                      <a:pt x="4" y="118"/>
                    </a:cubicBezTo>
                    <a:cubicBezTo>
                      <a:pt x="3" y="117"/>
                      <a:pt x="3" y="115"/>
                      <a:pt x="4" y="114"/>
                    </a:cubicBezTo>
                    <a:cubicBezTo>
                      <a:pt x="6" y="112"/>
                      <a:pt x="8" y="113"/>
                      <a:pt x="9" y="115"/>
                    </a:cubicBezTo>
                    <a:cubicBezTo>
                      <a:pt x="10" y="115"/>
                      <a:pt x="21" y="133"/>
                      <a:pt x="43" y="120"/>
                    </a:cubicBezTo>
                    <a:cubicBezTo>
                      <a:pt x="57" y="112"/>
                      <a:pt x="67" y="73"/>
                      <a:pt x="62" y="43"/>
                    </a:cubicBezTo>
                    <a:cubicBezTo>
                      <a:pt x="60" y="31"/>
                      <a:pt x="54" y="12"/>
                      <a:pt x="38" y="9"/>
                    </a:cubicBezTo>
                    <a:cubicBezTo>
                      <a:pt x="26" y="7"/>
                      <a:pt x="18" y="8"/>
                      <a:pt x="13" y="13"/>
                    </a:cubicBezTo>
                    <a:cubicBezTo>
                      <a:pt x="7" y="20"/>
                      <a:pt x="9" y="32"/>
                      <a:pt x="9" y="32"/>
                    </a:cubicBezTo>
                    <a:cubicBezTo>
                      <a:pt x="10" y="34"/>
                      <a:pt x="9" y="36"/>
                      <a:pt x="7" y="36"/>
                    </a:cubicBezTo>
                    <a:cubicBezTo>
                      <a:pt x="5" y="37"/>
                      <a:pt x="4" y="35"/>
                      <a:pt x="4" y="34"/>
                    </a:cubicBezTo>
                    <a:cubicBezTo>
                      <a:pt x="3" y="33"/>
                      <a:pt x="0" y="18"/>
                      <a:pt x="9" y="8"/>
                    </a:cubicBezTo>
                    <a:cubicBezTo>
                      <a:pt x="15" y="2"/>
                      <a:pt x="25" y="0"/>
                      <a:pt x="39" y="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0" name="î$ḻíḋè">
                <a:extLst>
                  <a:ext uri="{FF2B5EF4-FFF2-40B4-BE49-F238E27FC236}">
                    <a16:creationId xmlns:a16="http://schemas.microsoft.com/office/drawing/2014/main" id="{E24B7CE7-8E79-403B-9824-0289CB87457A}"/>
                  </a:ext>
                </a:extLst>
              </p:cNvPr>
              <p:cNvSpPr/>
              <p:nvPr/>
            </p:nvSpPr>
            <p:spPr bwMode="auto">
              <a:xfrm>
                <a:off x="4412343" y="4781274"/>
                <a:ext cx="680808" cy="559354"/>
              </a:xfrm>
              <a:custGeom>
                <a:avLst/>
                <a:gdLst>
                  <a:gd name="T0" fmla="*/ 167 w 347"/>
                  <a:gd name="T1" fmla="*/ 68 h 287"/>
                  <a:gd name="T2" fmla="*/ 319 w 347"/>
                  <a:gd name="T3" fmla="*/ 0 h 287"/>
                  <a:gd name="T4" fmla="*/ 346 w 347"/>
                  <a:gd name="T5" fmla="*/ 45 h 287"/>
                  <a:gd name="T6" fmla="*/ 199 w 347"/>
                  <a:gd name="T7" fmla="*/ 111 h 287"/>
                  <a:gd name="T8" fmla="*/ 10 w 347"/>
                  <a:gd name="T9" fmla="*/ 286 h 287"/>
                  <a:gd name="T10" fmla="*/ 0 w 347"/>
                  <a:gd name="T11" fmla="*/ 272 h 287"/>
                  <a:gd name="T12" fmla="*/ 167 w 347"/>
                  <a:gd name="T13" fmla="*/ 68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7" h="287">
                    <a:moveTo>
                      <a:pt x="167" y="68"/>
                    </a:moveTo>
                    <a:cubicBezTo>
                      <a:pt x="237" y="12"/>
                      <a:pt x="319" y="0"/>
                      <a:pt x="319" y="0"/>
                    </a:cubicBezTo>
                    <a:lnTo>
                      <a:pt x="346" y="45"/>
                    </a:lnTo>
                    <a:lnTo>
                      <a:pt x="199" y="111"/>
                    </a:lnTo>
                    <a:lnTo>
                      <a:pt x="10" y="286"/>
                    </a:lnTo>
                    <a:lnTo>
                      <a:pt x="0" y="272"/>
                    </a:lnTo>
                    <a:cubicBezTo>
                      <a:pt x="0" y="272"/>
                      <a:pt x="111" y="112"/>
                      <a:pt x="167" y="6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1" name="iṡľïďê">
                <a:extLst>
                  <a:ext uri="{FF2B5EF4-FFF2-40B4-BE49-F238E27FC236}">
                    <a16:creationId xmlns:a16="http://schemas.microsoft.com/office/drawing/2014/main" id="{8EEFE088-C8FF-4A57-8476-D791A893C435}"/>
                  </a:ext>
                </a:extLst>
              </p:cNvPr>
              <p:cNvSpPr/>
              <p:nvPr/>
            </p:nvSpPr>
            <p:spPr bwMode="auto">
              <a:xfrm>
                <a:off x="4403722" y="4772672"/>
                <a:ext cx="698049" cy="576560"/>
              </a:xfrm>
              <a:custGeom>
                <a:avLst/>
                <a:gdLst>
                  <a:gd name="T0" fmla="*/ 203 w 355"/>
                  <a:gd name="T1" fmla="*/ 112 h 295"/>
                  <a:gd name="T2" fmla="*/ 346 w 355"/>
                  <a:gd name="T3" fmla="*/ 47 h 295"/>
                  <a:gd name="T4" fmla="*/ 322 w 355"/>
                  <a:gd name="T5" fmla="*/ 6 h 295"/>
                  <a:gd name="T6" fmla="*/ 172 w 355"/>
                  <a:gd name="T7" fmla="*/ 74 h 295"/>
                  <a:gd name="T8" fmla="*/ 7 w 355"/>
                  <a:gd name="T9" fmla="*/ 276 h 295"/>
                  <a:gd name="T10" fmla="*/ 15 w 355"/>
                  <a:gd name="T11" fmla="*/ 286 h 295"/>
                  <a:gd name="T12" fmla="*/ 202 w 355"/>
                  <a:gd name="T13" fmla="*/ 113 h 295"/>
                  <a:gd name="T14" fmla="*/ 203 w 355"/>
                  <a:gd name="T15" fmla="*/ 112 h 295"/>
                  <a:gd name="T16" fmla="*/ 326 w 355"/>
                  <a:gd name="T17" fmla="*/ 2 h 295"/>
                  <a:gd name="T18" fmla="*/ 353 w 355"/>
                  <a:gd name="T19" fmla="*/ 47 h 295"/>
                  <a:gd name="T20" fmla="*/ 354 w 355"/>
                  <a:gd name="T21" fmla="*/ 50 h 295"/>
                  <a:gd name="T22" fmla="*/ 351 w 355"/>
                  <a:gd name="T23" fmla="*/ 51 h 295"/>
                  <a:gd name="T24" fmla="*/ 206 w 355"/>
                  <a:gd name="T25" fmla="*/ 117 h 295"/>
                  <a:gd name="T26" fmla="*/ 16 w 355"/>
                  <a:gd name="T27" fmla="*/ 293 h 295"/>
                  <a:gd name="T28" fmla="*/ 14 w 355"/>
                  <a:gd name="T29" fmla="*/ 294 h 295"/>
                  <a:gd name="T30" fmla="*/ 12 w 355"/>
                  <a:gd name="T31" fmla="*/ 293 h 295"/>
                  <a:gd name="T32" fmla="*/ 1 w 355"/>
                  <a:gd name="T33" fmla="*/ 278 h 295"/>
                  <a:gd name="T34" fmla="*/ 1 w 355"/>
                  <a:gd name="T35" fmla="*/ 275 h 295"/>
                  <a:gd name="T36" fmla="*/ 169 w 355"/>
                  <a:gd name="T37" fmla="*/ 69 h 295"/>
                  <a:gd name="T38" fmla="*/ 323 w 355"/>
                  <a:gd name="T39" fmla="*/ 0 h 295"/>
                  <a:gd name="T40" fmla="*/ 326 w 355"/>
                  <a:gd name="T41" fmla="*/ 2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5" h="295">
                    <a:moveTo>
                      <a:pt x="203" y="112"/>
                    </a:moveTo>
                    <a:lnTo>
                      <a:pt x="346" y="47"/>
                    </a:lnTo>
                    <a:lnTo>
                      <a:pt x="322" y="6"/>
                    </a:lnTo>
                    <a:cubicBezTo>
                      <a:pt x="309" y="9"/>
                      <a:pt x="235" y="24"/>
                      <a:pt x="172" y="74"/>
                    </a:cubicBezTo>
                    <a:cubicBezTo>
                      <a:pt x="121" y="115"/>
                      <a:pt x="20" y="259"/>
                      <a:pt x="7" y="276"/>
                    </a:cubicBezTo>
                    <a:lnTo>
                      <a:pt x="15" y="286"/>
                    </a:lnTo>
                    <a:lnTo>
                      <a:pt x="202" y="113"/>
                    </a:lnTo>
                    <a:cubicBezTo>
                      <a:pt x="202" y="113"/>
                      <a:pt x="202" y="112"/>
                      <a:pt x="203" y="112"/>
                    </a:cubicBezTo>
                    <a:close/>
                    <a:moveTo>
                      <a:pt x="326" y="2"/>
                    </a:moveTo>
                    <a:lnTo>
                      <a:pt x="353" y="47"/>
                    </a:lnTo>
                    <a:cubicBezTo>
                      <a:pt x="354" y="48"/>
                      <a:pt x="354" y="49"/>
                      <a:pt x="354" y="50"/>
                    </a:cubicBezTo>
                    <a:cubicBezTo>
                      <a:pt x="353" y="50"/>
                      <a:pt x="352" y="51"/>
                      <a:pt x="351" y="51"/>
                    </a:cubicBezTo>
                    <a:lnTo>
                      <a:pt x="206" y="117"/>
                    </a:lnTo>
                    <a:lnTo>
                      <a:pt x="16" y="293"/>
                    </a:lnTo>
                    <a:cubicBezTo>
                      <a:pt x="16" y="294"/>
                      <a:pt x="15" y="294"/>
                      <a:pt x="14" y="294"/>
                    </a:cubicBezTo>
                    <a:cubicBezTo>
                      <a:pt x="12" y="294"/>
                      <a:pt x="12" y="294"/>
                      <a:pt x="12" y="293"/>
                    </a:cubicBezTo>
                    <a:lnTo>
                      <a:pt x="1" y="278"/>
                    </a:lnTo>
                    <a:cubicBezTo>
                      <a:pt x="0" y="277"/>
                      <a:pt x="0" y="275"/>
                      <a:pt x="1" y="275"/>
                    </a:cubicBezTo>
                    <a:cubicBezTo>
                      <a:pt x="6" y="268"/>
                      <a:pt x="113" y="114"/>
                      <a:pt x="169" y="69"/>
                    </a:cubicBezTo>
                    <a:cubicBezTo>
                      <a:pt x="239" y="13"/>
                      <a:pt x="323" y="0"/>
                      <a:pt x="323" y="0"/>
                    </a:cubicBezTo>
                    <a:cubicBezTo>
                      <a:pt x="324" y="0"/>
                      <a:pt x="326" y="0"/>
                      <a:pt x="326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2" name="îSľïḑe">
                <a:extLst>
                  <a:ext uri="{FF2B5EF4-FFF2-40B4-BE49-F238E27FC236}">
                    <a16:creationId xmlns:a16="http://schemas.microsoft.com/office/drawing/2014/main" id="{ECE076B6-7029-4192-A7E0-F82A28A053C1}"/>
                  </a:ext>
                </a:extLst>
              </p:cNvPr>
              <p:cNvSpPr/>
              <p:nvPr/>
            </p:nvSpPr>
            <p:spPr bwMode="auto">
              <a:xfrm>
                <a:off x="4455429" y="4789882"/>
                <a:ext cx="715285" cy="524927"/>
              </a:xfrm>
              <a:custGeom>
                <a:avLst/>
                <a:gdLst>
                  <a:gd name="T0" fmla="*/ 159 w 368"/>
                  <a:gd name="T1" fmla="*/ 69 h 268"/>
                  <a:gd name="T2" fmla="*/ 336 w 368"/>
                  <a:gd name="T3" fmla="*/ 0 h 268"/>
                  <a:gd name="T4" fmla="*/ 367 w 368"/>
                  <a:gd name="T5" fmla="*/ 44 h 268"/>
                  <a:gd name="T6" fmla="*/ 204 w 368"/>
                  <a:gd name="T7" fmla="*/ 114 h 268"/>
                  <a:gd name="T8" fmla="*/ 0 w 368"/>
                  <a:gd name="T9" fmla="*/ 267 h 268"/>
                  <a:gd name="T10" fmla="*/ 159 w 368"/>
                  <a:gd name="T11" fmla="*/ 69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" h="268">
                    <a:moveTo>
                      <a:pt x="159" y="69"/>
                    </a:moveTo>
                    <a:cubicBezTo>
                      <a:pt x="222" y="32"/>
                      <a:pt x="336" y="0"/>
                      <a:pt x="336" y="0"/>
                    </a:cubicBezTo>
                    <a:lnTo>
                      <a:pt x="367" y="44"/>
                    </a:lnTo>
                    <a:cubicBezTo>
                      <a:pt x="367" y="44"/>
                      <a:pt x="245" y="95"/>
                      <a:pt x="204" y="114"/>
                    </a:cubicBezTo>
                    <a:cubicBezTo>
                      <a:pt x="162" y="132"/>
                      <a:pt x="0" y="267"/>
                      <a:pt x="0" y="267"/>
                    </a:cubicBezTo>
                    <a:cubicBezTo>
                      <a:pt x="0" y="267"/>
                      <a:pt x="105" y="101"/>
                      <a:pt x="159" y="69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3" name="ísḷiḍê">
                <a:extLst>
                  <a:ext uri="{FF2B5EF4-FFF2-40B4-BE49-F238E27FC236}">
                    <a16:creationId xmlns:a16="http://schemas.microsoft.com/office/drawing/2014/main" id="{B2D4B042-F8A4-46EF-8FBB-E74335B8E87F}"/>
                  </a:ext>
                </a:extLst>
              </p:cNvPr>
              <p:cNvSpPr/>
              <p:nvPr/>
            </p:nvSpPr>
            <p:spPr bwMode="auto">
              <a:xfrm>
                <a:off x="4455429" y="4789882"/>
                <a:ext cx="732521" cy="533535"/>
              </a:xfrm>
              <a:custGeom>
                <a:avLst/>
                <a:gdLst>
                  <a:gd name="T0" fmla="*/ 205 w 374"/>
                  <a:gd name="T1" fmla="*/ 114 h 274"/>
                  <a:gd name="T2" fmla="*/ 365 w 374"/>
                  <a:gd name="T3" fmla="*/ 45 h 274"/>
                  <a:gd name="T4" fmla="*/ 338 w 374"/>
                  <a:gd name="T5" fmla="*/ 7 h 274"/>
                  <a:gd name="T6" fmla="*/ 164 w 374"/>
                  <a:gd name="T7" fmla="*/ 74 h 274"/>
                  <a:gd name="T8" fmla="*/ 17 w 374"/>
                  <a:gd name="T9" fmla="*/ 255 h 274"/>
                  <a:gd name="T10" fmla="*/ 205 w 374"/>
                  <a:gd name="T11" fmla="*/ 114 h 274"/>
                  <a:gd name="T12" fmla="*/ 341 w 374"/>
                  <a:gd name="T13" fmla="*/ 2 h 274"/>
                  <a:gd name="T14" fmla="*/ 373 w 374"/>
                  <a:gd name="T15" fmla="*/ 45 h 274"/>
                  <a:gd name="T16" fmla="*/ 373 w 374"/>
                  <a:gd name="T17" fmla="*/ 47 h 274"/>
                  <a:gd name="T18" fmla="*/ 371 w 374"/>
                  <a:gd name="T19" fmla="*/ 49 h 274"/>
                  <a:gd name="T20" fmla="*/ 208 w 374"/>
                  <a:gd name="T21" fmla="*/ 119 h 274"/>
                  <a:gd name="T22" fmla="*/ 5 w 374"/>
                  <a:gd name="T23" fmla="*/ 272 h 274"/>
                  <a:gd name="T24" fmla="*/ 4 w 374"/>
                  <a:gd name="T25" fmla="*/ 273 h 274"/>
                  <a:gd name="T26" fmla="*/ 2 w 374"/>
                  <a:gd name="T27" fmla="*/ 272 h 274"/>
                  <a:gd name="T28" fmla="*/ 1 w 374"/>
                  <a:gd name="T29" fmla="*/ 269 h 274"/>
                  <a:gd name="T30" fmla="*/ 161 w 374"/>
                  <a:gd name="T31" fmla="*/ 69 h 274"/>
                  <a:gd name="T32" fmla="*/ 338 w 374"/>
                  <a:gd name="T33" fmla="*/ 0 h 274"/>
                  <a:gd name="T34" fmla="*/ 341 w 374"/>
                  <a:gd name="T35" fmla="*/ 2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74" h="274">
                    <a:moveTo>
                      <a:pt x="205" y="114"/>
                    </a:moveTo>
                    <a:cubicBezTo>
                      <a:pt x="243" y="97"/>
                      <a:pt x="345" y="54"/>
                      <a:pt x="365" y="45"/>
                    </a:cubicBezTo>
                    <a:lnTo>
                      <a:pt x="338" y="7"/>
                    </a:lnTo>
                    <a:cubicBezTo>
                      <a:pt x="322" y="11"/>
                      <a:pt x="221" y="40"/>
                      <a:pt x="164" y="74"/>
                    </a:cubicBezTo>
                    <a:cubicBezTo>
                      <a:pt x="122" y="100"/>
                      <a:pt x="45" y="212"/>
                      <a:pt x="17" y="255"/>
                    </a:cubicBezTo>
                    <a:cubicBezTo>
                      <a:pt x="59" y="221"/>
                      <a:pt x="171" y="129"/>
                      <a:pt x="205" y="114"/>
                    </a:cubicBezTo>
                    <a:close/>
                    <a:moveTo>
                      <a:pt x="341" y="2"/>
                    </a:moveTo>
                    <a:lnTo>
                      <a:pt x="373" y="45"/>
                    </a:lnTo>
                    <a:cubicBezTo>
                      <a:pt x="373" y="46"/>
                      <a:pt x="373" y="46"/>
                      <a:pt x="373" y="47"/>
                    </a:cubicBezTo>
                    <a:cubicBezTo>
                      <a:pt x="373" y="49"/>
                      <a:pt x="372" y="49"/>
                      <a:pt x="371" y="49"/>
                    </a:cubicBezTo>
                    <a:cubicBezTo>
                      <a:pt x="370" y="50"/>
                      <a:pt x="249" y="101"/>
                      <a:pt x="208" y="119"/>
                    </a:cubicBezTo>
                    <a:cubicBezTo>
                      <a:pt x="167" y="138"/>
                      <a:pt x="7" y="272"/>
                      <a:pt x="5" y="272"/>
                    </a:cubicBezTo>
                    <a:cubicBezTo>
                      <a:pt x="5" y="273"/>
                      <a:pt x="5" y="273"/>
                      <a:pt x="4" y="273"/>
                    </a:cubicBezTo>
                    <a:cubicBezTo>
                      <a:pt x="3" y="273"/>
                      <a:pt x="2" y="273"/>
                      <a:pt x="2" y="272"/>
                    </a:cubicBezTo>
                    <a:cubicBezTo>
                      <a:pt x="1" y="272"/>
                      <a:pt x="0" y="270"/>
                      <a:pt x="1" y="269"/>
                    </a:cubicBezTo>
                    <a:cubicBezTo>
                      <a:pt x="5" y="262"/>
                      <a:pt x="107" y="102"/>
                      <a:pt x="161" y="69"/>
                    </a:cubicBezTo>
                    <a:cubicBezTo>
                      <a:pt x="224" y="32"/>
                      <a:pt x="337" y="1"/>
                      <a:pt x="338" y="0"/>
                    </a:cubicBezTo>
                    <a:cubicBezTo>
                      <a:pt x="339" y="0"/>
                      <a:pt x="341" y="0"/>
                      <a:pt x="341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4" name="isḷîḑe">
                <a:extLst>
                  <a:ext uri="{FF2B5EF4-FFF2-40B4-BE49-F238E27FC236}">
                    <a16:creationId xmlns:a16="http://schemas.microsoft.com/office/drawing/2014/main" id="{30B01714-2268-4662-BA87-D6B1B3B8165C}"/>
                  </a:ext>
                </a:extLst>
              </p:cNvPr>
              <p:cNvSpPr/>
              <p:nvPr/>
            </p:nvSpPr>
            <p:spPr bwMode="auto">
              <a:xfrm>
                <a:off x="4308929" y="4901750"/>
                <a:ext cx="1473651" cy="1953430"/>
              </a:xfrm>
              <a:custGeom>
                <a:avLst/>
                <a:gdLst>
                  <a:gd name="T0" fmla="*/ 645 w 755"/>
                  <a:gd name="T1" fmla="*/ 227 h 999"/>
                  <a:gd name="T2" fmla="*/ 731 w 755"/>
                  <a:gd name="T3" fmla="*/ 476 h 999"/>
                  <a:gd name="T4" fmla="*/ 749 w 755"/>
                  <a:gd name="T5" fmla="*/ 998 h 999"/>
                  <a:gd name="T6" fmla="*/ 35 w 755"/>
                  <a:gd name="T7" fmla="*/ 998 h 999"/>
                  <a:gd name="T8" fmla="*/ 25 w 755"/>
                  <a:gd name="T9" fmla="*/ 753 h 999"/>
                  <a:gd name="T10" fmla="*/ 0 w 755"/>
                  <a:gd name="T11" fmla="*/ 290 h 999"/>
                  <a:gd name="T12" fmla="*/ 140 w 755"/>
                  <a:gd name="T13" fmla="*/ 144 h 999"/>
                  <a:gd name="T14" fmla="*/ 214 w 755"/>
                  <a:gd name="T15" fmla="*/ 85 h 999"/>
                  <a:gd name="T16" fmla="*/ 416 w 755"/>
                  <a:gd name="T17" fmla="*/ 0 h 999"/>
                  <a:gd name="T18" fmla="*/ 511 w 755"/>
                  <a:gd name="T19" fmla="*/ 51 h 999"/>
                  <a:gd name="T20" fmla="*/ 645 w 755"/>
                  <a:gd name="T21" fmla="*/ 227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5" h="999">
                    <a:moveTo>
                      <a:pt x="645" y="227"/>
                    </a:moveTo>
                    <a:cubicBezTo>
                      <a:pt x="667" y="282"/>
                      <a:pt x="716" y="420"/>
                      <a:pt x="731" y="476"/>
                    </a:cubicBezTo>
                    <a:cubicBezTo>
                      <a:pt x="754" y="558"/>
                      <a:pt x="749" y="998"/>
                      <a:pt x="749" y="998"/>
                    </a:cubicBezTo>
                    <a:lnTo>
                      <a:pt x="35" y="998"/>
                    </a:lnTo>
                    <a:cubicBezTo>
                      <a:pt x="35" y="998"/>
                      <a:pt x="43" y="795"/>
                      <a:pt x="25" y="753"/>
                    </a:cubicBezTo>
                    <a:cubicBezTo>
                      <a:pt x="6" y="713"/>
                      <a:pt x="0" y="302"/>
                      <a:pt x="0" y="290"/>
                    </a:cubicBezTo>
                    <a:cubicBezTo>
                      <a:pt x="0" y="278"/>
                      <a:pt x="128" y="160"/>
                      <a:pt x="140" y="144"/>
                    </a:cubicBezTo>
                    <a:cubicBezTo>
                      <a:pt x="152" y="128"/>
                      <a:pt x="171" y="116"/>
                      <a:pt x="214" y="85"/>
                    </a:cubicBezTo>
                    <a:cubicBezTo>
                      <a:pt x="257" y="54"/>
                      <a:pt x="416" y="0"/>
                      <a:pt x="416" y="0"/>
                    </a:cubicBezTo>
                    <a:lnTo>
                      <a:pt x="511" y="51"/>
                    </a:lnTo>
                    <a:cubicBezTo>
                      <a:pt x="542" y="76"/>
                      <a:pt x="622" y="171"/>
                      <a:pt x="645" y="227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5" name="îṥḻîḋê">
                <a:extLst>
                  <a:ext uri="{FF2B5EF4-FFF2-40B4-BE49-F238E27FC236}">
                    <a16:creationId xmlns:a16="http://schemas.microsoft.com/office/drawing/2014/main" id="{EB56FC34-B3C6-48FE-BB68-ADDD1903CA10}"/>
                  </a:ext>
                </a:extLst>
              </p:cNvPr>
              <p:cNvSpPr/>
              <p:nvPr/>
            </p:nvSpPr>
            <p:spPr bwMode="auto">
              <a:xfrm>
                <a:off x="4300308" y="4893147"/>
                <a:ext cx="1490892" cy="1962033"/>
              </a:xfrm>
              <a:custGeom>
                <a:avLst/>
                <a:gdLst>
                  <a:gd name="T0" fmla="*/ 652 w 762"/>
                  <a:gd name="T1" fmla="*/ 229 h 1006"/>
                  <a:gd name="T2" fmla="*/ 738 w 762"/>
                  <a:gd name="T3" fmla="*/ 479 h 1006"/>
                  <a:gd name="T4" fmla="*/ 757 w 762"/>
                  <a:gd name="T5" fmla="*/ 1002 h 1006"/>
                  <a:gd name="T6" fmla="*/ 754 w 762"/>
                  <a:gd name="T7" fmla="*/ 1005 h 1006"/>
                  <a:gd name="T8" fmla="*/ 754 w 762"/>
                  <a:gd name="T9" fmla="*/ 1005 h 1006"/>
                  <a:gd name="T10" fmla="*/ 750 w 762"/>
                  <a:gd name="T11" fmla="*/ 1002 h 1006"/>
                  <a:gd name="T12" fmla="*/ 732 w 762"/>
                  <a:gd name="T13" fmla="*/ 480 h 1006"/>
                  <a:gd name="T14" fmla="*/ 646 w 762"/>
                  <a:gd name="T15" fmla="*/ 231 h 1006"/>
                  <a:gd name="T16" fmla="*/ 513 w 762"/>
                  <a:gd name="T17" fmla="*/ 58 h 1006"/>
                  <a:gd name="T18" fmla="*/ 420 w 762"/>
                  <a:gd name="T19" fmla="*/ 7 h 1006"/>
                  <a:gd name="T20" fmla="*/ 219 w 762"/>
                  <a:gd name="T21" fmla="*/ 91 h 1006"/>
                  <a:gd name="T22" fmla="*/ 207 w 762"/>
                  <a:gd name="T23" fmla="*/ 100 h 1006"/>
                  <a:gd name="T24" fmla="*/ 146 w 762"/>
                  <a:gd name="T25" fmla="*/ 150 h 1006"/>
                  <a:gd name="T26" fmla="*/ 96 w 762"/>
                  <a:gd name="T27" fmla="*/ 200 h 1006"/>
                  <a:gd name="T28" fmla="*/ 6 w 762"/>
                  <a:gd name="T29" fmla="*/ 294 h 1006"/>
                  <a:gd name="T30" fmla="*/ 31 w 762"/>
                  <a:gd name="T31" fmla="*/ 757 h 1006"/>
                  <a:gd name="T32" fmla="*/ 42 w 762"/>
                  <a:gd name="T33" fmla="*/ 1002 h 1006"/>
                  <a:gd name="T34" fmla="*/ 39 w 762"/>
                  <a:gd name="T35" fmla="*/ 1005 h 1006"/>
                  <a:gd name="T36" fmla="*/ 36 w 762"/>
                  <a:gd name="T37" fmla="*/ 1002 h 1006"/>
                  <a:gd name="T38" fmla="*/ 25 w 762"/>
                  <a:gd name="T39" fmla="*/ 759 h 1006"/>
                  <a:gd name="T40" fmla="*/ 0 w 762"/>
                  <a:gd name="T41" fmla="*/ 294 h 1006"/>
                  <a:gd name="T42" fmla="*/ 92 w 762"/>
                  <a:gd name="T43" fmla="*/ 196 h 1006"/>
                  <a:gd name="T44" fmla="*/ 141 w 762"/>
                  <a:gd name="T45" fmla="*/ 146 h 1006"/>
                  <a:gd name="T46" fmla="*/ 204 w 762"/>
                  <a:gd name="T47" fmla="*/ 94 h 1006"/>
                  <a:gd name="T48" fmla="*/ 216 w 762"/>
                  <a:gd name="T49" fmla="*/ 85 h 1006"/>
                  <a:gd name="T50" fmla="*/ 419 w 762"/>
                  <a:gd name="T51" fmla="*/ 0 h 1006"/>
                  <a:gd name="T52" fmla="*/ 422 w 762"/>
                  <a:gd name="T53" fmla="*/ 1 h 1006"/>
                  <a:gd name="T54" fmla="*/ 516 w 762"/>
                  <a:gd name="T55" fmla="*/ 53 h 1006"/>
                  <a:gd name="T56" fmla="*/ 517 w 762"/>
                  <a:gd name="T57" fmla="*/ 53 h 1006"/>
                  <a:gd name="T58" fmla="*/ 652 w 762"/>
                  <a:gd name="T59" fmla="*/ 229 h 10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62" h="1006">
                    <a:moveTo>
                      <a:pt x="652" y="229"/>
                    </a:moveTo>
                    <a:cubicBezTo>
                      <a:pt x="675" y="285"/>
                      <a:pt x="723" y="424"/>
                      <a:pt x="738" y="479"/>
                    </a:cubicBezTo>
                    <a:cubicBezTo>
                      <a:pt x="761" y="561"/>
                      <a:pt x="757" y="984"/>
                      <a:pt x="757" y="1002"/>
                    </a:cubicBezTo>
                    <a:cubicBezTo>
                      <a:pt x="757" y="1004"/>
                      <a:pt x="756" y="1005"/>
                      <a:pt x="754" y="1005"/>
                    </a:cubicBezTo>
                    <a:lnTo>
                      <a:pt x="754" y="1005"/>
                    </a:lnTo>
                    <a:cubicBezTo>
                      <a:pt x="752" y="1005"/>
                      <a:pt x="750" y="1004"/>
                      <a:pt x="750" y="1002"/>
                    </a:cubicBezTo>
                    <a:cubicBezTo>
                      <a:pt x="751" y="998"/>
                      <a:pt x="755" y="561"/>
                      <a:pt x="732" y="480"/>
                    </a:cubicBezTo>
                    <a:cubicBezTo>
                      <a:pt x="718" y="426"/>
                      <a:pt x="669" y="287"/>
                      <a:pt x="646" y="231"/>
                    </a:cubicBezTo>
                    <a:cubicBezTo>
                      <a:pt x="624" y="177"/>
                      <a:pt x="544" y="83"/>
                      <a:pt x="513" y="58"/>
                    </a:cubicBezTo>
                    <a:lnTo>
                      <a:pt x="420" y="7"/>
                    </a:lnTo>
                    <a:cubicBezTo>
                      <a:pt x="405" y="12"/>
                      <a:pt x="260" y="62"/>
                      <a:pt x="219" y="91"/>
                    </a:cubicBezTo>
                    <a:lnTo>
                      <a:pt x="207" y="100"/>
                    </a:lnTo>
                    <a:cubicBezTo>
                      <a:pt x="173" y="124"/>
                      <a:pt x="157" y="135"/>
                      <a:pt x="146" y="150"/>
                    </a:cubicBezTo>
                    <a:cubicBezTo>
                      <a:pt x="141" y="156"/>
                      <a:pt x="122" y="175"/>
                      <a:pt x="96" y="200"/>
                    </a:cubicBezTo>
                    <a:cubicBezTo>
                      <a:pt x="61" y="234"/>
                      <a:pt x="8" y="287"/>
                      <a:pt x="6" y="294"/>
                    </a:cubicBezTo>
                    <a:cubicBezTo>
                      <a:pt x="6" y="322"/>
                      <a:pt x="13" y="717"/>
                      <a:pt x="31" y="757"/>
                    </a:cubicBezTo>
                    <a:cubicBezTo>
                      <a:pt x="49" y="798"/>
                      <a:pt x="43" y="994"/>
                      <a:pt x="42" y="1002"/>
                    </a:cubicBezTo>
                    <a:cubicBezTo>
                      <a:pt x="42" y="1004"/>
                      <a:pt x="40" y="1005"/>
                      <a:pt x="39" y="1005"/>
                    </a:cubicBezTo>
                    <a:cubicBezTo>
                      <a:pt x="37" y="1005"/>
                      <a:pt x="36" y="1004"/>
                      <a:pt x="36" y="1002"/>
                    </a:cubicBezTo>
                    <a:cubicBezTo>
                      <a:pt x="36" y="1000"/>
                      <a:pt x="43" y="799"/>
                      <a:pt x="25" y="759"/>
                    </a:cubicBezTo>
                    <a:cubicBezTo>
                      <a:pt x="6" y="717"/>
                      <a:pt x="0" y="298"/>
                      <a:pt x="0" y="294"/>
                    </a:cubicBezTo>
                    <a:cubicBezTo>
                      <a:pt x="0" y="287"/>
                      <a:pt x="28" y="258"/>
                      <a:pt x="92" y="196"/>
                    </a:cubicBezTo>
                    <a:cubicBezTo>
                      <a:pt x="116" y="172"/>
                      <a:pt x="137" y="152"/>
                      <a:pt x="141" y="146"/>
                    </a:cubicBezTo>
                    <a:cubicBezTo>
                      <a:pt x="153" y="131"/>
                      <a:pt x="168" y="119"/>
                      <a:pt x="204" y="94"/>
                    </a:cubicBezTo>
                    <a:lnTo>
                      <a:pt x="216" y="85"/>
                    </a:lnTo>
                    <a:cubicBezTo>
                      <a:pt x="259" y="55"/>
                      <a:pt x="412" y="3"/>
                      <a:pt x="419" y="0"/>
                    </a:cubicBezTo>
                    <a:cubicBezTo>
                      <a:pt x="420" y="0"/>
                      <a:pt x="421" y="0"/>
                      <a:pt x="422" y="1"/>
                    </a:cubicBezTo>
                    <a:lnTo>
                      <a:pt x="516" y="53"/>
                    </a:lnTo>
                    <a:cubicBezTo>
                      <a:pt x="516" y="53"/>
                      <a:pt x="516" y="53"/>
                      <a:pt x="517" y="53"/>
                    </a:cubicBezTo>
                    <a:cubicBezTo>
                      <a:pt x="548" y="78"/>
                      <a:pt x="629" y="174"/>
                      <a:pt x="652" y="229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6" name="íṣḻídé">
                <a:extLst>
                  <a:ext uri="{FF2B5EF4-FFF2-40B4-BE49-F238E27FC236}">
                    <a16:creationId xmlns:a16="http://schemas.microsoft.com/office/drawing/2014/main" id="{4BA5DFFF-CC5A-4CA1-9CB1-E00AC1C90330}"/>
                  </a:ext>
                </a:extLst>
              </p:cNvPr>
              <p:cNvSpPr/>
              <p:nvPr/>
            </p:nvSpPr>
            <p:spPr bwMode="auto">
              <a:xfrm>
                <a:off x="3335108" y="5813923"/>
                <a:ext cx="586014" cy="344216"/>
              </a:xfrm>
              <a:custGeom>
                <a:avLst/>
                <a:gdLst>
                  <a:gd name="T0" fmla="*/ 181 w 300"/>
                  <a:gd name="T1" fmla="*/ 42 h 177"/>
                  <a:gd name="T2" fmla="*/ 293 w 300"/>
                  <a:gd name="T3" fmla="*/ 56 h 177"/>
                  <a:gd name="T4" fmla="*/ 293 w 300"/>
                  <a:gd name="T5" fmla="*/ 162 h 177"/>
                  <a:gd name="T6" fmla="*/ 264 w 300"/>
                  <a:gd name="T7" fmla="*/ 168 h 177"/>
                  <a:gd name="T8" fmla="*/ 194 w 300"/>
                  <a:gd name="T9" fmla="*/ 174 h 177"/>
                  <a:gd name="T10" fmla="*/ 113 w 300"/>
                  <a:gd name="T11" fmla="*/ 168 h 177"/>
                  <a:gd name="T12" fmla="*/ 0 w 300"/>
                  <a:gd name="T13" fmla="*/ 85 h 177"/>
                  <a:gd name="T14" fmla="*/ 24 w 300"/>
                  <a:gd name="T15" fmla="*/ 8 h 177"/>
                  <a:gd name="T16" fmla="*/ 103 w 300"/>
                  <a:gd name="T17" fmla="*/ 8 h 177"/>
                  <a:gd name="T18" fmla="*/ 181 w 300"/>
                  <a:gd name="T19" fmla="*/ 42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0" h="177">
                    <a:moveTo>
                      <a:pt x="181" y="42"/>
                    </a:moveTo>
                    <a:cubicBezTo>
                      <a:pt x="204" y="67"/>
                      <a:pt x="293" y="56"/>
                      <a:pt x="293" y="56"/>
                    </a:cubicBezTo>
                    <a:cubicBezTo>
                      <a:pt x="293" y="56"/>
                      <a:pt x="299" y="149"/>
                      <a:pt x="293" y="162"/>
                    </a:cubicBezTo>
                    <a:cubicBezTo>
                      <a:pt x="286" y="174"/>
                      <a:pt x="264" y="168"/>
                      <a:pt x="264" y="168"/>
                    </a:cubicBezTo>
                    <a:lnTo>
                      <a:pt x="194" y="174"/>
                    </a:lnTo>
                    <a:cubicBezTo>
                      <a:pt x="194" y="174"/>
                      <a:pt x="129" y="176"/>
                      <a:pt x="113" y="168"/>
                    </a:cubicBezTo>
                    <a:cubicBezTo>
                      <a:pt x="99" y="159"/>
                      <a:pt x="0" y="85"/>
                      <a:pt x="0" y="85"/>
                    </a:cubicBezTo>
                    <a:cubicBezTo>
                      <a:pt x="0" y="85"/>
                      <a:pt x="16" y="13"/>
                      <a:pt x="24" y="8"/>
                    </a:cubicBezTo>
                    <a:cubicBezTo>
                      <a:pt x="32" y="4"/>
                      <a:pt x="91" y="0"/>
                      <a:pt x="103" y="8"/>
                    </a:cubicBezTo>
                    <a:cubicBezTo>
                      <a:pt x="115" y="16"/>
                      <a:pt x="158" y="16"/>
                      <a:pt x="181" y="4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7" name="îS1îḋê">
                <a:extLst>
                  <a:ext uri="{FF2B5EF4-FFF2-40B4-BE49-F238E27FC236}">
                    <a16:creationId xmlns:a16="http://schemas.microsoft.com/office/drawing/2014/main" id="{F6AB44FE-7E1F-48A3-B7A4-476FF02D2C1C}"/>
                  </a:ext>
                </a:extLst>
              </p:cNvPr>
              <p:cNvSpPr/>
              <p:nvPr/>
            </p:nvSpPr>
            <p:spPr bwMode="auto">
              <a:xfrm>
                <a:off x="3317872" y="5813923"/>
                <a:ext cx="603250" cy="344216"/>
              </a:xfrm>
              <a:custGeom>
                <a:avLst/>
                <a:gdLst>
                  <a:gd name="T0" fmla="*/ 295 w 307"/>
                  <a:gd name="T1" fmla="*/ 159 h 177"/>
                  <a:gd name="T2" fmla="*/ 295 w 307"/>
                  <a:gd name="T3" fmla="*/ 58 h 177"/>
                  <a:gd name="T4" fmla="*/ 257 w 307"/>
                  <a:gd name="T5" fmla="*/ 61 h 177"/>
                  <a:gd name="T6" fmla="*/ 183 w 307"/>
                  <a:gd name="T7" fmla="*/ 43 h 177"/>
                  <a:gd name="T8" fmla="*/ 128 w 307"/>
                  <a:gd name="T9" fmla="*/ 17 h 177"/>
                  <a:gd name="T10" fmla="*/ 106 w 307"/>
                  <a:gd name="T11" fmla="*/ 10 h 177"/>
                  <a:gd name="T12" fmla="*/ 74 w 307"/>
                  <a:gd name="T13" fmla="*/ 6 h 177"/>
                  <a:gd name="T14" fmla="*/ 29 w 307"/>
                  <a:gd name="T15" fmla="*/ 10 h 177"/>
                  <a:gd name="T16" fmla="*/ 7 w 307"/>
                  <a:gd name="T17" fmla="*/ 83 h 177"/>
                  <a:gd name="T18" fmla="*/ 119 w 307"/>
                  <a:gd name="T19" fmla="*/ 164 h 177"/>
                  <a:gd name="T20" fmla="*/ 180 w 307"/>
                  <a:gd name="T21" fmla="*/ 170 h 177"/>
                  <a:gd name="T22" fmla="*/ 198 w 307"/>
                  <a:gd name="T23" fmla="*/ 170 h 177"/>
                  <a:gd name="T24" fmla="*/ 268 w 307"/>
                  <a:gd name="T25" fmla="*/ 164 h 177"/>
                  <a:gd name="T26" fmla="*/ 269 w 307"/>
                  <a:gd name="T27" fmla="*/ 164 h 177"/>
                  <a:gd name="T28" fmla="*/ 281 w 307"/>
                  <a:gd name="T29" fmla="*/ 165 h 177"/>
                  <a:gd name="T30" fmla="*/ 295 w 307"/>
                  <a:gd name="T31" fmla="*/ 159 h 177"/>
                  <a:gd name="T32" fmla="*/ 300 w 307"/>
                  <a:gd name="T33" fmla="*/ 53 h 177"/>
                  <a:gd name="T34" fmla="*/ 300 w 307"/>
                  <a:gd name="T35" fmla="*/ 55 h 177"/>
                  <a:gd name="T36" fmla="*/ 300 w 307"/>
                  <a:gd name="T37" fmla="*/ 162 h 177"/>
                  <a:gd name="T38" fmla="*/ 281 w 307"/>
                  <a:gd name="T39" fmla="*/ 171 h 177"/>
                  <a:gd name="T40" fmla="*/ 268 w 307"/>
                  <a:gd name="T41" fmla="*/ 170 h 177"/>
                  <a:gd name="T42" fmla="*/ 198 w 307"/>
                  <a:gd name="T43" fmla="*/ 176 h 177"/>
                  <a:gd name="T44" fmla="*/ 180 w 307"/>
                  <a:gd name="T45" fmla="*/ 176 h 177"/>
                  <a:gd name="T46" fmla="*/ 116 w 307"/>
                  <a:gd name="T47" fmla="*/ 169 h 177"/>
                  <a:gd name="T48" fmla="*/ 1 w 307"/>
                  <a:gd name="T49" fmla="*/ 86 h 177"/>
                  <a:gd name="T50" fmla="*/ 1 w 307"/>
                  <a:gd name="T51" fmla="*/ 83 h 177"/>
                  <a:gd name="T52" fmla="*/ 27 w 307"/>
                  <a:gd name="T53" fmla="*/ 5 h 177"/>
                  <a:gd name="T54" fmla="*/ 74 w 307"/>
                  <a:gd name="T55" fmla="*/ 0 h 177"/>
                  <a:gd name="T56" fmla="*/ 109 w 307"/>
                  <a:gd name="T57" fmla="*/ 5 h 177"/>
                  <a:gd name="T58" fmla="*/ 129 w 307"/>
                  <a:gd name="T59" fmla="*/ 12 h 177"/>
                  <a:gd name="T60" fmla="*/ 188 w 307"/>
                  <a:gd name="T61" fmla="*/ 39 h 177"/>
                  <a:gd name="T62" fmla="*/ 257 w 307"/>
                  <a:gd name="T63" fmla="*/ 54 h 177"/>
                  <a:gd name="T64" fmla="*/ 297 w 307"/>
                  <a:gd name="T65" fmla="*/ 52 h 177"/>
                  <a:gd name="T66" fmla="*/ 300 w 307"/>
                  <a:gd name="T67" fmla="*/ 53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07" h="177">
                    <a:moveTo>
                      <a:pt x="295" y="159"/>
                    </a:moveTo>
                    <a:cubicBezTo>
                      <a:pt x="299" y="151"/>
                      <a:pt x="297" y="96"/>
                      <a:pt x="295" y="58"/>
                    </a:cubicBezTo>
                    <a:cubicBezTo>
                      <a:pt x="288" y="59"/>
                      <a:pt x="274" y="61"/>
                      <a:pt x="257" y="61"/>
                    </a:cubicBezTo>
                    <a:cubicBezTo>
                      <a:pt x="219" y="61"/>
                      <a:pt x="194" y="54"/>
                      <a:pt x="183" y="43"/>
                    </a:cubicBezTo>
                    <a:cubicBezTo>
                      <a:pt x="169" y="27"/>
                      <a:pt x="147" y="22"/>
                      <a:pt x="128" y="17"/>
                    </a:cubicBezTo>
                    <a:cubicBezTo>
                      <a:pt x="118" y="15"/>
                      <a:pt x="110" y="13"/>
                      <a:pt x="106" y="10"/>
                    </a:cubicBezTo>
                    <a:cubicBezTo>
                      <a:pt x="101" y="7"/>
                      <a:pt x="90" y="6"/>
                      <a:pt x="74" y="6"/>
                    </a:cubicBezTo>
                    <a:cubicBezTo>
                      <a:pt x="55" y="6"/>
                      <a:pt x="34" y="8"/>
                      <a:pt x="29" y="10"/>
                    </a:cubicBezTo>
                    <a:cubicBezTo>
                      <a:pt x="25" y="13"/>
                      <a:pt x="14" y="50"/>
                      <a:pt x="7" y="83"/>
                    </a:cubicBezTo>
                    <a:cubicBezTo>
                      <a:pt x="20" y="92"/>
                      <a:pt x="106" y="157"/>
                      <a:pt x="119" y="164"/>
                    </a:cubicBezTo>
                    <a:cubicBezTo>
                      <a:pt x="125" y="168"/>
                      <a:pt x="148" y="170"/>
                      <a:pt x="180" y="170"/>
                    </a:cubicBezTo>
                    <a:cubicBezTo>
                      <a:pt x="191" y="170"/>
                      <a:pt x="198" y="170"/>
                      <a:pt x="198" y="170"/>
                    </a:cubicBezTo>
                    <a:lnTo>
                      <a:pt x="268" y="164"/>
                    </a:lnTo>
                    <a:lnTo>
                      <a:pt x="269" y="164"/>
                    </a:lnTo>
                    <a:cubicBezTo>
                      <a:pt x="269" y="164"/>
                      <a:pt x="274" y="165"/>
                      <a:pt x="281" y="165"/>
                    </a:cubicBezTo>
                    <a:cubicBezTo>
                      <a:pt x="288" y="165"/>
                      <a:pt x="293" y="163"/>
                      <a:pt x="295" y="159"/>
                    </a:cubicBezTo>
                    <a:close/>
                    <a:moveTo>
                      <a:pt x="300" y="53"/>
                    </a:moveTo>
                    <a:cubicBezTo>
                      <a:pt x="300" y="54"/>
                      <a:pt x="300" y="54"/>
                      <a:pt x="300" y="55"/>
                    </a:cubicBezTo>
                    <a:cubicBezTo>
                      <a:pt x="301" y="64"/>
                      <a:pt x="306" y="149"/>
                      <a:pt x="300" y="162"/>
                    </a:cubicBezTo>
                    <a:cubicBezTo>
                      <a:pt x="297" y="168"/>
                      <a:pt x="290" y="171"/>
                      <a:pt x="281" y="171"/>
                    </a:cubicBezTo>
                    <a:cubicBezTo>
                      <a:pt x="275" y="171"/>
                      <a:pt x="270" y="171"/>
                      <a:pt x="268" y="170"/>
                    </a:cubicBezTo>
                    <a:lnTo>
                      <a:pt x="198" y="176"/>
                    </a:lnTo>
                    <a:cubicBezTo>
                      <a:pt x="198" y="176"/>
                      <a:pt x="191" y="176"/>
                      <a:pt x="180" y="176"/>
                    </a:cubicBezTo>
                    <a:cubicBezTo>
                      <a:pt x="157" y="176"/>
                      <a:pt x="126" y="175"/>
                      <a:pt x="116" y="169"/>
                    </a:cubicBezTo>
                    <a:cubicBezTo>
                      <a:pt x="101" y="162"/>
                      <a:pt x="6" y="89"/>
                      <a:pt x="1" y="86"/>
                    </a:cubicBezTo>
                    <a:cubicBezTo>
                      <a:pt x="1" y="86"/>
                      <a:pt x="0" y="85"/>
                      <a:pt x="1" y="83"/>
                    </a:cubicBezTo>
                    <a:cubicBezTo>
                      <a:pt x="6" y="61"/>
                      <a:pt x="18" y="9"/>
                      <a:pt x="27" y="5"/>
                    </a:cubicBezTo>
                    <a:cubicBezTo>
                      <a:pt x="33" y="2"/>
                      <a:pt x="55" y="0"/>
                      <a:pt x="74" y="0"/>
                    </a:cubicBezTo>
                    <a:cubicBezTo>
                      <a:pt x="87" y="0"/>
                      <a:pt x="102" y="1"/>
                      <a:pt x="109" y="5"/>
                    </a:cubicBezTo>
                    <a:cubicBezTo>
                      <a:pt x="112" y="7"/>
                      <a:pt x="120" y="10"/>
                      <a:pt x="129" y="12"/>
                    </a:cubicBezTo>
                    <a:cubicBezTo>
                      <a:pt x="147" y="16"/>
                      <a:pt x="173" y="22"/>
                      <a:pt x="188" y="39"/>
                    </a:cubicBezTo>
                    <a:cubicBezTo>
                      <a:pt x="198" y="49"/>
                      <a:pt x="221" y="54"/>
                      <a:pt x="257" y="54"/>
                    </a:cubicBezTo>
                    <a:cubicBezTo>
                      <a:pt x="279" y="54"/>
                      <a:pt x="297" y="52"/>
                      <a:pt x="297" y="52"/>
                    </a:cubicBezTo>
                    <a:cubicBezTo>
                      <a:pt x="298" y="52"/>
                      <a:pt x="299" y="52"/>
                      <a:pt x="300" y="5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8" name="îşḻîdè">
                <a:extLst>
                  <a:ext uri="{FF2B5EF4-FFF2-40B4-BE49-F238E27FC236}">
                    <a16:creationId xmlns:a16="http://schemas.microsoft.com/office/drawing/2014/main" id="{604049B6-F239-47D7-8A9F-FB657FEA5625}"/>
                  </a:ext>
                </a:extLst>
              </p:cNvPr>
              <p:cNvSpPr/>
              <p:nvPr/>
            </p:nvSpPr>
            <p:spPr bwMode="auto">
              <a:xfrm>
                <a:off x="2766329" y="5383653"/>
                <a:ext cx="861786" cy="929384"/>
              </a:xfrm>
              <a:custGeom>
                <a:avLst/>
                <a:gdLst>
                  <a:gd name="T0" fmla="*/ 0 w 441"/>
                  <a:gd name="T1" fmla="*/ 89 h 475"/>
                  <a:gd name="T2" fmla="*/ 177 w 441"/>
                  <a:gd name="T3" fmla="*/ 0 h 475"/>
                  <a:gd name="T4" fmla="*/ 440 w 441"/>
                  <a:gd name="T5" fmla="*/ 370 h 475"/>
                  <a:gd name="T6" fmla="*/ 314 w 441"/>
                  <a:gd name="T7" fmla="*/ 474 h 475"/>
                  <a:gd name="T8" fmla="*/ 128 w 441"/>
                  <a:gd name="T9" fmla="*/ 269 h 475"/>
                  <a:gd name="T10" fmla="*/ 0 w 441"/>
                  <a:gd name="T11" fmla="*/ 89 h 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1" h="475">
                    <a:moveTo>
                      <a:pt x="0" y="89"/>
                    </a:moveTo>
                    <a:lnTo>
                      <a:pt x="177" y="0"/>
                    </a:lnTo>
                    <a:lnTo>
                      <a:pt x="440" y="370"/>
                    </a:lnTo>
                    <a:lnTo>
                      <a:pt x="314" y="474"/>
                    </a:lnTo>
                    <a:lnTo>
                      <a:pt x="128" y="269"/>
                    </a:lnTo>
                    <a:lnTo>
                      <a:pt x="0" y="8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69" name="íṥḻiḋe">
                <a:extLst>
                  <a:ext uri="{FF2B5EF4-FFF2-40B4-BE49-F238E27FC236}">
                    <a16:creationId xmlns:a16="http://schemas.microsoft.com/office/drawing/2014/main" id="{76BD81F9-FB09-4754-A6D8-D72C4084C249}"/>
                  </a:ext>
                </a:extLst>
              </p:cNvPr>
              <p:cNvSpPr/>
              <p:nvPr/>
            </p:nvSpPr>
            <p:spPr bwMode="auto">
              <a:xfrm>
                <a:off x="2757714" y="5383653"/>
                <a:ext cx="870401" cy="937992"/>
              </a:xfrm>
              <a:custGeom>
                <a:avLst/>
                <a:gdLst>
                  <a:gd name="T0" fmla="*/ 317 w 447"/>
                  <a:gd name="T1" fmla="*/ 473 h 481"/>
                  <a:gd name="T2" fmla="*/ 439 w 447"/>
                  <a:gd name="T3" fmla="*/ 373 h 481"/>
                  <a:gd name="T4" fmla="*/ 180 w 447"/>
                  <a:gd name="T5" fmla="*/ 7 h 481"/>
                  <a:gd name="T6" fmla="*/ 7 w 447"/>
                  <a:gd name="T7" fmla="*/ 93 h 481"/>
                  <a:gd name="T8" fmla="*/ 133 w 447"/>
                  <a:gd name="T9" fmla="*/ 270 h 481"/>
                  <a:gd name="T10" fmla="*/ 317 w 447"/>
                  <a:gd name="T11" fmla="*/ 473 h 481"/>
                  <a:gd name="T12" fmla="*/ 183 w 447"/>
                  <a:gd name="T13" fmla="*/ 2 h 481"/>
                  <a:gd name="T14" fmla="*/ 446 w 447"/>
                  <a:gd name="T15" fmla="*/ 372 h 481"/>
                  <a:gd name="T16" fmla="*/ 445 w 447"/>
                  <a:gd name="T17" fmla="*/ 376 h 481"/>
                  <a:gd name="T18" fmla="*/ 319 w 447"/>
                  <a:gd name="T19" fmla="*/ 479 h 481"/>
                  <a:gd name="T20" fmla="*/ 317 w 447"/>
                  <a:gd name="T21" fmla="*/ 480 h 481"/>
                  <a:gd name="T22" fmla="*/ 315 w 447"/>
                  <a:gd name="T23" fmla="*/ 479 h 481"/>
                  <a:gd name="T24" fmla="*/ 129 w 447"/>
                  <a:gd name="T25" fmla="*/ 274 h 481"/>
                  <a:gd name="T26" fmla="*/ 128 w 447"/>
                  <a:gd name="T27" fmla="*/ 274 h 481"/>
                  <a:gd name="T28" fmla="*/ 0 w 447"/>
                  <a:gd name="T29" fmla="*/ 94 h 481"/>
                  <a:gd name="T30" fmla="*/ 0 w 447"/>
                  <a:gd name="T31" fmla="*/ 91 h 481"/>
                  <a:gd name="T32" fmla="*/ 1 w 447"/>
                  <a:gd name="T33" fmla="*/ 90 h 481"/>
                  <a:gd name="T34" fmla="*/ 179 w 447"/>
                  <a:gd name="T35" fmla="*/ 1 h 481"/>
                  <a:gd name="T36" fmla="*/ 183 w 447"/>
                  <a:gd name="T37" fmla="*/ 2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7" h="481">
                    <a:moveTo>
                      <a:pt x="317" y="473"/>
                    </a:moveTo>
                    <a:lnTo>
                      <a:pt x="439" y="373"/>
                    </a:lnTo>
                    <a:lnTo>
                      <a:pt x="180" y="7"/>
                    </a:lnTo>
                    <a:lnTo>
                      <a:pt x="7" y="93"/>
                    </a:lnTo>
                    <a:lnTo>
                      <a:pt x="133" y="270"/>
                    </a:lnTo>
                    <a:lnTo>
                      <a:pt x="317" y="473"/>
                    </a:lnTo>
                    <a:close/>
                    <a:moveTo>
                      <a:pt x="183" y="2"/>
                    </a:moveTo>
                    <a:lnTo>
                      <a:pt x="446" y="372"/>
                    </a:lnTo>
                    <a:cubicBezTo>
                      <a:pt x="446" y="373"/>
                      <a:pt x="446" y="375"/>
                      <a:pt x="445" y="376"/>
                    </a:cubicBezTo>
                    <a:lnTo>
                      <a:pt x="319" y="479"/>
                    </a:lnTo>
                    <a:cubicBezTo>
                      <a:pt x="319" y="479"/>
                      <a:pt x="318" y="480"/>
                      <a:pt x="317" y="480"/>
                    </a:cubicBezTo>
                    <a:cubicBezTo>
                      <a:pt x="316" y="480"/>
                      <a:pt x="316" y="479"/>
                      <a:pt x="315" y="479"/>
                    </a:cubicBezTo>
                    <a:lnTo>
                      <a:pt x="129" y="274"/>
                    </a:lnTo>
                    <a:lnTo>
                      <a:pt x="128" y="274"/>
                    </a:lnTo>
                    <a:lnTo>
                      <a:pt x="0" y="94"/>
                    </a:lnTo>
                    <a:cubicBezTo>
                      <a:pt x="0" y="93"/>
                      <a:pt x="0" y="92"/>
                      <a:pt x="0" y="91"/>
                    </a:cubicBezTo>
                    <a:cubicBezTo>
                      <a:pt x="0" y="90"/>
                      <a:pt x="0" y="90"/>
                      <a:pt x="1" y="90"/>
                    </a:cubicBezTo>
                    <a:lnTo>
                      <a:pt x="179" y="1"/>
                    </a:lnTo>
                    <a:cubicBezTo>
                      <a:pt x="180" y="0"/>
                      <a:pt x="182" y="0"/>
                      <a:pt x="183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0" name="ïṡḷíḋè">
                <a:extLst>
                  <a:ext uri="{FF2B5EF4-FFF2-40B4-BE49-F238E27FC236}">
                    <a16:creationId xmlns:a16="http://schemas.microsoft.com/office/drawing/2014/main" id="{59AF90F6-5487-4A4A-8E62-023B92397C3A}"/>
                  </a:ext>
                </a:extLst>
              </p:cNvPr>
              <p:cNvSpPr/>
              <p:nvPr/>
            </p:nvSpPr>
            <p:spPr bwMode="auto">
              <a:xfrm>
                <a:off x="2878364" y="5478315"/>
                <a:ext cx="663572" cy="740065"/>
              </a:xfrm>
              <a:custGeom>
                <a:avLst/>
                <a:gdLst>
                  <a:gd name="T0" fmla="*/ 0 w 341"/>
                  <a:gd name="T1" fmla="*/ 61 h 381"/>
                  <a:gd name="T2" fmla="*/ 125 w 341"/>
                  <a:gd name="T3" fmla="*/ 0 h 381"/>
                  <a:gd name="T4" fmla="*/ 340 w 341"/>
                  <a:gd name="T5" fmla="*/ 294 h 381"/>
                  <a:gd name="T6" fmla="*/ 227 w 341"/>
                  <a:gd name="T7" fmla="*/ 380 h 381"/>
                  <a:gd name="T8" fmla="*/ 0 w 341"/>
                  <a:gd name="T9" fmla="*/ 61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1" h="381">
                    <a:moveTo>
                      <a:pt x="0" y="61"/>
                    </a:moveTo>
                    <a:lnTo>
                      <a:pt x="125" y="0"/>
                    </a:lnTo>
                    <a:lnTo>
                      <a:pt x="340" y="294"/>
                    </a:lnTo>
                    <a:lnTo>
                      <a:pt x="227" y="380"/>
                    </a:lnTo>
                    <a:lnTo>
                      <a:pt x="0" y="61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1" name="ïsḻîḑê">
                <a:extLst>
                  <a:ext uri="{FF2B5EF4-FFF2-40B4-BE49-F238E27FC236}">
                    <a16:creationId xmlns:a16="http://schemas.microsoft.com/office/drawing/2014/main" id="{CFDCA7CB-3677-4A62-9F4A-2803ECC77625}"/>
                  </a:ext>
                </a:extLst>
              </p:cNvPr>
              <p:cNvSpPr/>
              <p:nvPr/>
            </p:nvSpPr>
            <p:spPr bwMode="auto">
              <a:xfrm>
                <a:off x="2869744" y="5469707"/>
                <a:ext cx="680813" cy="765884"/>
              </a:xfrm>
              <a:custGeom>
                <a:avLst/>
                <a:gdLst>
                  <a:gd name="T0" fmla="*/ 230 w 348"/>
                  <a:gd name="T1" fmla="*/ 382 h 391"/>
                  <a:gd name="T2" fmla="*/ 339 w 348"/>
                  <a:gd name="T3" fmla="*/ 299 h 391"/>
                  <a:gd name="T4" fmla="*/ 128 w 348"/>
                  <a:gd name="T5" fmla="*/ 7 h 391"/>
                  <a:gd name="T6" fmla="*/ 8 w 348"/>
                  <a:gd name="T7" fmla="*/ 67 h 391"/>
                  <a:gd name="T8" fmla="*/ 230 w 348"/>
                  <a:gd name="T9" fmla="*/ 382 h 391"/>
                  <a:gd name="T10" fmla="*/ 132 w 348"/>
                  <a:gd name="T11" fmla="*/ 1 h 391"/>
                  <a:gd name="T12" fmla="*/ 346 w 348"/>
                  <a:gd name="T13" fmla="*/ 298 h 391"/>
                  <a:gd name="T14" fmla="*/ 345 w 348"/>
                  <a:gd name="T15" fmla="*/ 302 h 391"/>
                  <a:gd name="T16" fmla="*/ 232 w 348"/>
                  <a:gd name="T17" fmla="*/ 389 h 391"/>
                  <a:gd name="T18" fmla="*/ 230 w 348"/>
                  <a:gd name="T19" fmla="*/ 390 h 391"/>
                  <a:gd name="T20" fmla="*/ 230 w 348"/>
                  <a:gd name="T21" fmla="*/ 389 h 391"/>
                  <a:gd name="T22" fmla="*/ 227 w 348"/>
                  <a:gd name="T23" fmla="*/ 388 h 391"/>
                  <a:gd name="T24" fmla="*/ 1 w 348"/>
                  <a:gd name="T25" fmla="*/ 67 h 391"/>
                  <a:gd name="T26" fmla="*/ 0 w 348"/>
                  <a:gd name="T27" fmla="*/ 65 h 391"/>
                  <a:gd name="T28" fmla="*/ 2 w 348"/>
                  <a:gd name="T29" fmla="*/ 63 h 391"/>
                  <a:gd name="T30" fmla="*/ 127 w 348"/>
                  <a:gd name="T31" fmla="*/ 1 h 391"/>
                  <a:gd name="T32" fmla="*/ 132 w 348"/>
                  <a:gd name="T33" fmla="*/ 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8" h="391">
                    <a:moveTo>
                      <a:pt x="230" y="382"/>
                    </a:moveTo>
                    <a:lnTo>
                      <a:pt x="339" y="299"/>
                    </a:lnTo>
                    <a:lnTo>
                      <a:pt x="128" y="7"/>
                    </a:lnTo>
                    <a:lnTo>
                      <a:pt x="8" y="67"/>
                    </a:lnTo>
                    <a:lnTo>
                      <a:pt x="230" y="382"/>
                    </a:lnTo>
                    <a:close/>
                    <a:moveTo>
                      <a:pt x="132" y="1"/>
                    </a:moveTo>
                    <a:lnTo>
                      <a:pt x="346" y="298"/>
                    </a:lnTo>
                    <a:cubicBezTo>
                      <a:pt x="347" y="299"/>
                      <a:pt x="347" y="301"/>
                      <a:pt x="345" y="302"/>
                    </a:cubicBezTo>
                    <a:lnTo>
                      <a:pt x="232" y="389"/>
                    </a:lnTo>
                    <a:cubicBezTo>
                      <a:pt x="231" y="389"/>
                      <a:pt x="230" y="390"/>
                      <a:pt x="230" y="390"/>
                    </a:cubicBezTo>
                    <a:lnTo>
                      <a:pt x="230" y="389"/>
                    </a:lnTo>
                    <a:cubicBezTo>
                      <a:pt x="229" y="389"/>
                      <a:pt x="228" y="389"/>
                      <a:pt x="227" y="388"/>
                    </a:cubicBezTo>
                    <a:lnTo>
                      <a:pt x="1" y="67"/>
                    </a:lnTo>
                    <a:cubicBezTo>
                      <a:pt x="0" y="67"/>
                      <a:pt x="0" y="67"/>
                      <a:pt x="0" y="65"/>
                    </a:cubicBezTo>
                    <a:cubicBezTo>
                      <a:pt x="1" y="64"/>
                      <a:pt x="1" y="63"/>
                      <a:pt x="2" y="63"/>
                    </a:cubicBezTo>
                    <a:lnTo>
                      <a:pt x="127" y="1"/>
                    </a:lnTo>
                    <a:cubicBezTo>
                      <a:pt x="129" y="0"/>
                      <a:pt x="131" y="1"/>
                      <a:pt x="132" y="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2" name="iSḻiḍè">
                <a:extLst>
                  <a:ext uri="{FF2B5EF4-FFF2-40B4-BE49-F238E27FC236}">
                    <a16:creationId xmlns:a16="http://schemas.microsoft.com/office/drawing/2014/main" id="{0D6E5824-F08D-4D2B-967A-7B3A026552DB}"/>
                  </a:ext>
                </a:extLst>
              </p:cNvPr>
              <p:cNvSpPr/>
              <p:nvPr/>
            </p:nvSpPr>
            <p:spPr bwMode="auto">
              <a:xfrm>
                <a:off x="2955922" y="5874164"/>
                <a:ext cx="473985" cy="576560"/>
              </a:xfrm>
              <a:custGeom>
                <a:avLst/>
                <a:gdLst>
                  <a:gd name="T0" fmla="*/ 216 w 244"/>
                  <a:gd name="T1" fmla="*/ 101 h 294"/>
                  <a:gd name="T2" fmla="*/ 229 w 244"/>
                  <a:gd name="T3" fmla="*/ 146 h 294"/>
                  <a:gd name="T4" fmla="*/ 243 w 244"/>
                  <a:gd name="T5" fmla="*/ 198 h 294"/>
                  <a:gd name="T6" fmla="*/ 158 w 244"/>
                  <a:gd name="T7" fmla="*/ 293 h 294"/>
                  <a:gd name="T8" fmla="*/ 56 w 244"/>
                  <a:gd name="T9" fmla="*/ 241 h 294"/>
                  <a:gd name="T10" fmla="*/ 41 w 244"/>
                  <a:gd name="T11" fmla="*/ 197 h 294"/>
                  <a:gd name="T12" fmla="*/ 34 w 244"/>
                  <a:gd name="T13" fmla="*/ 173 h 294"/>
                  <a:gd name="T14" fmla="*/ 34 w 244"/>
                  <a:gd name="T15" fmla="*/ 155 h 294"/>
                  <a:gd name="T16" fmla="*/ 21 w 244"/>
                  <a:gd name="T17" fmla="*/ 130 h 294"/>
                  <a:gd name="T18" fmla="*/ 34 w 244"/>
                  <a:gd name="T19" fmla="*/ 109 h 294"/>
                  <a:gd name="T20" fmla="*/ 19 w 244"/>
                  <a:gd name="T21" fmla="*/ 59 h 294"/>
                  <a:gd name="T22" fmla="*/ 15 w 244"/>
                  <a:gd name="T23" fmla="*/ 16 h 294"/>
                  <a:gd name="T24" fmla="*/ 43 w 244"/>
                  <a:gd name="T25" fmla="*/ 1 h 294"/>
                  <a:gd name="T26" fmla="*/ 143 w 244"/>
                  <a:gd name="T27" fmla="*/ 32 h 294"/>
                  <a:gd name="T28" fmla="*/ 216 w 244"/>
                  <a:gd name="T29" fmla="*/ 101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4" h="294">
                    <a:moveTo>
                      <a:pt x="216" y="101"/>
                    </a:moveTo>
                    <a:cubicBezTo>
                      <a:pt x="220" y="107"/>
                      <a:pt x="224" y="134"/>
                      <a:pt x="229" y="146"/>
                    </a:cubicBezTo>
                    <a:cubicBezTo>
                      <a:pt x="233" y="159"/>
                      <a:pt x="243" y="198"/>
                      <a:pt x="243" y="198"/>
                    </a:cubicBezTo>
                    <a:cubicBezTo>
                      <a:pt x="243" y="198"/>
                      <a:pt x="187" y="293"/>
                      <a:pt x="158" y="293"/>
                    </a:cubicBezTo>
                    <a:cubicBezTo>
                      <a:pt x="129" y="293"/>
                      <a:pt x="77" y="252"/>
                      <a:pt x="56" y="241"/>
                    </a:cubicBezTo>
                    <a:cubicBezTo>
                      <a:pt x="35" y="231"/>
                      <a:pt x="41" y="197"/>
                      <a:pt x="41" y="197"/>
                    </a:cubicBezTo>
                    <a:cubicBezTo>
                      <a:pt x="41" y="197"/>
                      <a:pt x="35" y="187"/>
                      <a:pt x="34" y="173"/>
                    </a:cubicBezTo>
                    <a:cubicBezTo>
                      <a:pt x="31" y="159"/>
                      <a:pt x="34" y="155"/>
                      <a:pt x="34" y="155"/>
                    </a:cubicBezTo>
                    <a:cubicBezTo>
                      <a:pt x="34" y="155"/>
                      <a:pt x="26" y="140"/>
                      <a:pt x="21" y="130"/>
                    </a:cubicBezTo>
                    <a:cubicBezTo>
                      <a:pt x="18" y="120"/>
                      <a:pt x="34" y="109"/>
                      <a:pt x="34" y="109"/>
                    </a:cubicBezTo>
                    <a:cubicBezTo>
                      <a:pt x="34" y="109"/>
                      <a:pt x="27" y="82"/>
                      <a:pt x="19" y="59"/>
                    </a:cubicBezTo>
                    <a:cubicBezTo>
                      <a:pt x="11" y="37"/>
                      <a:pt x="15" y="16"/>
                      <a:pt x="15" y="16"/>
                    </a:cubicBezTo>
                    <a:cubicBezTo>
                      <a:pt x="0" y="0"/>
                      <a:pt x="40" y="1"/>
                      <a:pt x="43" y="1"/>
                    </a:cubicBezTo>
                    <a:cubicBezTo>
                      <a:pt x="55" y="4"/>
                      <a:pt x="143" y="32"/>
                      <a:pt x="143" y="32"/>
                    </a:cubicBezTo>
                    <a:cubicBezTo>
                      <a:pt x="143" y="32"/>
                      <a:pt x="212" y="95"/>
                      <a:pt x="216" y="10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3" name="îṩḻïdé">
                <a:extLst>
                  <a:ext uri="{FF2B5EF4-FFF2-40B4-BE49-F238E27FC236}">
                    <a16:creationId xmlns:a16="http://schemas.microsoft.com/office/drawing/2014/main" id="{A555BC00-9FD0-48CE-BE46-18504AE23ED9}"/>
                  </a:ext>
                </a:extLst>
              </p:cNvPr>
              <p:cNvSpPr/>
              <p:nvPr/>
            </p:nvSpPr>
            <p:spPr bwMode="auto">
              <a:xfrm>
                <a:off x="2981779" y="5865556"/>
                <a:ext cx="465364" cy="576565"/>
              </a:xfrm>
              <a:custGeom>
                <a:avLst/>
                <a:gdLst>
                  <a:gd name="T0" fmla="*/ 149 w 238"/>
                  <a:gd name="T1" fmla="*/ 290 h 297"/>
                  <a:gd name="T2" fmla="*/ 230 w 238"/>
                  <a:gd name="T3" fmla="*/ 198 h 297"/>
                  <a:gd name="T4" fmla="*/ 216 w 238"/>
                  <a:gd name="T5" fmla="*/ 148 h 297"/>
                  <a:gd name="T6" fmla="*/ 211 w 238"/>
                  <a:gd name="T7" fmla="*/ 128 h 297"/>
                  <a:gd name="T8" fmla="*/ 204 w 238"/>
                  <a:gd name="T9" fmla="*/ 104 h 297"/>
                  <a:gd name="T10" fmla="*/ 133 w 238"/>
                  <a:gd name="T11" fmla="*/ 37 h 297"/>
                  <a:gd name="T12" fmla="*/ 34 w 238"/>
                  <a:gd name="T13" fmla="*/ 6 h 297"/>
                  <a:gd name="T14" fmla="*/ 30 w 238"/>
                  <a:gd name="T15" fmla="*/ 6 h 297"/>
                  <a:gd name="T16" fmla="*/ 7 w 238"/>
                  <a:gd name="T17" fmla="*/ 11 h 297"/>
                  <a:gd name="T18" fmla="*/ 9 w 238"/>
                  <a:gd name="T19" fmla="*/ 16 h 297"/>
                  <a:gd name="T20" fmla="*/ 10 w 238"/>
                  <a:gd name="T21" fmla="*/ 18 h 297"/>
                  <a:gd name="T22" fmla="*/ 14 w 238"/>
                  <a:gd name="T23" fmla="*/ 60 h 297"/>
                  <a:gd name="T24" fmla="*/ 29 w 238"/>
                  <a:gd name="T25" fmla="*/ 110 h 297"/>
                  <a:gd name="T26" fmla="*/ 27 w 238"/>
                  <a:gd name="T27" fmla="*/ 113 h 297"/>
                  <a:gd name="T28" fmla="*/ 17 w 238"/>
                  <a:gd name="T29" fmla="*/ 130 h 297"/>
                  <a:gd name="T30" fmla="*/ 28 w 238"/>
                  <a:gd name="T31" fmla="*/ 154 h 297"/>
                  <a:gd name="T32" fmla="*/ 28 w 238"/>
                  <a:gd name="T33" fmla="*/ 157 h 297"/>
                  <a:gd name="T34" fmla="*/ 29 w 238"/>
                  <a:gd name="T35" fmla="*/ 174 h 297"/>
                  <a:gd name="T36" fmla="*/ 36 w 238"/>
                  <a:gd name="T37" fmla="*/ 196 h 297"/>
                  <a:gd name="T38" fmla="*/ 36 w 238"/>
                  <a:gd name="T39" fmla="*/ 199 h 297"/>
                  <a:gd name="T40" fmla="*/ 49 w 238"/>
                  <a:gd name="T41" fmla="*/ 239 h 297"/>
                  <a:gd name="T42" fmla="*/ 74 w 238"/>
                  <a:gd name="T43" fmla="*/ 254 h 297"/>
                  <a:gd name="T44" fmla="*/ 149 w 238"/>
                  <a:gd name="T45" fmla="*/ 290 h 297"/>
                  <a:gd name="T46" fmla="*/ 221 w 238"/>
                  <a:gd name="T47" fmla="*/ 147 h 297"/>
                  <a:gd name="T48" fmla="*/ 237 w 238"/>
                  <a:gd name="T49" fmla="*/ 198 h 297"/>
                  <a:gd name="T50" fmla="*/ 236 w 238"/>
                  <a:gd name="T51" fmla="*/ 200 h 297"/>
                  <a:gd name="T52" fmla="*/ 149 w 238"/>
                  <a:gd name="T53" fmla="*/ 296 h 297"/>
                  <a:gd name="T54" fmla="*/ 71 w 238"/>
                  <a:gd name="T55" fmla="*/ 259 h 297"/>
                  <a:gd name="T56" fmla="*/ 47 w 238"/>
                  <a:gd name="T57" fmla="*/ 245 h 297"/>
                  <a:gd name="T58" fmla="*/ 30 w 238"/>
                  <a:gd name="T59" fmla="*/ 199 h 297"/>
                  <a:gd name="T60" fmla="*/ 23 w 238"/>
                  <a:gd name="T61" fmla="*/ 175 h 297"/>
                  <a:gd name="T62" fmla="*/ 22 w 238"/>
                  <a:gd name="T63" fmla="*/ 156 h 297"/>
                  <a:gd name="T64" fmla="*/ 11 w 238"/>
                  <a:gd name="T65" fmla="*/ 132 h 297"/>
                  <a:gd name="T66" fmla="*/ 22 w 238"/>
                  <a:gd name="T67" fmla="*/ 109 h 297"/>
                  <a:gd name="T68" fmla="*/ 8 w 238"/>
                  <a:gd name="T69" fmla="*/ 62 h 297"/>
                  <a:gd name="T70" fmla="*/ 4 w 238"/>
                  <a:gd name="T71" fmla="*/ 18 h 297"/>
                  <a:gd name="T72" fmla="*/ 2 w 238"/>
                  <a:gd name="T73" fmla="*/ 9 h 297"/>
                  <a:gd name="T74" fmla="*/ 30 w 238"/>
                  <a:gd name="T75" fmla="*/ 0 h 297"/>
                  <a:gd name="T76" fmla="*/ 36 w 238"/>
                  <a:gd name="T77" fmla="*/ 0 h 297"/>
                  <a:gd name="T78" fmla="*/ 135 w 238"/>
                  <a:gd name="T79" fmla="*/ 31 h 297"/>
                  <a:gd name="T80" fmla="*/ 137 w 238"/>
                  <a:gd name="T81" fmla="*/ 32 h 297"/>
                  <a:gd name="T82" fmla="*/ 209 w 238"/>
                  <a:gd name="T83" fmla="*/ 101 h 297"/>
                  <a:gd name="T84" fmla="*/ 217 w 238"/>
                  <a:gd name="T85" fmla="*/ 126 h 297"/>
                  <a:gd name="T86" fmla="*/ 221 w 238"/>
                  <a:gd name="T87" fmla="*/ 14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297">
                    <a:moveTo>
                      <a:pt x="149" y="290"/>
                    </a:moveTo>
                    <a:cubicBezTo>
                      <a:pt x="171" y="290"/>
                      <a:pt x="214" y="225"/>
                      <a:pt x="230" y="198"/>
                    </a:cubicBezTo>
                    <a:cubicBezTo>
                      <a:pt x="228" y="191"/>
                      <a:pt x="219" y="159"/>
                      <a:pt x="216" y="148"/>
                    </a:cubicBezTo>
                    <a:cubicBezTo>
                      <a:pt x="214" y="143"/>
                      <a:pt x="212" y="135"/>
                      <a:pt x="211" y="128"/>
                    </a:cubicBezTo>
                    <a:cubicBezTo>
                      <a:pt x="209" y="118"/>
                      <a:pt x="206" y="107"/>
                      <a:pt x="204" y="104"/>
                    </a:cubicBezTo>
                    <a:cubicBezTo>
                      <a:pt x="201" y="100"/>
                      <a:pt x="160" y="61"/>
                      <a:pt x="133" y="37"/>
                    </a:cubicBezTo>
                    <a:cubicBezTo>
                      <a:pt x="125" y="34"/>
                      <a:pt x="45" y="9"/>
                      <a:pt x="34" y="6"/>
                    </a:cubicBezTo>
                    <a:cubicBezTo>
                      <a:pt x="34" y="6"/>
                      <a:pt x="32" y="6"/>
                      <a:pt x="30" y="6"/>
                    </a:cubicBezTo>
                    <a:cubicBezTo>
                      <a:pt x="16" y="6"/>
                      <a:pt x="8" y="9"/>
                      <a:pt x="7" y="11"/>
                    </a:cubicBezTo>
                    <a:cubicBezTo>
                      <a:pt x="7" y="12"/>
                      <a:pt x="8" y="14"/>
                      <a:pt x="9" y="16"/>
                    </a:cubicBezTo>
                    <a:cubicBezTo>
                      <a:pt x="10" y="17"/>
                      <a:pt x="10" y="18"/>
                      <a:pt x="10" y="18"/>
                    </a:cubicBezTo>
                    <a:cubicBezTo>
                      <a:pt x="10" y="18"/>
                      <a:pt x="6" y="39"/>
                      <a:pt x="14" y="60"/>
                    </a:cubicBezTo>
                    <a:cubicBezTo>
                      <a:pt x="22" y="83"/>
                      <a:pt x="29" y="110"/>
                      <a:pt x="29" y="110"/>
                    </a:cubicBezTo>
                    <a:cubicBezTo>
                      <a:pt x="29" y="111"/>
                      <a:pt x="28" y="112"/>
                      <a:pt x="27" y="113"/>
                    </a:cubicBezTo>
                    <a:cubicBezTo>
                      <a:pt x="27" y="113"/>
                      <a:pt x="14" y="122"/>
                      <a:pt x="17" y="130"/>
                    </a:cubicBezTo>
                    <a:cubicBezTo>
                      <a:pt x="21" y="141"/>
                      <a:pt x="28" y="154"/>
                      <a:pt x="28" y="154"/>
                    </a:cubicBezTo>
                    <a:cubicBezTo>
                      <a:pt x="29" y="155"/>
                      <a:pt x="29" y="156"/>
                      <a:pt x="28" y="157"/>
                    </a:cubicBezTo>
                    <a:cubicBezTo>
                      <a:pt x="28" y="157"/>
                      <a:pt x="27" y="161"/>
                      <a:pt x="29" y="174"/>
                    </a:cubicBezTo>
                    <a:cubicBezTo>
                      <a:pt x="30" y="187"/>
                      <a:pt x="36" y="196"/>
                      <a:pt x="36" y="196"/>
                    </a:cubicBezTo>
                    <a:cubicBezTo>
                      <a:pt x="36" y="197"/>
                      <a:pt x="37" y="198"/>
                      <a:pt x="36" y="199"/>
                    </a:cubicBezTo>
                    <a:cubicBezTo>
                      <a:pt x="36" y="199"/>
                      <a:pt x="31" y="230"/>
                      <a:pt x="49" y="239"/>
                    </a:cubicBezTo>
                    <a:cubicBezTo>
                      <a:pt x="55" y="242"/>
                      <a:pt x="64" y="248"/>
                      <a:pt x="74" y="254"/>
                    </a:cubicBezTo>
                    <a:cubicBezTo>
                      <a:pt x="98" y="270"/>
                      <a:pt x="129" y="290"/>
                      <a:pt x="149" y="290"/>
                    </a:cubicBezTo>
                    <a:close/>
                    <a:moveTo>
                      <a:pt x="221" y="147"/>
                    </a:moveTo>
                    <a:cubicBezTo>
                      <a:pt x="226" y="159"/>
                      <a:pt x="236" y="196"/>
                      <a:pt x="237" y="198"/>
                    </a:cubicBezTo>
                    <a:cubicBezTo>
                      <a:pt x="237" y="199"/>
                      <a:pt x="237" y="199"/>
                      <a:pt x="236" y="200"/>
                    </a:cubicBezTo>
                    <a:cubicBezTo>
                      <a:pt x="230" y="210"/>
                      <a:pt x="178" y="296"/>
                      <a:pt x="149" y="296"/>
                    </a:cubicBezTo>
                    <a:cubicBezTo>
                      <a:pt x="128" y="296"/>
                      <a:pt x="96" y="276"/>
                      <a:pt x="71" y="259"/>
                    </a:cubicBezTo>
                    <a:cubicBezTo>
                      <a:pt x="61" y="253"/>
                      <a:pt x="52" y="248"/>
                      <a:pt x="47" y="245"/>
                    </a:cubicBezTo>
                    <a:cubicBezTo>
                      <a:pt x="27" y="234"/>
                      <a:pt x="30" y="205"/>
                      <a:pt x="30" y="199"/>
                    </a:cubicBezTo>
                    <a:cubicBezTo>
                      <a:pt x="29" y="196"/>
                      <a:pt x="24" y="187"/>
                      <a:pt x="23" y="175"/>
                    </a:cubicBezTo>
                    <a:cubicBezTo>
                      <a:pt x="21" y="164"/>
                      <a:pt x="21" y="158"/>
                      <a:pt x="22" y="156"/>
                    </a:cubicBezTo>
                    <a:cubicBezTo>
                      <a:pt x="21" y="152"/>
                      <a:pt x="14" y="141"/>
                      <a:pt x="11" y="132"/>
                    </a:cubicBezTo>
                    <a:cubicBezTo>
                      <a:pt x="7" y="122"/>
                      <a:pt x="17" y="113"/>
                      <a:pt x="22" y="109"/>
                    </a:cubicBezTo>
                    <a:cubicBezTo>
                      <a:pt x="21" y="103"/>
                      <a:pt x="15" y="81"/>
                      <a:pt x="8" y="62"/>
                    </a:cubicBezTo>
                    <a:cubicBezTo>
                      <a:pt x="1" y="42"/>
                      <a:pt x="3" y="24"/>
                      <a:pt x="4" y="18"/>
                    </a:cubicBezTo>
                    <a:cubicBezTo>
                      <a:pt x="1" y="15"/>
                      <a:pt x="0" y="12"/>
                      <a:pt x="2" y="9"/>
                    </a:cubicBezTo>
                    <a:cubicBezTo>
                      <a:pt x="5" y="1"/>
                      <a:pt x="21" y="0"/>
                      <a:pt x="30" y="0"/>
                    </a:cubicBezTo>
                    <a:cubicBezTo>
                      <a:pt x="32" y="0"/>
                      <a:pt x="34" y="0"/>
                      <a:pt x="36" y="0"/>
                    </a:cubicBezTo>
                    <a:cubicBezTo>
                      <a:pt x="48" y="3"/>
                      <a:pt x="132" y="30"/>
                      <a:pt x="135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44" y="39"/>
                      <a:pt x="205" y="94"/>
                      <a:pt x="209" y="101"/>
                    </a:cubicBezTo>
                    <a:cubicBezTo>
                      <a:pt x="212" y="104"/>
                      <a:pt x="214" y="115"/>
                      <a:pt x="217" y="126"/>
                    </a:cubicBezTo>
                    <a:cubicBezTo>
                      <a:pt x="218" y="134"/>
                      <a:pt x="220" y="141"/>
                      <a:pt x="221" y="14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4" name="iSľîḋé">
                <a:extLst>
                  <a:ext uri="{FF2B5EF4-FFF2-40B4-BE49-F238E27FC236}">
                    <a16:creationId xmlns:a16="http://schemas.microsoft.com/office/drawing/2014/main" id="{71FEFB69-2E2F-4853-9067-031BCAF31C01}"/>
                  </a:ext>
                </a:extLst>
              </p:cNvPr>
              <p:cNvSpPr/>
              <p:nvPr/>
            </p:nvSpPr>
            <p:spPr bwMode="auto">
              <a:xfrm>
                <a:off x="3197222" y="6183958"/>
                <a:ext cx="293007" cy="352819"/>
              </a:xfrm>
              <a:custGeom>
                <a:avLst/>
                <a:gdLst>
                  <a:gd name="T0" fmla="*/ 27 w 148"/>
                  <a:gd name="T1" fmla="*/ 35 h 181"/>
                  <a:gd name="T2" fmla="*/ 121 w 148"/>
                  <a:gd name="T3" fmla="*/ 16 h 181"/>
                  <a:gd name="T4" fmla="*/ 147 w 148"/>
                  <a:gd name="T5" fmla="*/ 45 h 181"/>
                  <a:gd name="T6" fmla="*/ 36 w 148"/>
                  <a:gd name="T7" fmla="*/ 180 h 181"/>
                  <a:gd name="T8" fmla="*/ 17 w 148"/>
                  <a:gd name="T9" fmla="*/ 166 h 181"/>
                  <a:gd name="T10" fmla="*/ 4 w 148"/>
                  <a:gd name="T11" fmla="*/ 112 h 181"/>
                  <a:gd name="T12" fmla="*/ 27 w 148"/>
                  <a:gd name="T13" fmla="*/ 35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181">
                    <a:moveTo>
                      <a:pt x="27" y="35"/>
                    </a:moveTo>
                    <a:cubicBezTo>
                      <a:pt x="63" y="0"/>
                      <a:pt x="121" y="16"/>
                      <a:pt x="121" y="16"/>
                    </a:cubicBezTo>
                    <a:lnTo>
                      <a:pt x="147" y="45"/>
                    </a:lnTo>
                    <a:lnTo>
                      <a:pt x="36" y="180"/>
                    </a:lnTo>
                    <a:lnTo>
                      <a:pt x="17" y="166"/>
                    </a:lnTo>
                    <a:cubicBezTo>
                      <a:pt x="17" y="166"/>
                      <a:pt x="0" y="147"/>
                      <a:pt x="4" y="112"/>
                    </a:cubicBezTo>
                    <a:cubicBezTo>
                      <a:pt x="7" y="91"/>
                      <a:pt x="6" y="57"/>
                      <a:pt x="27" y="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5" name="ïslïḑê">
                <a:extLst>
                  <a:ext uri="{FF2B5EF4-FFF2-40B4-BE49-F238E27FC236}">
                    <a16:creationId xmlns:a16="http://schemas.microsoft.com/office/drawing/2014/main" id="{213726E6-4B47-404A-BCC7-7AEAB048D8A8}"/>
                  </a:ext>
                </a:extLst>
              </p:cNvPr>
              <p:cNvSpPr/>
              <p:nvPr/>
            </p:nvSpPr>
            <p:spPr bwMode="auto">
              <a:xfrm>
                <a:off x="3188607" y="6209772"/>
                <a:ext cx="293007" cy="344216"/>
              </a:xfrm>
              <a:custGeom>
                <a:avLst/>
                <a:gdLst>
                  <a:gd name="T0" fmla="*/ 38 w 151"/>
                  <a:gd name="T1" fmla="*/ 170 h 177"/>
                  <a:gd name="T2" fmla="*/ 142 w 151"/>
                  <a:gd name="T3" fmla="*/ 37 h 177"/>
                  <a:gd name="T4" fmla="*/ 120 w 151"/>
                  <a:gd name="T5" fmla="*/ 10 h 177"/>
                  <a:gd name="T6" fmla="*/ 90 w 151"/>
                  <a:gd name="T7" fmla="*/ 6 h 177"/>
                  <a:gd name="T8" fmla="*/ 32 w 151"/>
                  <a:gd name="T9" fmla="*/ 28 h 177"/>
                  <a:gd name="T10" fmla="*/ 11 w 151"/>
                  <a:gd name="T11" fmla="*/ 92 h 177"/>
                  <a:gd name="T12" fmla="*/ 10 w 151"/>
                  <a:gd name="T13" fmla="*/ 105 h 177"/>
                  <a:gd name="T14" fmla="*/ 22 w 151"/>
                  <a:gd name="T15" fmla="*/ 157 h 177"/>
                  <a:gd name="T16" fmla="*/ 38 w 151"/>
                  <a:gd name="T17" fmla="*/ 170 h 177"/>
                  <a:gd name="T18" fmla="*/ 124 w 151"/>
                  <a:gd name="T19" fmla="*/ 6 h 177"/>
                  <a:gd name="T20" fmla="*/ 149 w 151"/>
                  <a:gd name="T21" fmla="*/ 35 h 177"/>
                  <a:gd name="T22" fmla="*/ 149 w 151"/>
                  <a:gd name="T23" fmla="*/ 38 h 177"/>
                  <a:gd name="T24" fmla="*/ 40 w 151"/>
                  <a:gd name="T25" fmla="*/ 176 h 177"/>
                  <a:gd name="T26" fmla="*/ 38 w 151"/>
                  <a:gd name="T27" fmla="*/ 176 h 177"/>
                  <a:gd name="T28" fmla="*/ 36 w 151"/>
                  <a:gd name="T29" fmla="*/ 176 h 177"/>
                  <a:gd name="T30" fmla="*/ 17 w 151"/>
                  <a:gd name="T31" fmla="*/ 161 h 177"/>
                  <a:gd name="T32" fmla="*/ 4 w 151"/>
                  <a:gd name="T33" fmla="*/ 105 h 177"/>
                  <a:gd name="T34" fmla="*/ 5 w 151"/>
                  <a:gd name="T35" fmla="*/ 93 h 177"/>
                  <a:gd name="T36" fmla="*/ 27 w 151"/>
                  <a:gd name="T37" fmla="*/ 24 h 177"/>
                  <a:gd name="T38" fmla="*/ 90 w 151"/>
                  <a:gd name="T39" fmla="*/ 0 h 177"/>
                  <a:gd name="T40" fmla="*/ 123 w 151"/>
                  <a:gd name="T41" fmla="*/ 5 h 177"/>
                  <a:gd name="T42" fmla="*/ 124 w 151"/>
                  <a:gd name="T43" fmla="*/ 6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1" h="177">
                    <a:moveTo>
                      <a:pt x="38" y="170"/>
                    </a:moveTo>
                    <a:lnTo>
                      <a:pt x="142" y="37"/>
                    </a:lnTo>
                    <a:lnTo>
                      <a:pt x="120" y="10"/>
                    </a:lnTo>
                    <a:cubicBezTo>
                      <a:pt x="117" y="9"/>
                      <a:pt x="105" y="6"/>
                      <a:pt x="90" y="6"/>
                    </a:cubicBezTo>
                    <a:cubicBezTo>
                      <a:pt x="74" y="6"/>
                      <a:pt x="50" y="10"/>
                      <a:pt x="32" y="28"/>
                    </a:cubicBezTo>
                    <a:cubicBezTo>
                      <a:pt x="15" y="45"/>
                      <a:pt x="13" y="72"/>
                      <a:pt x="11" y="92"/>
                    </a:cubicBezTo>
                    <a:cubicBezTo>
                      <a:pt x="11" y="97"/>
                      <a:pt x="11" y="102"/>
                      <a:pt x="10" y="105"/>
                    </a:cubicBezTo>
                    <a:cubicBezTo>
                      <a:pt x="7" y="137"/>
                      <a:pt x="20" y="155"/>
                      <a:pt x="22" y="157"/>
                    </a:cubicBezTo>
                    <a:lnTo>
                      <a:pt x="38" y="170"/>
                    </a:lnTo>
                    <a:close/>
                    <a:moveTo>
                      <a:pt x="124" y="6"/>
                    </a:moveTo>
                    <a:lnTo>
                      <a:pt x="149" y="35"/>
                    </a:lnTo>
                    <a:cubicBezTo>
                      <a:pt x="150" y="35"/>
                      <a:pt x="150" y="38"/>
                      <a:pt x="149" y="38"/>
                    </a:cubicBezTo>
                    <a:lnTo>
                      <a:pt x="40" y="176"/>
                    </a:lnTo>
                    <a:lnTo>
                      <a:pt x="38" y="176"/>
                    </a:lnTo>
                    <a:cubicBezTo>
                      <a:pt x="37" y="176"/>
                      <a:pt x="36" y="176"/>
                      <a:pt x="36" y="176"/>
                    </a:cubicBezTo>
                    <a:lnTo>
                      <a:pt x="17" y="161"/>
                    </a:lnTo>
                    <a:cubicBezTo>
                      <a:pt x="17" y="160"/>
                      <a:pt x="0" y="141"/>
                      <a:pt x="4" y="105"/>
                    </a:cubicBezTo>
                    <a:cubicBezTo>
                      <a:pt x="5" y="101"/>
                      <a:pt x="5" y="97"/>
                      <a:pt x="5" y="93"/>
                    </a:cubicBezTo>
                    <a:cubicBezTo>
                      <a:pt x="7" y="71"/>
                      <a:pt x="9" y="43"/>
                      <a:pt x="27" y="24"/>
                    </a:cubicBezTo>
                    <a:cubicBezTo>
                      <a:pt x="47" y="5"/>
                      <a:pt x="72" y="0"/>
                      <a:pt x="90" y="0"/>
                    </a:cubicBezTo>
                    <a:cubicBezTo>
                      <a:pt x="108" y="0"/>
                      <a:pt x="122" y="4"/>
                      <a:pt x="123" y="5"/>
                    </a:cubicBezTo>
                    <a:cubicBezTo>
                      <a:pt x="123" y="5"/>
                      <a:pt x="123" y="5"/>
                      <a:pt x="124" y="6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6" name="ïṡḷïḓe">
                <a:extLst>
                  <a:ext uri="{FF2B5EF4-FFF2-40B4-BE49-F238E27FC236}">
                    <a16:creationId xmlns:a16="http://schemas.microsoft.com/office/drawing/2014/main" id="{A221EE1E-33B2-4C87-A219-F438086E5B43}"/>
                  </a:ext>
                </a:extLst>
              </p:cNvPr>
              <p:cNvSpPr/>
              <p:nvPr/>
            </p:nvSpPr>
            <p:spPr bwMode="auto">
              <a:xfrm>
                <a:off x="2973158" y="5882766"/>
                <a:ext cx="224064" cy="137687"/>
              </a:xfrm>
              <a:custGeom>
                <a:avLst/>
                <a:gdLst>
                  <a:gd name="T0" fmla="*/ 110 w 114"/>
                  <a:gd name="T1" fmla="*/ 64 h 71"/>
                  <a:gd name="T2" fmla="*/ 112 w 114"/>
                  <a:gd name="T3" fmla="*/ 67 h 71"/>
                  <a:gd name="T4" fmla="*/ 109 w 114"/>
                  <a:gd name="T5" fmla="*/ 70 h 71"/>
                  <a:gd name="T6" fmla="*/ 108 w 114"/>
                  <a:gd name="T7" fmla="*/ 70 h 71"/>
                  <a:gd name="T8" fmla="*/ 69 w 114"/>
                  <a:gd name="T9" fmla="*/ 59 h 71"/>
                  <a:gd name="T10" fmla="*/ 24 w 114"/>
                  <a:gd name="T11" fmla="*/ 39 h 71"/>
                  <a:gd name="T12" fmla="*/ 3 w 114"/>
                  <a:gd name="T13" fmla="*/ 2 h 71"/>
                  <a:gd name="T14" fmla="*/ 7 w 114"/>
                  <a:gd name="T15" fmla="*/ 1 h 71"/>
                  <a:gd name="T16" fmla="*/ 8 w 114"/>
                  <a:gd name="T17" fmla="*/ 5 h 71"/>
                  <a:gd name="T18" fmla="*/ 27 w 114"/>
                  <a:gd name="T19" fmla="*/ 33 h 71"/>
                  <a:gd name="T20" fmla="*/ 72 w 114"/>
                  <a:gd name="T21" fmla="*/ 53 h 71"/>
                  <a:gd name="T22" fmla="*/ 110 w 114"/>
                  <a:gd name="T23" fmla="*/ 6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4" h="71">
                    <a:moveTo>
                      <a:pt x="110" y="64"/>
                    </a:moveTo>
                    <a:cubicBezTo>
                      <a:pt x="111" y="64"/>
                      <a:pt x="113" y="66"/>
                      <a:pt x="112" y="67"/>
                    </a:cubicBezTo>
                    <a:cubicBezTo>
                      <a:pt x="112" y="69"/>
                      <a:pt x="110" y="70"/>
                      <a:pt x="109" y="70"/>
                    </a:cubicBezTo>
                    <a:cubicBezTo>
                      <a:pt x="109" y="70"/>
                      <a:pt x="109" y="70"/>
                      <a:pt x="108" y="70"/>
                    </a:cubicBezTo>
                    <a:lnTo>
                      <a:pt x="69" y="59"/>
                    </a:lnTo>
                    <a:cubicBezTo>
                      <a:pt x="68" y="58"/>
                      <a:pt x="33" y="43"/>
                      <a:pt x="24" y="39"/>
                    </a:cubicBezTo>
                    <a:cubicBezTo>
                      <a:pt x="16" y="35"/>
                      <a:pt x="0" y="11"/>
                      <a:pt x="3" y="2"/>
                    </a:cubicBezTo>
                    <a:cubicBezTo>
                      <a:pt x="3" y="1"/>
                      <a:pt x="5" y="0"/>
                      <a:pt x="7" y="1"/>
                    </a:cubicBezTo>
                    <a:cubicBezTo>
                      <a:pt x="8" y="1"/>
                      <a:pt x="9" y="3"/>
                      <a:pt x="8" y="5"/>
                    </a:cubicBezTo>
                    <a:cubicBezTo>
                      <a:pt x="7" y="8"/>
                      <a:pt x="19" y="29"/>
                      <a:pt x="27" y="33"/>
                    </a:cubicBezTo>
                    <a:cubicBezTo>
                      <a:pt x="35" y="37"/>
                      <a:pt x="69" y="52"/>
                      <a:pt x="72" y="53"/>
                    </a:cubicBezTo>
                    <a:lnTo>
                      <a:pt x="110" y="64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7" name="iSľïḋe">
                <a:extLst>
                  <a:ext uri="{FF2B5EF4-FFF2-40B4-BE49-F238E27FC236}">
                    <a16:creationId xmlns:a16="http://schemas.microsoft.com/office/drawing/2014/main" id="{99E8D9F3-4061-4393-9745-8285AF7F9F13}"/>
                  </a:ext>
                </a:extLst>
              </p:cNvPr>
              <p:cNvSpPr/>
              <p:nvPr/>
            </p:nvSpPr>
            <p:spPr bwMode="auto">
              <a:xfrm>
                <a:off x="3292021" y="5650423"/>
                <a:ext cx="482600" cy="335608"/>
              </a:xfrm>
              <a:custGeom>
                <a:avLst/>
                <a:gdLst>
                  <a:gd name="T0" fmla="*/ 80 w 248"/>
                  <a:gd name="T1" fmla="*/ 51 h 174"/>
                  <a:gd name="T2" fmla="*/ 136 w 248"/>
                  <a:gd name="T3" fmla="*/ 73 h 174"/>
                  <a:gd name="T4" fmla="*/ 247 w 248"/>
                  <a:gd name="T5" fmla="*/ 154 h 174"/>
                  <a:gd name="T6" fmla="*/ 136 w 248"/>
                  <a:gd name="T7" fmla="*/ 173 h 174"/>
                  <a:gd name="T8" fmla="*/ 87 w 248"/>
                  <a:gd name="T9" fmla="*/ 94 h 174"/>
                  <a:gd name="T10" fmla="*/ 31 w 248"/>
                  <a:gd name="T11" fmla="*/ 13 h 174"/>
                  <a:gd name="T12" fmla="*/ 80 w 248"/>
                  <a:gd name="T13" fmla="*/ 51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8" h="174">
                    <a:moveTo>
                      <a:pt x="80" y="51"/>
                    </a:moveTo>
                    <a:cubicBezTo>
                      <a:pt x="93" y="54"/>
                      <a:pt x="116" y="61"/>
                      <a:pt x="136" y="73"/>
                    </a:cubicBezTo>
                    <a:cubicBezTo>
                      <a:pt x="156" y="86"/>
                      <a:pt x="214" y="150"/>
                      <a:pt x="247" y="154"/>
                    </a:cubicBezTo>
                    <a:lnTo>
                      <a:pt x="136" y="173"/>
                    </a:lnTo>
                    <a:cubicBezTo>
                      <a:pt x="136" y="173"/>
                      <a:pt x="99" y="166"/>
                      <a:pt x="87" y="94"/>
                    </a:cubicBezTo>
                    <a:cubicBezTo>
                      <a:pt x="87" y="94"/>
                      <a:pt x="0" y="63"/>
                      <a:pt x="31" y="13"/>
                    </a:cubicBezTo>
                    <a:cubicBezTo>
                      <a:pt x="40" y="0"/>
                      <a:pt x="68" y="46"/>
                      <a:pt x="80" y="5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8" name="ís1îḑê">
                <a:extLst>
                  <a:ext uri="{FF2B5EF4-FFF2-40B4-BE49-F238E27FC236}">
                    <a16:creationId xmlns:a16="http://schemas.microsoft.com/office/drawing/2014/main" id="{9BC8DAFC-ACB7-4CE4-AFAD-3F5030D99D7E}"/>
                  </a:ext>
                </a:extLst>
              </p:cNvPr>
              <p:cNvSpPr/>
              <p:nvPr/>
            </p:nvSpPr>
            <p:spPr bwMode="auto">
              <a:xfrm>
                <a:off x="3335108" y="5667634"/>
                <a:ext cx="448129" cy="335608"/>
              </a:xfrm>
              <a:custGeom>
                <a:avLst/>
                <a:gdLst>
                  <a:gd name="T0" fmla="*/ 226 w 230"/>
                  <a:gd name="T1" fmla="*/ 144 h 171"/>
                  <a:gd name="T2" fmla="*/ 229 w 230"/>
                  <a:gd name="T3" fmla="*/ 148 h 171"/>
                  <a:gd name="T4" fmla="*/ 226 w 230"/>
                  <a:gd name="T5" fmla="*/ 150 h 171"/>
                  <a:gd name="T6" fmla="*/ 143 w 230"/>
                  <a:gd name="T7" fmla="*/ 94 h 171"/>
                  <a:gd name="T8" fmla="*/ 114 w 230"/>
                  <a:gd name="T9" fmla="*/ 69 h 171"/>
                  <a:gd name="T10" fmla="*/ 66 w 230"/>
                  <a:gd name="T11" fmla="*/ 48 h 171"/>
                  <a:gd name="T12" fmla="*/ 59 w 230"/>
                  <a:gd name="T13" fmla="*/ 47 h 171"/>
                  <a:gd name="T14" fmla="*/ 38 w 230"/>
                  <a:gd name="T15" fmla="*/ 27 h 171"/>
                  <a:gd name="T16" fmla="*/ 15 w 230"/>
                  <a:gd name="T17" fmla="*/ 7 h 171"/>
                  <a:gd name="T18" fmla="*/ 14 w 230"/>
                  <a:gd name="T19" fmla="*/ 8 h 171"/>
                  <a:gd name="T20" fmla="*/ 9 w 230"/>
                  <a:gd name="T21" fmla="*/ 37 h 171"/>
                  <a:gd name="T22" fmla="*/ 67 w 230"/>
                  <a:gd name="T23" fmla="*/ 84 h 171"/>
                  <a:gd name="T24" fmla="*/ 70 w 230"/>
                  <a:gd name="T25" fmla="*/ 86 h 171"/>
                  <a:gd name="T26" fmla="*/ 116 w 230"/>
                  <a:gd name="T27" fmla="*/ 163 h 171"/>
                  <a:gd name="T28" fmla="*/ 119 w 230"/>
                  <a:gd name="T29" fmla="*/ 166 h 171"/>
                  <a:gd name="T30" fmla="*/ 116 w 230"/>
                  <a:gd name="T31" fmla="*/ 170 h 171"/>
                  <a:gd name="T32" fmla="*/ 115 w 230"/>
                  <a:gd name="T33" fmla="*/ 170 h 171"/>
                  <a:gd name="T34" fmla="*/ 64 w 230"/>
                  <a:gd name="T35" fmla="*/ 89 h 171"/>
                  <a:gd name="T36" fmla="*/ 3 w 230"/>
                  <a:gd name="T37" fmla="*/ 40 h 171"/>
                  <a:gd name="T38" fmla="*/ 9 w 230"/>
                  <a:gd name="T39" fmla="*/ 5 h 171"/>
                  <a:gd name="T40" fmla="*/ 14 w 230"/>
                  <a:gd name="T41" fmla="*/ 1 h 171"/>
                  <a:gd name="T42" fmla="*/ 42 w 230"/>
                  <a:gd name="T43" fmla="*/ 23 h 171"/>
                  <a:gd name="T44" fmla="*/ 61 w 230"/>
                  <a:gd name="T45" fmla="*/ 40 h 171"/>
                  <a:gd name="T46" fmla="*/ 67 w 230"/>
                  <a:gd name="T47" fmla="*/ 43 h 171"/>
                  <a:gd name="T48" fmla="*/ 117 w 230"/>
                  <a:gd name="T49" fmla="*/ 63 h 171"/>
                  <a:gd name="T50" fmla="*/ 147 w 230"/>
                  <a:gd name="T51" fmla="*/ 89 h 171"/>
                  <a:gd name="T52" fmla="*/ 226 w 230"/>
                  <a:gd name="T53" fmla="*/ 144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30" h="171">
                    <a:moveTo>
                      <a:pt x="226" y="144"/>
                    </a:moveTo>
                    <a:cubicBezTo>
                      <a:pt x="228" y="144"/>
                      <a:pt x="229" y="146"/>
                      <a:pt x="229" y="148"/>
                    </a:cubicBezTo>
                    <a:cubicBezTo>
                      <a:pt x="229" y="150"/>
                      <a:pt x="228" y="150"/>
                      <a:pt x="226" y="150"/>
                    </a:cubicBezTo>
                    <a:cubicBezTo>
                      <a:pt x="203" y="147"/>
                      <a:pt x="170" y="118"/>
                      <a:pt x="143" y="94"/>
                    </a:cubicBezTo>
                    <a:cubicBezTo>
                      <a:pt x="131" y="82"/>
                      <a:pt x="121" y="73"/>
                      <a:pt x="114" y="69"/>
                    </a:cubicBezTo>
                    <a:cubicBezTo>
                      <a:pt x="97" y="59"/>
                      <a:pt x="78" y="53"/>
                      <a:pt x="66" y="48"/>
                    </a:cubicBezTo>
                    <a:cubicBezTo>
                      <a:pt x="63" y="48"/>
                      <a:pt x="61" y="47"/>
                      <a:pt x="59" y="47"/>
                    </a:cubicBezTo>
                    <a:cubicBezTo>
                      <a:pt x="54" y="44"/>
                      <a:pt x="46" y="37"/>
                      <a:pt x="38" y="27"/>
                    </a:cubicBezTo>
                    <a:cubicBezTo>
                      <a:pt x="30" y="18"/>
                      <a:pt x="19" y="6"/>
                      <a:pt x="15" y="7"/>
                    </a:cubicBezTo>
                    <a:cubicBezTo>
                      <a:pt x="15" y="7"/>
                      <a:pt x="14" y="7"/>
                      <a:pt x="14" y="8"/>
                    </a:cubicBezTo>
                    <a:cubicBezTo>
                      <a:pt x="7" y="18"/>
                      <a:pt x="6" y="28"/>
                      <a:pt x="9" y="37"/>
                    </a:cubicBezTo>
                    <a:cubicBezTo>
                      <a:pt x="19" y="66"/>
                      <a:pt x="67" y="84"/>
                      <a:pt x="67" y="84"/>
                    </a:cubicBezTo>
                    <a:cubicBezTo>
                      <a:pt x="68" y="85"/>
                      <a:pt x="69" y="86"/>
                      <a:pt x="70" y="86"/>
                    </a:cubicBezTo>
                    <a:cubicBezTo>
                      <a:pt x="81" y="156"/>
                      <a:pt x="116" y="163"/>
                      <a:pt x="116" y="163"/>
                    </a:cubicBezTo>
                    <a:cubicBezTo>
                      <a:pt x="118" y="163"/>
                      <a:pt x="119" y="165"/>
                      <a:pt x="119" y="166"/>
                    </a:cubicBezTo>
                    <a:cubicBezTo>
                      <a:pt x="119" y="168"/>
                      <a:pt x="117" y="170"/>
                      <a:pt x="116" y="170"/>
                    </a:cubicBezTo>
                    <a:cubicBezTo>
                      <a:pt x="116" y="170"/>
                      <a:pt x="116" y="170"/>
                      <a:pt x="115" y="170"/>
                    </a:cubicBezTo>
                    <a:cubicBezTo>
                      <a:pt x="113" y="169"/>
                      <a:pt x="76" y="162"/>
                      <a:pt x="64" y="89"/>
                    </a:cubicBezTo>
                    <a:cubicBezTo>
                      <a:pt x="55" y="86"/>
                      <a:pt x="13" y="69"/>
                      <a:pt x="3" y="40"/>
                    </a:cubicBezTo>
                    <a:cubicBezTo>
                      <a:pt x="0" y="28"/>
                      <a:pt x="1" y="16"/>
                      <a:pt x="9" y="5"/>
                    </a:cubicBezTo>
                    <a:cubicBezTo>
                      <a:pt x="10" y="2"/>
                      <a:pt x="12" y="1"/>
                      <a:pt x="14" y="1"/>
                    </a:cubicBezTo>
                    <a:cubicBezTo>
                      <a:pt x="21" y="0"/>
                      <a:pt x="30" y="8"/>
                      <a:pt x="42" y="23"/>
                    </a:cubicBezTo>
                    <a:cubicBezTo>
                      <a:pt x="49" y="31"/>
                      <a:pt x="57" y="39"/>
                      <a:pt x="61" y="40"/>
                    </a:cubicBezTo>
                    <a:cubicBezTo>
                      <a:pt x="63" y="41"/>
                      <a:pt x="65" y="42"/>
                      <a:pt x="67" y="43"/>
                    </a:cubicBezTo>
                    <a:cubicBezTo>
                      <a:pt x="80" y="47"/>
                      <a:pt x="100" y="53"/>
                      <a:pt x="117" y="63"/>
                    </a:cubicBezTo>
                    <a:cubicBezTo>
                      <a:pt x="124" y="68"/>
                      <a:pt x="135" y="78"/>
                      <a:pt x="147" y="89"/>
                    </a:cubicBezTo>
                    <a:cubicBezTo>
                      <a:pt x="172" y="111"/>
                      <a:pt x="205" y="141"/>
                      <a:pt x="226" y="14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79" name="išlïdè">
                <a:extLst>
                  <a:ext uri="{FF2B5EF4-FFF2-40B4-BE49-F238E27FC236}">
                    <a16:creationId xmlns:a16="http://schemas.microsoft.com/office/drawing/2014/main" id="{9A4CC6F3-5DF4-4D07-B73B-9D3B3DE357BF}"/>
                  </a:ext>
                </a:extLst>
              </p:cNvPr>
              <p:cNvSpPr/>
              <p:nvPr/>
            </p:nvSpPr>
            <p:spPr bwMode="auto">
              <a:xfrm>
                <a:off x="3843564" y="5882766"/>
                <a:ext cx="129265" cy="275373"/>
              </a:xfrm>
              <a:custGeom>
                <a:avLst/>
                <a:gdLst>
                  <a:gd name="T0" fmla="*/ 0 w 67"/>
                  <a:gd name="T1" fmla="*/ 12 h 141"/>
                  <a:gd name="T2" fmla="*/ 52 w 67"/>
                  <a:gd name="T3" fmla="*/ 12 h 141"/>
                  <a:gd name="T4" fmla="*/ 66 w 67"/>
                  <a:gd name="T5" fmla="*/ 136 h 141"/>
                  <a:gd name="T6" fmla="*/ 12 w 67"/>
                  <a:gd name="T7" fmla="*/ 140 h 141"/>
                  <a:gd name="T8" fmla="*/ 0 w 67"/>
                  <a:gd name="T9" fmla="*/ 12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141">
                    <a:moveTo>
                      <a:pt x="0" y="12"/>
                    </a:moveTo>
                    <a:cubicBezTo>
                      <a:pt x="0" y="12"/>
                      <a:pt x="51" y="0"/>
                      <a:pt x="52" y="12"/>
                    </a:cubicBezTo>
                    <a:cubicBezTo>
                      <a:pt x="54" y="25"/>
                      <a:pt x="66" y="136"/>
                      <a:pt x="66" y="136"/>
                    </a:cubicBezTo>
                    <a:lnTo>
                      <a:pt x="12" y="140"/>
                    </a:lnTo>
                    <a:cubicBezTo>
                      <a:pt x="28" y="97"/>
                      <a:pt x="0" y="12"/>
                      <a:pt x="0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0" name="ïśḻiḓè">
                <a:extLst>
                  <a:ext uri="{FF2B5EF4-FFF2-40B4-BE49-F238E27FC236}">
                    <a16:creationId xmlns:a16="http://schemas.microsoft.com/office/drawing/2014/main" id="{AE8B27DA-A4B6-4813-921A-7D67D0B4256D}"/>
                  </a:ext>
                </a:extLst>
              </p:cNvPr>
              <p:cNvSpPr/>
              <p:nvPr/>
            </p:nvSpPr>
            <p:spPr bwMode="auto">
              <a:xfrm>
                <a:off x="3834944" y="5891374"/>
                <a:ext cx="146506" cy="275373"/>
              </a:xfrm>
              <a:custGeom>
                <a:avLst/>
                <a:gdLst>
                  <a:gd name="T0" fmla="*/ 20 w 77"/>
                  <a:gd name="T1" fmla="*/ 133 h 140"/>
                  <a:gd name="T2" fmla="*/ 69 w 77"/>
                  <a:gd name="T3" fmla="*/ 129 h 140"/>
                  <a:gd name="T4" fmla="*/ 54 w 77"/>
                  <a:gd name="T5" fmla="*/ 9 h 140"/>
                  <a:gd name="T6" fmla="*/ 43 w 77"/>
                  <a:gd name="T7" fmla="*/ 6 h 140"/>
                  <a:gd name="T8" fmla="*/ 7 w 77"/>
                  <a:gd name="T9" fmla="*/ 10 h 140"/>
                  <a:gd name="T10" fmla="*/ 20 w 77"/>
                  <a:gd name="T11" fmla="*/ 133 h 140"/>
                  <a:gd name="T12" fmla="*/ 43 w 77"/>
                  <a:gd name="T13" fmla="*/ 0 h 140"/>
                  <a:gd name="T14" fmla="*/ 60 w 77"/>
                  <a:gd name="T15" fmla="*/ 8 h 140"/>
                  <a:gd name="T16" fmla="*/ 75 w 77"/>
                  <a:gd name="T17" fmla="*/ 131 h 140"/>
                  <a:gd name="T18" fmla="*/ 74 w 77"/>
                  <a:gd name="T19" fmla="*/ 134 h 140"/>
                  <a:gd name="T20" fmla="*/ 73 w 77"/>
                  <a:gd name="T21" fmla="*/ 135 h 140"/>
                  <a:gd name="T22" fmla="*/ 16 w 77"/>
                  <a:gd name="T23" fmla="*/ 139 h 140"/>
                  <a:gd name="T24" fmla="*/ 14 w 77"/>
                  <a:gd name="T25" fmla="*/ 138 h 140"/>
                  <a:gd name="T26" fmla="*/ 13 w 77"/>
                  <a:gd name="T27" fmla="*/ 135 h 140"/>
                  <a:gd name="T28" fmla="*/ 0 w 77"/>
                  <a:gd name="T29" fmla="*/ 9 h 140"/>
                  <a:gd name="T30" fmla="*/ 0 w 77"/>
                  <a:gd name="T31" fmla="*/ 6 h 140"/>
                  <a:gd name="T32" fmla="*/ 3 w 77"/>
                  <a:gd name="T33" fmla="*/ 5 h 140"/>
                  <a:gd name="T34" fmla="*/ 43 w 77"/>
                  <a:gd name="T35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140">
                    <a:moveTo>
                      <a:pt x="20" y="133"/>
                    </a:moveTo>
                    <a:lnTo>
                      <a:pt x="69" y="129"/>
                    </a:lnTo>
                    <a:cubicBezTo>
                      <a:pt x="67" y="111"/>
                      <a:pt x="57" y="20"/>
                      <a:pt x="54" y="9"/>
                    </a:cubicBezTo>
                    <a:cubicBezTo>
                      <a:pt x="54" y="8"/>
                      <a:pt x="52" y="6"/>
                      <a:pt x="43" y="6"/>
                    </a:cubicBezTo>
                    <a:cubicBezTo>
                      <a:pt x="30" y="6"/>
                      <a:pt x="14" y="9"/>
                      <a:pt x="7" y="10"/>
                    </a:cubicBezTo>
                    <a:cubicBezTo>
                      <a:pt x="12" y="26"/>
                      <a:pt x="33" y="93"/>
                      <a:pt x="20" y="133"/>
                    </a:cubicBezTo>
                    <a:close/>
                    <a:moveTo>
                      <a:pt x="43" y="0"/>
                    </a:moveTo>
                    <a:cubicBezTo>
                      <a:pt x="47" y="0"/>
                      <a:pt x="60" y="0"/>
                      <a:pt x="60" y="8"/>
                    </a:cubicBezTo>
                    <a:cubicBezTo>
                      <a:pt x="63" y="20"/>
                      <a:pt x="75" y="127"/>
                      <a:pt x="75" y="131"/>
                    </a:cubicBezTo>
                    <a:cubicBezTo>
                      <a:pt x="76" y="132"/>
                      <a:pt x="75" y="133"/>
                      <a:pt x="74" y="134"/>
                    </a:cubicBezTo>
                    <a:lnTo>
                      <a:pt x="73" y="135"/>
                    </a:lnTo>
                    <a:lnTo>
                      <a:pt x="16" y="139"/>
                    </a:lnTo>
                    <a:cubicBezTo>
                      <a:pt x="15" y="139"/>
                      <a:pt x="14" y="139"/>
                      <a:pt x="14" y="138"/>
                    </a:cubicBezTo>
                    <a:cubicBezTo>
                      <a:pt x="13" y="137"/>
                      <a:pt x="13" y="136"/>
                      <a:pt x="13" y="135"/>
                    </a:cubicBezTo>
                    <a:cubicBezTo>
                      <a:pt x="29" y="94"/>
                      <a:pt x="0" y="10"/>
                      <a:pt x="0" y="9"/>
                    </a:cubicBezTo>
                    <a:cubicBezTo>
                      <a:pt x="0" y="9"/>
                      <a:pt x="0" y="7"/>
                      <a:pt x="0" y="6"/>
                    </a:cubicBezTo>
                    <a:cubicBezTo>
                      <a:pt x="1" y="6"/>
                      <a:pt x="1" y="6"/>
                      <a:pt x="3" y="5"/>
                    </a:cubicBezTo>
                    <a:cubicBezTo>
                      <a:pt x="4" y="5"/>
                      <a:pt x="27" y="0"/>
                      <a:pt x="43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1" name="îṩľiḋe">
                <a:extLst>
                  <a:ext uri="{FF2B5EF4-FFF2-40B4-BE49-F238E27FC236}">
                    <a16:creationId xmlns:a16="http://schemas.microsoft.com/office/drawing/2014/main" id="{A1C5BD10-F0C5-409E-B230-E5E79396734E}"/>
                  </a:ext>
                </a:extLst>
              </p:cNvPr>
              <p:cNvSpPr/>
              <p:nvPr/>
            </p:nvSpPr>
            <p:spPr bwMode="auto">
              <a:xfrm>
                <a:off x="3903887" y="5865556"/>
                <a:ext cx="327479" cy="335614"/>
              </a:xfrm>
              <a:custGeom>
                <a:avLst/>
                <a:gdLst>
                  <a:gd name="T0" fmla="*/ 29 w 168"/>
                  <a:gd name="T1" fmla="*/ 154 h 173"/>
                  <a:gd name="T2" fmla="*/ 0 w 168"/>
                  <a:gd name="T3" fmla="*/ 6 h 173"/>
                  <a:gd name="T4" fmla="*/ 167 w 168"/>
                  <a:gd name="T5" fmla="*/ 0 h 173"/>
                  <a:gd name="T6" fmla="*/ 73 w 168"/>
                  <a:gd name="T7" fmla="*/ 172 h 173"/>
                  <a:gd name="T8" fmla="*/ 29 w 168"/>
                  <a:gd name="T9" fmla="*/ 154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" h="173">
                    <a:moveTo>
                      <a:pt x="29" y="154"/>
                    </a:moveTo>
                    <a:cubicBezTo>
                      <a:pt x="27" y="16"/>
                      <a:pt x="0" y="6"/>
                      <a:pt x="0" y="6"/>
                    </a:cubicBezTo>
                    <a:lnTo>
                      <a:pt x="167" y="0"/>
                    </a:lnTo>
                    <a:lnTo>
                      <a:pt x="73" y="172"/>
                    </a:lnTo>
                    <a:cubicBezTo>
                      <a:pt x="73" y="172"/>
                      <a:pt x="29" y="166"/>
                      <a:pt x="29" y="15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2" name="îṧḷïďe">
                <a:extLst>
                  <a:ext uri="{FF2B5EF4-FFF2-40B4-BE49-F238E27FC236}">
                    <a16:creationId xmlns:a16="http://schemas.microsoft.com/office/drawing/2014/main" id="{58F5F3F6-32F8-4513-93E0-FC0F79F710EC}"/>
                  </a:ext>
                </a:extLst>
              </p:cNvPr>
              <p:cNvSpPr/>
              <p:nvPr/>
            </p:nvSpPr>
            <p:spPr bwMode="auto">
              <a:xfrm>
                <a:off x="3903887" y="5865556"/>
                <a:ext cx="336099" cy="352824"/>
              </a:xfrm>
              <a:custGeom>
                <a:avLst/>
                <a:gdLst>
                  <a:gd name="T0" fmla="*/ 73 w 171"/>
                  <a:gd name="T1" fmla="*/ 173 h 181"/>
                  <a:gd name="T2" fmla="*/ 162 w 171"/>
                  <a:gd name="T3" fmla="*/ 6 h 181"/>
                  <a:gd name="T4" fmla="*/ 11 w 171"/>
                  <a:gd name="T5" fmla="*/ 12 h 181"/>
                  <a:gd name="T6" fmla="*/ 35 w 171"/>
                  <a:gd name="T7" fmla="*/ 158 h 181"/>
                  <a:gd name="T8" fmla="*/ 73 w 171"/>
                  <a:gd name="T9" fmla="*/ 173 h 181"/>
                  <a:gd name="T10" fmla="*/ 166 w 171"/>
                  <a:gd name="T11" fmla="*/ 0 h 181"/>
                  <a:gd name="T12" fmla="*/ 169 w 171"/>
                  <a:gd name="T13" fmla="*/ 2 h 181"/>
                  <a:gd name="T14" fmla="*/ 169 w 171"/>
                  <a:gd name="T15" fmla="*/ 5 h 181"/>
                  <a:gd name="T16" fmla="*/ 78 w 171"/>
                  <a:gd name="T17" fmla="*/ 178 h 181"/>
                  <a:gd name="T18" fmla="*/ 75 w 171"/>
                  <a:gd name="T19" fmla="*/ 180 h 181"/>
                  <a:gd name="T20" fmla="*/ 29 w 171"/>
                  <a:gd name="T21" fmla="*/ 158 h 181"/>
                  <a:gd name="T22" fmla="*/ 2 w 171"/>
                  <a:gd name="T23" fmla="*/ 12 h 181"/>
                  <a:gd name="T24" fmla="*/ 0 w 171"/>
                  <a:gd name="T25" fmla="*/ 8 h 181"/>
                  <a:gd name="T26" fmla="*/ 3 w 171"/>
                  <a:gd name="T27" fmla="*/ 6 h 181"/>
                  <a:gd name="T28" fmla="*/ 166 w 171"/>
                  <a:gd name="T29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1" h="181">
                    <a:moveTo>
                      <a:pt x="73" y="173"/>
                    </a:moveTo>
                    <a:lnTo>
                      <a:pt x="162" y="6"/>
                    </a:lnTo>
                    <a:lnTo>
                      <a:pt x="11" y="12"/>
                    </a:lnTo>
                    <a:cubicBezTo>
                      <a:pt x="19" y="24"/>
                      <a:pt x="33" y="58"/>
                      <a:pt x="35" y="158"/>
                    </a:cubicBezTo>
                    <a:cubicBezTo>
                      <a:pt x="35" y="164"/>
                      <a:pt x="57" y="171"/>
                      <a:pt x="73" y="173"/>
                    </a:cubicBezTo>
                    <a:close/>
                    <a:moveTo>
                      <a:pt x="166" y="0"/>
                    </a:moveTo>
                    <a:cubicBezTo>
                      <a:pt x="168" y="0"/>
                      <a:pt x="169" y="1"/>
                      <a:pt x="169" y="2"/>
                    </a:cubicBezTo>
                    <a:cubicBezTo>
                      <a:pt x="170" y="3"/>
                      <a:pt x="170" y="3"/>
                      <a:pt x="169" y="5"/>
                    </a:cubicBezTo>
                    <a:lnTo>
                      <a:pt x="78" y="178"/>
                    </a:lnTo>
                    <a:cubicBezTo>
                      <a:pt x="77" y="179"/>
                      <a:pt x="76" y="180"/>
                      <a:pt x="75" y="180"/>
                    </a:cubicBezTo>
                    <a:cubicBezTo>
                      <a:pt x="66" y="178"/>
                      <a:pt x="29" y="172"/>
                      <a:pt x="29" y="158"/>
                    </a:cubicBezTo>
                    <a:cubicBezTo>
                      <a:pt x="27" y="25"/>
                      <a:pt x="3" y="12"/>
                      <a:pt x="2" y="12"/>
                    </a:cubicBezTo>
                    <a:cubicBezTo>
                      <a:pt x="1" y="12"/>
                      <a:pt x="0" y="10"/>
                      <a:pt x="0" y="8"/>
                    </a:cubicBezTo>
                    <a:cubicBezTo>
                      <a:pt x="1" y="7"/>
                      <a:pt x="2" y="6"/>
                      <a:pt x="3" y="6"/>
                    </a:cubicBez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3" name="í$ḷíde">
                <a:extLst>
                  <a:ext uri="{FF2B5EF4-FFF2-40B4-BE49-F238E27FC236}">
                    <a16:creationId xmlns:a16="http://schemas.microsoft.com/office/drawing/2014/main" id="{E077CB36-9E89-4400-94F7-EAECD7B485DE}"/>
                  </a:ext>
                </a:extLst>
              </p:cNvPr>
              <p:cNvSpPr/>
              <p:nvPr/>
            </p:nvSpPr>
            <p:spPr bwMode="auto">
              <a:xfrm>
                <a:off x="3231694" y="5409472"/>
                <a:ext cx="1542599" cy="1445708"/>
              </a:xfrm>
              <a:custGeom>
                <a:avLst/>
                <a:gdLst>
                  <a:gd name="T0" fmla="*/ 759 w 789"/>
                  <a:gd name="T1" fmla="*/ 72 h 741"/>
                  <a:gd name="T2" fmla="*/ 761 w 789"/>
                  <a:gd name="T3" fmla="*/ 298 h 741"/>
                  <a:gd name="T4" fmla="*/ 553 w 789"/>
                  <a:gd name="T5" fmla="*/ 655 h 741"/>
                  <a:gd name="T6" fmla="*/ 473 w 789"/>
                  <a:gd name="T7" fmla="*/ 723 h 741"/>
                  <a:gd name="T8" fmla="*/ 298 w 789"/>
                  <a:gd name="T9" fmla="*/ 734 h 741"/>
                  <a:gd name="T10" fmla="*/ 10 w 789"/>
                  <a:gd name="T11" fmla="*/ 597 h 741"/>
                  <a:gd name="T12" fmla="*/ 25 w 789"/>
                  <a:gd name="T13" fmla="*/ 447 h 741"/>
                  <a:gd name="T14" fmla="*/ 122 w 789"/>
                  <a:gd name="T15" fmla="*/ 430 h 741"/>
                  <a:gd name="T16" fmla="*/ 316 w 789"/>
                  <a:gd name="T17" fmla="*/ 534 h 741"/>
                  <a:gd name="T18" fmla="*/ 386 w 789"/>
                  <a:gd name="T19" fmla="*/ 426 h 741"/>
                  <a:gd name="T20" fmla="*/ 462 w 789"/>
                  <a:gd name="T21" fmla="*/ 288 h 741"/>
                  <a:gd name="T22" fmla="*/ 526 w 789"/>
                  <a:gd name="T23" fmla="*/ 98 h 741"/>
                  <a:gd name="T24" fmla="*/ 553 w 789"/>
                  <a:gd name="T25" fmla="*/ 26 h 741"/>
                  <a:gd name="T26" fmla="*/ 759 w 789"/>
                  <a:gd name="T27" fmla="*/ 72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9" h="741">
                    <a:moveTo>
                      <a:pt x="759" y="72"/>
                    </a:moveTo>
                    <a:cubicBezTo>
                      <a:pt x="788" y="94"/>
                      <a:pt x="774" y="263"/>
                      <a:pt x="761" y="298"/>
                    </a:cubicBezTo>
                    <a:cubicBezTo>
                      <a:pt x="749" y="334"/>
                      <a:pt x="558" y="645"/>
                      <a:pt x="553" y="655"/>
                    </a:cubicBezTo>
                    <a:cubicBezTo>
                      <a:pt x="549" y="665"/>
                      <a:pt x="483" y="712"/>
                      <a:pt x="473" y="723"/>
                    </a:cubicBezTo>
                    <a:cubicBezTo>
                      <a:pt x="463" y="734"/>
                      <a:pt x="323" y="740"/>
                      <a:pt x="298" y="734"/>
                    </a:cubicBezTo>
                    <a:cubicBezTo>
                      <a:pt x="273" y="728"/>
                      <a:pt x="10" y="597"/>
                      <a:pt x="10" y="597"/>
                    </a:cubicBezTo>
                    <a:cubicBezTo>
                      <a:pt x="10" y="597"/>
                      <a:pt x="0" y="467"/>
                      <a:pt x="25" y="447"/>
                    </a:cubicBezTo>
                    <a:cubicBezTo>
                      <a:pt x="50" y="426"/>
                      <a:pt x="122" y="430"/>
                      <a:pt x="122" y="430"/>
                    </a:cubicBezTo>
                    <a:cubicBezTo>
                      <a:pt x="122" y="430"/>
                      <a:pt x="301" y="529"/>
                      <a:pt x="316" y="534"/>
                    </a:cubicBezTo>
                    <a:cubicBezTo>
                      <a:pt x="316" y="534"/>
                      <a:pt x="371" y="451"/>
                      <a:pt x="386" y="426"/>
                    </a:cubicBezTo>
                    <a:cubicBezTo>
                      <a:pt x="401" y="401"/>
                      <a:pt x="462" y="288"/>
                      <a:pt x="462" y="288"/>
                    </a:cubicBezTo>
                    <a:cubicBezTo>
                      <a:pt x="462" y="288"/>
                      <a:pt x="524" y="123"/>
                      <a:pt x="526" y="98"/>
                    </a:cubicBezTo>
                    <a:cubicBezTo>
                      <a:pt x="528" y="74"/>
                      <a:pt x="539" y="34"/>
                      <a:pt x="553" y="26"/>
                    </a:cubicBezTo>
                    <a:cubicBezTo>
                      <a:pt x="605" y="0"/>
                      <a:pt x="730" y="49"/>
                      <a:pt x="759" y="7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4" name="îṡļíḑê">
                <a:extLst>
                  <a:ext uri="{FF2B5EF4-FFF2-40B4-BE49-F238E27FC236}">
                    <a16:creationId xmlns:a16="http://schemas.microsoft.com/office/drawing/2014/main" id="{E84C1856-0130-437D-A879-632AAF197A46}"/>
                  </a:ext>
                </a:extLst>
              </p:cNvPr>
              <p:cNvSpPr/>
              <p:nvPr/>
            </p:nvSpPr>
            <p:spPr bwMode="auto">
              <a:xfrm>
                <a:off x="3223079" y="5435285"/>
                <a:ext cx="1551214" cy="1411287"/>
              </a:xfrm>
              <a:custGeom>
                <a:avLst/>
                <a:gdLst>
                  <a:gd name="T0" fmla="*/ 761 w 795"/>
                  <a:gd name="T1" fmla="*/ 282 h 725"/>
                  <a:gd name="T2" fmla="*/ 760 w 795"/>
                  <a:gd name="T3" fmla="*/ 58 h 725"/>
                  <a:gd name="T4" fmla="*/ 595 w 795"/>
                  <a:gd name="T5" fmla="*/ 6 h 725"/>
                  <a:gd name="T6" fmla="*/ 557 w 795"/>
                  <a:gd name="T7" fmla="*/ 14 h 725"/>
                  <a:gd name="T8" fmla="*/ 532 w 795"/>
                  <a:gd name="T9" fmla="*/ 83 h 725"/>
                  <a:gd name="T10" fmla="*/ 468 w 795"/>
                  <a:gd name="T11" fmla="*/ 274 h 725"/>
                  <a:gd name="T12" fmla="*/ 468 w 795"/>
                  <a:gd name="T13" fmla="*/ 274 h 725"/>
                  <a:gd name="T14" fmla="*/ 391 w 795"/>
                  <a:gd name="T15" fmla="*/ 412 h 725"/>
                  <a:gd name="T16" fmla="*/ 321 w 795"/>
                  <a:gd name="T17" fmla="*/ 520 h 725"/>
                  <a:gd name="T18" fmla="*/ 318 w 795"/>
                  <a:gd name="T19" fmla="*/ 522 h 725"/>
                  <a:gd name="T20" fmla="*/ 124 w 795"/>
                  <a:gd name="T21" fmla="*/ 419 h 725"/>
                  <a:gd name="T22" fmla="*/ 109 w 795"/>
                  <a:gd name="T23" fmla="*/ 418 h 725"/>
                  <a:gd name="T24" fmla="*/ 30 w 795"/>
                  <a:gd name="T25" fmla="*/ 434 h 725"/>
                  <a:gd name="T26" fmla="*/ 16 w 795"/>
                  <a:gd name="T27" fmla="*/ 580 h 725"/>
                  <a:gd name="T28" fmla="*/ 300 w 795"/>
                  <a:gd name="T29" fmla="*/ 716 h 725"/>
                  <a:gd name="T30" fmla="*/ 341 w 795"/>
                  <a:gd name="T31" fmla="*/ 718 h 725"/>
                  <a:gd name="T32" fmla="*/ 473 w 795"/>
                  <a:gd name="T33" fmla="*/ 706 h 725"/>
                  <a:gd name="T34" fmla="*/ 501 w 795"/>
                  <a:gd name="T35" fmla="*/ 683 h 725"/>
                  <a:gd name="T36" fmla="*/ 553 w 795"/>
                  <a:gd name="T37" fmla="*/ 639 h 725"/>
                  <a:gd name="T38" fmla="*/ 605 w 795"/>
                  <a:gd name="T39" fmla="*/ 551 h 725"/>
                  <a:gd name="T40" fmla="*/ 761 w 795"/>
                  <a:gd name="T41" fmla="*/ 282 h 725"/>
                  <a:gd name="T42" fmla="*/ 764 w 795"/>
                  <a:gd name="T43" fmla="*/ 54 h 725"/>
                  <a:gd name="T44" fmla="*/ 767 w 795"/>
                  <a:gd name="T45" fmla="*/ 284 h 725"/>
                  <a:gd name="T46" fmla="*/ 610 w 795"/>
                  <a:gd name="T47" fmla="*/ 554 h 725"/>
                  <a:gd name="T48" fmla="*/ 559 w 795"/>
                  <a:gd name="T49" fmla="*/ 641 h 725"/>
                  <a:gd name="T50" fmla="*/ 505 w 795"/>
                  <a:gd name="T51" fmla="*/ 688 h 725"/>
                  <a:gd name="T52" fmla="*/ 477 w 795"/>
                  <a:gd name="T53" fmla="*/ 710 h 725"/>
                  <a:gd name="T54" fmla="*/ 341 w 795"/>
                  <a:gd name="T55" fmla="*/ 724 h 725"/>
                  <a:gd name="T56" fmla="*/ 299 w 795"/>
                  <a:gd name="T57" fmla="*/ 722 h 725"/>
                  <a:gd name="T58" fmla="*/ 11 w 795"/>
                  <a:gd name="T59" fmla="*/ 585 h 725"/>
                  <a:gd name="T60" fmla="*/ 10 w 795"/>
                  <a:gd name="T61" fmla="*/ 582 h 725"/>
                  <a:gd name="T62" fmla="*/ 26 w 795"/>
                  <a:gd name="T63" fmla="*/ 429 h 725"/>
                  <a:gd name="T64" fmla="*/ 110 w 795"/>
                  <a:gd name="T65" fmla="*/ 412 h 725"/>
                  <a:gd name="T66" fmla="*/ 124 w 795"/>
                  <a:gd name="T67" fmla="*/ 412 h 725"/>
                  <a:gd name="T68" fmla="*/ 126 w 795"/>
                  <a:gd name="T69" fmla="*/ 412 h 725"/>
                  <a:gd name="T70" fmla="*/ 317 w 795"/>
                  <a:gd name="T71" fmla="*/ 515 h 725"/>
                  <a:gd name="T72" fmla="*/ 386 w 795"/>
                  <a:gd name="T73" fmla="*/ 409 h 725"/>
                  <a:gd name="T74" fmla="*/ 462 w 795"/>
                  <a:gd name="T75" fmla="*/ 271 h 725"/>
                  <a:gd name="T76" fmla="*/ 526 w 795"/>
                  <a:gd name="T77" fmla="*/ 83 h 725"/>
                  <a:gd name="T78" fmla="*/ 554 w 795"/>
                  <a:gd name="T79" fmla="*/ 8 h 725"/>
                  <a:gd name="T80" fmla="*/ 595 w 795"/>
                  <a:gd name="T81" fmla="*/ 0 h 725"/>
                  <a:gd name="T82" fmla="*/ 764 w 795"/>
                  <a:gd name="T83" fmla="*/ 54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795" h="725">
                    <a:moveTo>
                      <a:pt x="761" y="282"/>
                    </a:moveTo>
                    <a:cubicBezTo>
                      <a:pt x="774" y="246"/>
                      <a:pt x="787" y="80"/>
                      <a:pt x="760" y="58"/>
                    </a:cubicBezTo>
                    <a:cubicBezTo>
                      <a:pt x="737" y="40"/>
                      <a:pt x="653" y="6"/>
                      <a:pt x="595" y="6"/>
                    </a:cubicBezTo>
                    <a:cubicBezTo>
                      <a:pt x="579" y="6"/>
                      <a:pt x="566" y="8"/>
                      <a:pt x="557" y="14"/>
                    </a:cubicBezTo>
                    <a:cubicBezTo>
                      <a:pt x="544" y="20"/>
                      <a:pt x="534" y="58"/>
                      <a:pt x="532" y="83"/>
                    </a:cubicBezTo>
                    <a:cubicBezTo>
                      <a:pt x="530" y="108"/>
                      <a:pt x="470" y="267"/>
                      <a:pt x="468" y="274"/>
                    </a:cubicBezTo>
                    <a:lnTo>
                      <a:pt x="468" y="274"/>
                    </a:lnTo>
                    <a:cubicBezTo>
                      <a:pt x="467" y="275"/>
                      <a:pt x="406" y="388"/>
                      <a:pt x="391" y="412"/>
                    </a:cubicBezTo>
                    <a:cubicBezTo>
                      <a:pt x="377" y="437"/>
                      <a:pt x="321" y="519"/>
                      <a:pt x="321" y="520"/>
                    </a:cubicBezTo>
                    <a:cubicBezTo>
                      <a:pt x="320" y="521"/>
                      <a:pt x="319" y="522"/>
                      <a:pt x="318" y="522"/>
                    </a:cubicBezTo>
                    <a:cubicBezTo>
                      <a:pt x="303" y="517"/>
                      <a:pt x="137" y="425"/>
                      <a:pt x="124" y="419"/>
                    </a:cubicBezTo>
                    <a:cubicBezTo>
                      <a:pt x="122" y="418"/>
                      <a:pt x="117" y="418"/>
                      <a:pt x="109" y="418"/>
                    </a:cubicBezTo>
                    <a:cubicBezTo>
                      <a:pt x="91" y="418"/>
                      <a:pt x="47" y="419"/>
                      <a:pt x="30" y="434"/>
                    </a:cubicBezTo>
                    <a:cubicBezTo>
                      <a:pt x="11" y="450"/>
                      <a:pt x="13" y="544"/>
                      <a:pt x="16" y="580"/>
                    </a:cubicBezTo>
                    <a:cubicBezTo>
                      <a:pt x="38" y="591"/>
                      <a:pt x="277" y="710"/>
                      <a:pt x="300" y="716"/>
                    </a:cubicBezTo>
                    <a:cubicBezTo>
                      <a:pt x="307" y="717"/>
                      <a:pt x="321" y="718"/>
                      <a:pt x="341" y="718"/>
                    </a:cubicBezTo>
                    <a:cubicBezTo>
                      <a:pt x="399" y="718"/>
                      <a:pt x="467" y="712"/>
                      <a:pt x="473" y="706"/>
                    </a:cubicBezTo>
                    <a:cubicBezTo>
                      <a:pt x="477" y="702"/>
                      <a:pt x="488" y="694"/>
                      <a:pt x="501" y="683"/>
                    </a:cubicBezTo>
                    <a:cubicBezTo>
                      <a:pt x="521" y="668"/>
                      <a:pt x="550" y="644"/>
                      <a:pt x="553" y="639"/>
                    </a:cubicBezTo>
                    <a:cubicBezTo>
                      <a:pt x="554" y="635"/>
                      <a:pt x="572" y="607"/>
                      <a:pt x="605" y="551"/>
                    </a:cubicBezTo>
                    <a:cubicBezTo>
                      <a:pt x="664" y="453"/>
                      <a:pt x="753" y="306"/>
                      <a:pt x="761" y="282"/>
                    </a:cubicBezTo>
                    <a:close/>
                    <a:moveTo>
                      <a:pt x="764" y="54"/>
                    </a:moveTo>
                    <a:cubicBezTo>
                      <a:pt x="794" y="78"/>
                      <a:pt x="779" y="248"/>
                      <a:pt x="767" y="284"/>
                    </a:cubicBezTo>
                    <a:cubicBezTo>
                      <a:pt x="759" y="308"/>
                      <a:pt x="669" y="456"/>
                      <a:pt x="610" y="554"/>
                    </a:cubicBezTo>
                    <a:cubicBezTo>
                      <a:pt x="583" y="599"/>
                      <a:pt x="560" y="638"/>
                      <a:pt x="559" y="641"/>
                    </a:cubicBezTo>
                    <a:cubicBezTo>
                      <a:pt x="556" y="648"/>
                      <a:pt x="534" y="665"/>
                      <a:pt x="505" y="688"/>
                    </a:cubicBezTo>
                    <a:cubicBezTo>
                      <a:pt x="492" y="698"/>
                      <a:pt x="481" y="707"/>
                      <a:pt x="477" y="710"/>
                    </a:cubicBezTo>
                    <a:cubicBezTo>
                      <a:pt x="468" y="720"/>
                      <a:pt x="385" y="724"/>
                      <a:pt x="341" y="724"/>
                    </a:cubicBezTo>
                    <a:cubicBezTo>
                      <a:pt x="327" y="724"/>
                      <a:pt x="308" y="723"/>
                      <a:pt x="299" y="722"/>
                    </a:cubicBezTo>
                    <a:cubicBezTo>
                      <a:pt x="274" y="715"/>
                      <a:pt x="22" y="591"/>
                      <a:pt x="11" y="585"/>
                    </a:cubicBezTo>
                    <a:cubicBezTo>
                      <a:pt x="11" y="585"/>
                      <a:pt x="10" y="584"/>
                      <a:pt x="10" y="582"/>
                    </a:cubicBezTo>
                    <a:cubicBezTo>
                      <a:pt x="9" y="577"/>
                      <a:pt x="0" y="450"/>
                      <a:pt x="26" y="429"/>
                    </a:cubicBezTo>
                    <a:cubicBezTo>
                      <a:pt x="44" y="414"/>
                      <a:pt x="86" y="412"/>
                      <a:pt x="110" y="412"/>
                    </a:cubicBezTo>
                    <a:cubicBezTo>
                      <a:pt x="118" y="412"/>
                      <a:pt x="124" y="412"/>
                      <a:pt x="124" y="412"/>
                    </a:cubicBezTo>
                    <a:cubicBezTo>
                      <a:pt x="125" y="412"/>
                      <a:pt x="126" y="412"/>
                      <a:pt x="126" y="412"/>
                    </a:cubicBezTo>
                    <a:cubicBezTo>
                      <a:pt x="185" y="445"/>
                      <a:pt x="298" y="507"/>
                      <a:pt x="317" y="515"/>
                    </a:cubicBezTo>
                    <a:cubicBezTo>
                      <a:pt x="326" y="502"/>
                      <a:pt x="373" y="431"/>
                      <a:pt x="386" y="409"/>
                    </a:cubicBezTo>
                    <a:cubicBezTo>
                      <a:pt x="399" y="385"/>
                      <a:pt x="459" y="277"/>
                      <a:pt x="462" y="271"/>
                    </a:cubicBezTo>
                    <a:cubicBezTo>
                      <a:pt x="465" y="265"/>
                      <a:pt x="524" y="106"/>
                      <a:pt x="526" y="83"/>
                    </a:cubicBezTo>
                    <a:cubicBezTo>
                      <a:pt x="528" y="58"/>
                      <a:pt x="538" y="16"/>
                      <a:pt x="554" y="8"/>
                    </a:cubicBezTo>
                    <a:cubicBezTo>
                      <a:pt x="565" y="2"/>
                      <a:pt x="578" y="0"/>
                      <a:pt x="595" y="0"/>
                    </a:cubicBezTo>
                    <a:cubicBezTo>
                      <a:pt x="654" y="0"/>
                      <a:pt x="740" y="35"/>
                      <a:pt x="764" y="54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5" name="îSlíďè">
                <a:extLst>
                  <a:ext uri="{FF2B5EF4-FFF2-40B4-BE49-F238E27FC236}">
                    <a16:creationId xmlns:a16="http://schemas.microsoft.com/office/drawing/2014/main" id="{8922453B-CD2D-4190-B502-E3BD7DF46532}"/>
                  </a:ext>
                </a:extLst>
              </p:cNvPr>
              <p:cNvSpPr/>
              <p:nvPr/>
            </p:nvSpPr>
            <p:spPr bwMode="auto">
              <a:xfrm>
                <a:off x="3300637" y="5547158"/>
                <a:ext cx="68943" cy="60235"/>
              </a:xfrm>
              <a:custGeom>
                <a:avLst/>
                <a:gdLst>
                  <a:gd name="T0" fmla="*/ 31 w 34"/>
                  <a:gd name="T1" fmla="*/ 26 h 33"/>
                  <a:gd name="T2" fmla="*/ 33 w 34"/>
                  <a:gd name="T3" fmla="*/ 30 h 33"/>
                  <a:gd name="T4" fmla="*/ 30 w 34"/>
                  <a:gd name="T5" fmla="*/ 32 h 33"/>
                  <a:gd name="T6" fmla="*/ 29 w 34"/>
                  <a:gd name="T7" fmla="*/ 32 h 33"/>
                  <a:gd name="T8" fmla="*/ 2 w 34"/>
                  <a:gd name="T9" fmla="*/ 5 h 33"/>
                  <a:gd name="T10" fmla="*/ 2 w 34"/>
                  <a:gd name="T11" fmla="*/ 1 h 33"/>
                  <a:gd name="T12" fmla="*/ 6 w 34"/>
                  <a:gd name="T13" fmla="*/ 2 h 33"/>
                  <a:gd name="T14" fmla="*/ 31 w 34"/>
                  <a:gd name="T15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33">
                    <a:moveTo>
                      <a:pt x="31" y="26"/>
                    </a:moveTo>
                    <a:cubicBezTo>
                      <a:pt x="32" y="26"/>
                      <a:pt x="33" y="28"/>
                      <a:pt x="33" y="30"/>
                    </a:cubicBezTo>
                    <a:cubicBezTo>
                      <a:pt x="32" y="31"/>
                      <a:pt x="31" y="32"/>
                      <a:pt x="30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17" y="29"/>
                      <a:pt x="8" y="15"/>
                      <a:pt x="2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4" y="0"/>
                      <a:pt x="5" y="0"/>
                      <a:pt x="6" y="2"/>
                    </a:cubicBezTo>
                    <a:cubicBezTo>
                      <a:pt x="13" y="11"/>
                      <a:pt x="21" y="23"/>
                      <a:pt x="31" y="2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6" name="išlïḋê">
                <a:extLst>
                  <a:ext uri="{FF2B5EF4-FFF2-40B4-BE49-F238E27FC236}">
                    <a16:creationId xmlns:a16="http://schemas.microsoft.com/office/drawing/2014/main" id="{EEB9375B-6096-4B4C-9AF3-15A23A6F072D}"/>
                  </a:ext>
                </a:extLst>
              </p:cNvPr>
              <p:cNvSpPr/>
              <p:nvPr/>
            </p:nvSpPr>
            <p:spPr bwMode="auto">
              <a:xfrm>
                <a:off x="3748765" y="5624604"/>
                <a:ext cx="198213" cy="51632"/>
              </a:xfrm>
              <a:custGeom>
                <a:avLst/>
                <a:gdLst>
                  <a:gd name="T0" fmla="*/ 97 w 101"/>
                  <a:gd name="T1" fmla="*/ 19 h 27"/>
                  <a:gd name="T2" fmla="*/ 99 w 101"/>
                  <a:gd name="T3" fmla="*/ 23 h 27"/>
                  <a:gd name="T4" fmla="*/ 97 w 101"/>
                  <a:gd name="T5" fmla="*/ 26 h 27"/>
                  <a:gd name="T6" fmla="*/ 95 w 101"/>
                  <a:gd name="T7" fmla="*/ 25 h 27"/>
                  <a:gd name="T8" fmla="*/ 5 w 101"/>
                  <a:gd name="T9" fmla="*/ 16 h 27"/>
                  <a:gd name="T10" fmla="*/ 1 w 101"/>
                  <a:gd name="T11" fmla="*/ 13 h 27"/>
                  <a:gd name="T12" fmla="*/ 3 w 101"/>
                  <a:gd name="T13" fmla="*/ 10 h 27"/>
                  <a:gd name="T14" fmla="*/ 97 w 101"/>
                  <a:gd name="T15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27">
                    <a:moveTo>
                      <a:pt x="97" y="19"/>
                    </a:moveTo>
                    <a:cubicBezTo>
                      <a:pt x="99" y="20"/>
                      <a:pt x="100" y="22"/>
                      <a:pt x="99" y="23"/>
                    </a:cubicBezTo>
                    <a:cubicBezTo>
                      <a:pt x="99" y="25"/>
                      <a:pt x="97" y="26"/>
                      <a:pt x="97" y="26"/>
                    </a:cubicBezTo>
                    <a:cubicBezTo>
                      <a:pt x="96" y="26"/>
                      <a:pt x="96" y="26"/>
                      <a:pt x="95" y="25"/>
                    </a:cubicBezTo>
                    <a:cubicBezTo>
                      <a:pt x="60" y="10"/>
                      <a:pt x="33" y="8"/>
                      <a:pt x="5" y="16"/>
                    </a:cubicBezTo>
                    <a:cubicBezTo>
                      <a:pt x="3" y="16"/>
                      <a:pt x="1" y="15"/>
                      <a:pt x="1" y="13"/>
                    </a:cubicBezTo>
                    <a:cubicBezTo>
                      <a:pt x="0" y="12"/>
                      <a:pt x="1" y="10"/>
                      <a:pt x="3" y="10"/>
                    </a:cubicBezTo>
                    <a:cubicBezTo>
                      <a:pt x="41" y="0"/>
                      <a:pt x="72" y="9"/>
                      <a:pt x="97" y="19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7" name="îśḻiďé">
                <a:extLst>
                  <a:ext uri="{FF2B5EF4-FFF2-40B4-BE49-F238E27FC236}">
                    <a16:creationId xmlns:a16="http://schemas.microsoft.com/office/drawing/2014/main" id="{22EBA7EC-029E-4368-84FA-51074B6B8336}"/>
                  </a:ext>
                </a:extLst>
              </p:cNvPr>
              <p:cNvSpPr/>
              <p:nvPr/>
            </p:nvSpPr>
            <p:spPr bwMode="auto">
              <a:xfrm>
                <a:off x="3800472" y="6459331"/>
                <a:ext cx="51707" cy="206530"/>
              </a:xfrm>
              <a:custGeom>
                <a:avLst/>
                <a:gdLst>
                  <a:gd name="T0" fmla="*/ 20 w 27"/>
                  <a:gd name="T1" fmla="*/ 2 h 104"/>
                  <a:gd name="T2" fmla="*/ 24 w 27"/>
                  <a:gd name="T3" fmla="*/ 1 h 104"/>
                  <a:gd name="T4" fmla="*/ 24 w 27"/>
                  <a:gd name="T5" fmla="*/ 5 h 104"/>
                  <a:gd name="T6" fmla="*/ 20 w 27"/>
                  <a:gd name="T7" fmla="*/ 99 h 104"/>
                  <a:gd name="T8" fmla="*/ 17 w 27"/>
                  <a:gd name="T9" fmla="*/ 103 h 104"/>
                  <a:gd name="T10" fmla="*/ 17 w 27"/>
                  <a:gd name="T11" fmla="*/ 103 h 104"/>
                  <a:gd name="T12" fmla="*/ 13 w 27"/>
                  <a:gd name="T13" fmla="*/ 101 h 104"/>
                  <a:gd name="T14" fmla="*/ 20 w 27"/>
                  <a:gd name="T15" fmla="*/ 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104">
                    <a:moveTo>
                      <a:pt x="20" y="2"/>
                    </a:moveTo>
                    <a:cubicBezTo>
                      <a:pt x="20" y="0"/>
                      <a:pt x="24" y="0"/>
                      <a:pt x="24" y="1"/>
                    </a:cubicBezTo>
                    <a:cubicBezTo>
                      <a:pt x="26" y="2"/>
                      <a:pt x="26" y="4"/>
                      <a:pt x="24" y="5"/>
                    </a:cubicBezTo>
                    <a:cubicBezTo>
                      <a:pt x="6" y="28"/>
                      <a:pt x="10" y="74"/>
                      <a:pt x="20" y="99"/>
                    </a:cubicBezTo>
                    <a:cubicBezTo>
                      <a:pt x="20" y="101"/>
                      <a:pt x="19" y="102"/>
                      <a:pt x="17" y="103"/>
                    </a:cubicBezTo>
                    <a:lnTo>
                      <a:pt x="17" y="103"/>
                    </a:lnTo>
                    <a:cubicBezTo>
                      <a:pt x="15" y="103"/>
                      <a:pt x="14" y="102"/>
                      <a:pt x="13" y="101"/>
                    </a:cubicBezTo>
                    <a:cubicBezTo>
                      <a:pt x="3" y="75"/>
                      <a:pt x="0" y="26"/>
                      <a:pt x="20" y="2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8" name="iś1íḑê">
                <a:extLst>
                  <a:ext uri="{FF2B5EF4-FFF2-40B4-BE49-F238E27FC236}">
                    <a16:creationId xmlns:a16="http://schemas.microsoft.com/office/drawing/2014/main" id="{527B3DDA-9252-4266-96BD-C63A766CF7FB}"/>
                  </a:ext>
                </a:extLst>
              </p:cNvPr>
              <p:cNvSpPr/>
              <p:nvPr/>
            </p:nvSpPr>
            <p:spPr bwMode="auto">
              <a:xfrm>
                <a:off x="3843564" y="6442120"/>
                <a:ext cx="198208" cy="258162"/>
              </a:xfrm>
              <a:custGeom>
                <a:avLst/>
                <a:gdLst>
                  <a:gd name="T0" fmla="*/ 79 w 101"/>
                  <a:gd name="T1" fmla="*/ 112 h 134"/>
                  <a:gd name="T2" fmla="*/ 98 w 101"/>
                  <a:gd name="T3" fmla="*/ 128 h 134"/>
                  <a:gd name="T4" fmla="*/ 98 w 101"/>
                  <a:gd name="T5" fmla="*/ 133 h 134"/>
                  <a:gd name="T6" fmla="*/ 96 w 101"/>
                  <a:gd name="T7" fmla="*/ 133 h 134"/>
                  <a:gd name="T8" fmla="*/ 94 w 101"/>
                  <a:gd name="T9" fmla="*/ 133 h 134"/>
                  <a:gd name="T10" fmla="*/ 75 w 101"/>
                  <a:gd name="T11" fmla="*/ 117 h 134"/>
                  <a:gd name="T12" fmla="*/ 46 w 101"/>
                  <a:gd name="T13" fmla="*/ 89 h 134"/>
                  <a:gd name="T14" fmla="*/ 39 w 101"/>
                  <a:gd name="T15" fmla="*/ 78 h 134"/>
                  <a:gd name="T16" fmla="*/ 1 w 101"/>
                  <a:gd name="T17" fmla="*/ 4 h 134"/>
                  <a:gd name="T18" fmla="*/ 3 w 101"/>
                  <a:gd name="T19" fmla="*/ 0 h 134"/>
                  <a:gd name="T20" fmla="*/ 7 w 101"/>
                  <a:gd name="T21" fmla="*/ 3 h 134"/>
                  <a:gd name="T22" fmla="*/ 43 w 101"/>
                  <a:gd name="T23" fmla="*/ 74 h 134"/>
                  <a:gd name="T24" fmla="*/ 52 w 101"/>
                  <a:gd name="T25" fmla="*/ 85 h 134"/>
                  <a:gd name="T26" fmla="*/ 79 w 101"/>
                  <a:gd name="T27" fmla="*/ 112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134">
                    <a:moveTo>
                      <a:pt x="79" y="112"/>
                    </a:moveTo>
                    <a:cubicBezTo>
                      <a:pt x="85" y="116"/>
                      <a:pt x="91" y="121"/>
                      <a:pt x="98" y="128"/>
                    </a:cubicBezTo>
                    <a:cubicBezTo>
                      <a:pt x="100" y="129"/>
                      <a:pt x="100" y="131"/>
                      <a:pt x="98" y="133"/>
                    </a:cubicBezTo>
                    <a:cubicBezTo>
                      <a:pt x="97" y="133"/>
                      <a:pt x="97" y="133"/>
                      <a:pt x="96" y="133"/>
                    </a:cubicBezTo>
                    <a:cubicBezTo>
                      <a:pt x="95" y="133"/>
                      <a:pt x="94" y="133"/>
                      <a:pt x="94" y="133"/>
                    </a:cubicBezTo>
                    <a:cubicBezTo>
                      <a:pt x="88" y="126"/>
                      <a:pt x="81" y="121"/>
                      <a:pt x="75" y="117"/>
                    </a:cubicBezTo>
                    <a:cubicBezTo>
                      <a:pt x="65" y="109"/>
                      <a:pt x="56" y="102"/>
                      <a:pt x="46" y="89"/>
                    </a:cubicBezTo>
                    <a:cubicBezTo>
                      <a:pt x="44" y="85"/>
                      <a:pt x="42" y="81"/>
                      <a:pt x="39" y="78"/>
                    </a:cubicBezTo>
                    <a:cubicBezTo>
                      <a:pt x="25" y="60"/>
                      <a:pt x="7" y="36"/>
                      <a:pt x="1" y="4"/>
                    </a:cubicBezTo>
                    <a:cubicBezTo>
                      <a:pt x="0" y="3"/>
                      <a:pt x="2" y="1"/>
                      <a:pt x="3" y="0"/>
                    </a:cubicBezTo>
                    <a:cubicBezTo>
                      <a:pt x="5" y="0"/>
                      <a:pt x="6" y="1"/>
                      <a:pt x="7" y="3"/>
                    </a:cubicBezTo>
                    <a:cubicBezTo>
                      <a:pt x="13" y="33"/>
                      <a:pt x="30" y="56"/>
                      <a:pt x="43" y="74"/>
                    </a:cubicBezTo>
                    <a:cubicBezTo>
                      <a:pt x="46" y="78"/>
                      <a:pt x="49" y="81"/>
                      <a:pt x="52" y="85"/>
                    </a:cubicBezTo>
                    <a:cubicBezTo>
                      <a:pt x="61" y="97"/>
                      <a:pt x="70" y="104"/>
                      <a:pt x="79" y="112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89" name="îṩlîḑè">
                <a:extLst>
                  <a:ext uri="{FF2B5EF4-FFF2-40B4-BE49-F238E27FC236}">
                    <a16:creationId xmlns:a16="http://schemas.microsoft.com/office/drawing/2014/main" id="{878D8CBB-0F91-4D86-935F-F11DE2EC8854}"/>
                  </a:ext>
                </a:extLst>
              </p:cNvPr>
              <p:cNvSpPr/>
              <p:nvPr/>
            </p:nvSpPr>
            <p:spPr bwMode="auto">
              <a:xfrm>
                <a:off x="3274786" y="6502356"/>
                <a:ext cx="68943" cy="94662"/>
              </a:xfrm>
              <a:custGeom>
                <a:avLst/>
                <a:gdLst>
                  <a:gd name="T0" fmla="*/ 18 w 37"/>
                  <a:gd name="T1" fmla="*/ 40 h 47"/>
                  <a:gd name="T2" fmla="*/ 30 w 37"/>
                  <a:gd name="T3" fmla="*/ 24 h 47"/>
                  <a:gd name="T4" fmla="*/ 18 w 37"/>
                  <a:gd name="T5" fmla="*/ 7 h 47"/>
                  <a:gd name="T6" fmla="*/ 7 w 37"/>
                  <a:gd name="T7" fmla="*/ 24 h 47"/>
                  <a:gd name="T8" fmla="*/ 18 w 37"/>
                  <a:gd name="T9" fmla="*/ 40 h 47"/>
                  <a:gd name="T10" fmla="*/ 18 w 37"/>
                  <a:gd name="T11" fmla="*/ 0 h 47"/>
                  <a:gd name="T12" fmla="*/ 36 w 37"/>
                  <a:gd name="T13" fmla="*/ 24 h 47"/>
                  <a:gd name="T14" fmla="*/ 18 w 37"/>
                  <a:gd name="T15" fmla="*/ 46 h 47"/>
                  <a:gd name="T16" fmla="*/ 0 w 37"/>
                  <a:gd name="T17" fmla="*/ 24 h 47"/>
                  <a:gd name="T18" fmla="*/ 18 w 37"/>
                  <a:gd name="T1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" h="47">
                    <a:moveTo>
                      <a:pt x="18" y="40"/>
                    </a:moveTo>
                    <a:cubicBezTo>
                      <a:pt x="25" y="40"/>
                      <a:pt x="30" y="33"/>
                      <a:pt x="30" y="24"/>
                    </a:cubicBezTo>
                    <a:cubicBezTo>
                      <a:pt x="30" y="15"/>
                      <a:pt x="25" y="7"/>
                      <a:pt x="18" y="7"/>
                    </a:cubicBezTo>
                    <a:cubicBezTo>
                      <a:pt x="12" y="7"/>
                      <a:pt x="7" y="15"/>
                      <a:pt x="7" y="24"/>
                    </a:cubicBezTo>
                    <a:cubicBezTo>
                      <a:pt x="7" y="33"/>
                      <a:pt x="12" y="40"/>
                      <a:pt x="18" y="40"/>
                    </a:cubicBezTo>
                    <a:close/>
                    <a:moveTo>
                      <a:pt x="18" y="0"/>
                    </a:moveTo>
                    <a:cubicBezTo>
                      <a:pt x="28" y="0"/>
                      <a:pt x="36" y="12"/>
                      <a:pt x="36" y="24"/>
                    </a:cubicBezTo>
                    <a:cubicBezTo>
                      <a:pt x="36" y="37"/>
                      <a:pt x="28" y="46"/>
                      <a:pt x="18" y="46"/>
                    </a:cubicBezTo>
                    <a:cubicBezTo>
                      <a:pt x="8" y="46"/>
                      <a:pt x="0" y="37"/>
                      <a:pt x="0" y="24"/>
                    </a:cubicBezTo>
                    <a:cubicBezTo>
                      <a:pt x="0" y="12"/>
                      <a:pt x="8" y="0"/>
                      <a:pt x="18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0" name="ïsḻîḑe">
                <a:extLst>
                  <a:ext uri="{FF2B5EF4-FFF2-40B4-BE49-F238E27FC236}">
                    <a16:creationId xmlns:a16="http://schemas.microsoft.com/office/drawing/2014/main" id="{1CCA8884-69D0-4C0B-A85D-0806CA9DE866}"/>
                  </a:ext>
                </a:extLst>
              </p:cNvPr>
              <p:cNvSpPr/>
              <p:nvPr/>
            </p:nvSpPr>
            <p:spPr bwMode="auto">
              <a:xfrm>
                <a:off x="3335108" y="6545385"/>
                <a:ext cx="68943" cy="94657"/>
              </a:xfrm>
              <a:custGeom>
                <a:avLst/>
                <a:gdLst>
                  <a:gd name="T0" fmla="*/ 18 w 37"/>
                  <a:gd name="T1" fmla="*/ 39 h 47"/>
                  <a:gd name="T2" fmla="*/ 30 w 37"/>
                  <a:gd name="T3" fmla="*/ 23 h 47"/>
                  <a:gd name="T4" fmla="*/ 18 w 37"/>
                  <a:gd name="T5" fmla="*/ 6 h 47"/>
                  <a:gd name="T6" fmla="*/ 6 w 37"/>
                  <a:gd name="T7" fmla="*/ 23 h 47"/>
                  <a:gd name="T8" fmla="*/ 18 w 37"/>
                  <a:gd name="T9" fmla="*/ 39 h 47"/>
                  <a:gd name="T10" fmla="*/ 18 w 37"/>
                  <a:gd name="T11" fmla="*/ 0 h 47"/>
                  <a:gd name="T12" fmla="*/ 36 w 37"/>
                  <a:gd name="T13" fmla="*/ 23 h 47"/>
                  <a:gd name="T14" fmla="*/ 18 w 37"/>
                  <a:gd name="T15" fmla="*/ 46 h 47"/>
                  <a:gd name="T16" fmla="*/ 0 w 37"/>
                  <a:gd name="T17" fmla="*/ 23 h 47"/>
                  <a:gd name="T18" fmla="*/ 18 w 37"/>
                  <a:gd name="T1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" h="47">
                    <a:moveTo>
                      <a:pt x="18" y="39"/>
                    </a:moveTo>
                    <a:cubicBezTo>
                      <a:pt x="24" y="39"/>
                      <a:pt x="30" y="33"/>
                      <a:pt x="30" y="23"/>
                    </a:cubicBezTo>
                    <a:cubicBezTo>
                      <a:pt x="30" y="14"/>
                      <a:pt x="24" y="6"/>
                      <a:pt x="18" y="6"/>
                    </a:cubicBezTo>
                    <a:cubicBezTo>
                      <a:pt x="11" y="6"/>
                      <a:pt x="6" y="14"/>
                      <a:pt x="6" y="23"/>
                    </a:cubicBezTo>
                    <a:cubicBezTo>
                      <a:pt x="6" y="33"/>
                      <a:pt x="11" y="39"/>
                      <a:pt x="18" y="39"/>
                    </a:cubicBezTo>
                    <a:close/>
                    <a:moveTo>
                      <a:pt x="18" y="0"/>
                    </a:moveTo>
                    <a:cubicBezTo>
                      <a:pt x="28" y="0"/>
                      <a:pt x="36" y="10"/>
                      <a:pt x="36" y="23"/>
                    </a:cubicBezTo>
                    <a:cubicBezTo>
                      <a:pt x="36" y="36"/>
                      <a:pt x="28" y="46"/>
                      <a:pt x="18" y="46"/>
                    </a:cubicBezTo>
                    <a:cubicBezTo>
                      <a:pt x="8" y="46"/>
                      <a:pt x="0" y="36"/>
                      <a:pt x="0" y="23"/>
                    </a:cubicBezTo>
                    <a:cubicBezTo>
                      <a:pt x="0" y="10"/>
                      <a:pt x="8" y="0"/>
                      <a:pt x="18" y="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1" name="ï$ḻíḑê">
                <a:extLst>
                  <a:ext uri="{FF2B5EF4-FFF2-40B4-BE49-F238E27FC236}">
                    <a16:creationId xmlns:a16="http://schemas.microsoft.com/office/drawing/2014/main" id="{22BACE1D-88BC-44E5-8BBE-2A2A8B9BB3B8}"/>
                  </a:ext>
                </a:extLst>
              </p:cNvPr>
              <p:cNvSpPr/>
              <p:nvPr/>
            </p:nvSpPr>
            <p:spPr bwMode="auto">
              <a:xfrm>
                <a:off x="3093808" y="5908585"/>
                <a:ext cx="43092" cy="34422"/>
              </a:xfrm>
              <a:custGeom>
                <a:avLst/>
                <a:gdLst>
                  <a:gd name="T0" fmla="*/ 15 w 20"/>
                  <a:gd name="T1" fmla="*/ 0 h 17"/>
                  <a:gd name="T2" fmla="*/ 19 w 20"/>
                  <a:gd name="T3" fmla="*/ 2 h 17"/>
                  <a:gd name="T4" fmla="*/ 17 w 20"/>
                  <a:gd name="T5" fmla="*/ 6 h 17"/>
                  <a:gd name="T6" fmla="*/ 6 w 20"/>
                  <a:gd name="T7" fmla="*/ 14 h 17"/>
                  <a:gd name="T8" fmla="*/ 4 w 20"/>
                  <a:gd name="T9" fmla="*/ 16 h 17"/>
                  <a:gd name="T10" fmla="*/ 3 w 20"/>
                  <a:gd name="T11" fmla="*/ 15 h 17"/>
                  <a:gd name="T12" fmla="*/ 1 w 20"/>
                  <a:gd name="T13" fmla="*/ 10 h 17"/>
                  <a:gd name="T14" fmla="*/ 15 w 20"/>
                  <a:gd name="T1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7">
                    <a:moveTo>
                      <a:pt x="15" y="0"/>
                    </a:moveTo>
                    <a:cubicBezTo>
                      <a:pt x="17" y="0"/>
                      <a:pt x="19" y="0"/>
                      <a:pt x="19" y="2"/>
                    </a:cubicBezTo>
                    <a:cubicBezTo>
                      <a:pt x="19" y="4"/>
                      <a:pt x="19" y="5"/>
                      <a:pt x="17" y="6"/>
                    </a:cubicBezTo>
                    <a:cubicBezTo>
                      <a:pt x="13" y="7"/>
                      <a:pt x="9" y="10"/>
                      <a:pt x="6" y="14"/>
                    </a:cubicBezTo>
                    <a:cubicBezTo>
                      <a:pt x="6" y="15"/>
                      <a:pt x="5" y="16"/>
                      <a:pt x="4" y="16"/>
                    </a:cubicBezTo>
                    <a:cubicBezTo>
                      <a:pt x="3" y="16"/>
                      <a:pt x="3" y="16"/>
                      <a:pt x="3" y="15"/>
                    </a:cubicBezTo>
                    <a:cubicBezTo>
                      <a:pt x="1" y="14"/>
                      <a:pt x="0" y="12"/>
                      <a:pt x="1" y="10"/>
                    </a:cubicBezTo>
                    <a:cubicBezTo>
                      <a:pt x="3" y="8"/>
                      <a:pt x="8" y="2"/>
                      <a:pt x="15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2" name="îṡḻïḓê">
                <a:extLst>
                  <a:ext uri="{FF2B5EF4-FFF2-40B4-BE49-F238E27FC236}">
                    <a16:creationId xmlns:a16="http://schemas.microsoft.com/office/drawing/2014/main" id="{AFC2E81B-D414-43DE-9917-89252E5F0CA6}"/>
                  </a:ext>
                </a:extLst>
              </p:cNvPr>
              <p:cNvSpPr/>
              <p:nvPr/>
            </p:nvSpPr>
            <p:spPr bwMode="auto">
              <a:xfrm>
                <a:off x="2973158" y="5856953"/>
                <a:ext cx="94799" cy="60235"/>
              </a:xfrm>
              <a:custGeom>
                <a:avLst/>
                <a:gdLst>
                  <a:gd name="T0" fmla="*/ 11 w 50"/>
                  <a:gd name="T1" fmla="*/ 7 h 33"/>
                  <a:gd name="T2" fmla="*/ 49 w 50"/>
                  <a:gd name="T3" fmla="*/ 17 h 33"/>
                  <a:gd name="T4" fmla="*/ 27 w 50"/>
                  <a:gd name="T5" fmla="*/ 32 h 33"/>
                  <a:gd name="T6" fmla="*/ 11 w 50"/>
                  <a:gd name="T7" fmla="*/ 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33">
                    <a:moveTo>
                      <a:pt x="11" y="7"/>
                    </a:moveTo>
                    <a:cubicBezTo>
                      <a:pt x="23" y="0"/>
                      <a:pt x="49" y="17"/>
                      <a:pt x="49" y="17"/>
                    </a:cubicBezTo>
                    <a:lnTo>
                      <a:pt x="27" y="32"/>
                    </a:lnTo>
                    <a:cubicBezTo>
                      <a:pt x="27" y="32"/>
                      <a:pt x="0" y="13"/>
                      <a:pt x="11" y="7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3" name="íṡľïḍè">
                <a:extLst>
                  <a:ext uri="{FF2B5EF4-FFF2-40B4-BE49-F238E27FC236}">
                    <a16:creationId xmlns:a16="http://schemas.microsoft.com/office/drawing/2014/main" id="{43C9FFF2-EE8B-4DF0-A79E-DC7530F12745}"/>
                  </a:ext>
                </a:extLst>
              </p:cNvPr>
              <p:cNvSpPr/>
              <p:nvPr/>
            </p:nvSpPr>
            <p:spPr bwMode="auto">
              <a:xfrm>
                <a:off x="2981779" y="5865556"/>
                <a:ext cx="94794" cy="68843"/>
              </a:xfrm>
              <a:custGeom>
                <a:avLst/>
                <a:gdLst>
                  <a:gd name="T0" fmla="*/ 23 w 50"/>
                  <a:gd name="T1" fmla="*/ 26 h 34"/>
                  <a:gd name="T2" fmla="*/ 40 w 50"/>
                  <a:gd name="T3" fmla="*/ 14 h 34"/>
                  <a:gd name="T4" fmla="*/ 15 w 50"/>
                  <a:gd name="T5" fmla="*/ 6 h 34"/>
                  <a:gd name="T6" fmla="*/ 8 w 50"/>
                  <a:gd name="T7" fmla="*/ 8 h 34"/>
                  <a:gd name="T8" fmla="*/ 6 w 50"/>
                  <a:gd name="T9" fmla="*/ 9 h 34"/>
                  <a:gd name="T10" fmla="*/ 23 w 50"/>
                  <a:gd name="T11" fmla="*/ 26 h 34"/>
                  <a:gd name="T12" fmla="*/ 48 w 50"/>
                  <a:gd name="T13" fmla="*/ 11 h 34"/>
                  <a:gd name="T14" fmla="*/ 49 w 50"/>
                  <a:gd name="T15" fmla="*/ 14 h 34"/>
                  <a:gd name="T16" fmla="*/ 49 w 50"/>
                  <a:gd name="T17" fmla="*/ 16 h 34"/>
                  <a:gd name="T18" fmla="*/ 25 w 50"/>
                  <a:gd name="T19" fmla="*/ 32 h 34"/>
                  <a:gd name="T20" fmla="*/ 23 w 50"/>
                  <a:gd name="T21" fmla="*/ 33 h 34"/>
                  <a:gd name="T22" fmla="*/ 22 w 50"/>
                  <a:gd name="T23" fmla="*/ 32 h 34"/>
                  <a:gd name="T24" fmla="*/ 0 w 50"/>
                  <a:gd name="T25" fmla="*/ 9 h 34"/>
                  <a:gd name="T26" fmla="*/ 5 w 50"/>
                  <a:gd name="T27" fmla="*/ 2 h 34"/>
                  <a:gd name="T28" fmla="*/ 15 w 50"/>
                  <a:gd name="T29" fmla="*/ 0 h 34"/>
                  <a:gd name="T30" fmla="*/ 48 w 50"/>
                  <a:gd name="T31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0" h="34">
                    <a:moveTo>
                      <a:pt x="23" y="26"/>
                    </a:moveTo>
                    <a:lnTo>
                      <a:pt x="40" y="14"/>
                    </a:lnTo>
                    <a:cubicBezTo>
                      <a:pt x="35" y="11"/>
                      <a:pt x="23" y="6"/>
                      <a:pt x="15" y="6"/>
                    </a:cubicBezTo>
                    <a:cubicBezTo>
                      <a:pt x="12" y="6"/>
                      <a:pt x="9" y="7"/>
                      <a:pt x="8" y="8"/>
                    </a:cubicBezTo>
                    <a:cubicBezTo>
                      <a:pt x="6" y="8"/>
                      <a:pt x="6" y="9"/>
                      <a:pt x="6" y="9"/>
                    </a:cubicBezTo>
                    <a:cubicBezTo>
                      <a:pt x="6" y="12"/>
                      <a:pt x="15" y="20"/>
                      <a:pt x="23" y="26"/>
                    </a:cubicBezTo>
                    <a:close/>
                    <a:moveTo>
                      <a:pt x="48" y="11"/>
                    </a:moveTo>
                    <a:cubicBezTo>
                      <a:pt x="49" y="12"/>
                      <a:pt x="49" y="13"/>
                      <a:pt x="49" y="14"/>
                    </a:cubicBezTo>
                    <a:cubicBezTo>
                      <a:pt x="49" y="15"/>
                      <a:pt x="49" y="16"/>
                      <a:pt x="49" y="16"/>
                    </a:cubicBezTo>
                    <a:lnTo>
                      <a:pt x="25" y="32"/>
                    </a:lnTo>
                    <a:cubicBezTo>
                      <a:pt x="24" y="33"/>
                      <a:pt x="24" y="33"/>
                      <a:pt x="23" y="33"/>
                    </a:cubicBezTo>
                    <a:cubicBezTo>
                      <a:pt x="22" y="33"/>
                      <a:pt x="22" y="33"/>
                      <a:pt x="22" y="32"/>
                    </a:cubicBezTo>
                    <a:cubicBezTo>
                      <a:pt x="16" y="29"/>
                      <a:pt x="0" y="17"/>
                      <a:pt x="0" y="9"/>
                    </a:cubicBezTo>
                    <a:cubicBezTo>
                      <a:pt x="0" y="7"/>
                      <a:pt x="1" y="4"/>
                      <a:pt x="5" y="2"/>
                    </a:cubicBezTo>
                    <a:cubicBezTo>
                      <a:pt x="8" y="1"/>
                      <a:pt x="11" y="0"/>
                      <a:pt x="15" y="0"/>
                    </a:cubicBezTo>
                    <a:cubicBezTo>
                      <a:pt x="29" y="0"/>
                      <a:pt x="47" y="11"/>
                      <a:pt x="48" y="1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4" name="î$ľíďé">
                <a:extLst>
                  <a:ext uri="{FF2B5EF4-FFF2-40B4-BE49-F238E27FC236}">
                    <a16:creationId xmlns:a16="http://schemas.microsoft.com/office/drawing/2014/main" id="{F19257AF-8C05-499C-9622-DA85032681A7}"/>
                  </a:ext>
                </a:extLst>
              </p:cNvPr>
              <p:cNvSpPr/>
              <p:nvPr/>
            </p:nvSpPr>
            <p:spPr bwMode="auto">
              <a:xfrm>
                <a:off x="3352344" y="5676237"/>
                <a:ext cx="60328" cy="68843"/>
              </a:xfrm>
              <a:custGeom>
                <a:avLst/>
                <a:gdLst>
                  <a:gd name="T0" fmla="*/ 0 w 30"/>
                  <a:gd name="T1" fmla="*/ 1 h 37"/>
                  <a:gd name="T2" fmla="*/ 29 w 30"/>
                  <a:gd name="T3" fmla="*/ 24 h 37"/>
                  <a:gd name="T4" fmla="*/ 12 w 30"/>
                  <a:gd name="T5" fmla="*/ 28 h 37"/>
                  <a:gd name="T6" fmla="*/ 0 w 30"/>
                  <a:gd name="T7" fmla="*/ 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37">
                    <a:moveTo>
                      <a:pt x="0" y="1"/>
                    </a:moveTo>
                    <a:cubicBezTo>
                      <a:pt x="12" y="0"/>
                      <a:pt x="29" y="24"/>
                      <a:pt x="29" y="24"/>
                    </a:cubicBezTo>
                    <a:cubicBezTo>
                      <a:pt x="29" y="24"/>
                      <a:pt x="24" y="36"/>
                      <a:pt x="12" y="28"/>
                    </a:cubicBezTo>
                    <a:cubicBezTo>
                      <a:pt x="2" y="21"/>
                      <a:pt x="0" y="1"/>
                      <a:pt x="0" y="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5" name="iṥlïḋe">
                <a:extLst>
                  <a:ext uri="{FF2B5EF4-FFF2-40B4-BE49-F238E27FC236}">
                    <a16:creationId xmlns:a16="http://schemas.microsoft.com/office/drawing/2014/main" id="{C3278671-A5B3-4EF8-A0D4-C57D9977637C}"/>
                  </a:ext>
                </a:extLst>
              </p:cNvPr>
              <p:cNvSpPr/>
              <p:nvPr/>
            </p:nvSpPr>
            <p:spPr bwMode="auto">
              <a:xfrm>
                <a:off x="3343729" y="5667634"/>
                <a:ext cx="68943" cy="77446"/>
              </a:xfrm>
              <a:custGeom>
                <a:avLst/>
                <a:gdLst>
                  <a:gd name="T0" fmla="*/ 23 w 37"/>
                  <a:gd name="T1" fmla="*/ 33 h 40"/>
                  <a:gd name="T2" fmla="*/ 29 w 37"/>
                  <a:gd name="T3" fmla="*/ 29 h 40"/>
                  <a:gd name="T4" fmla="*/ 7 w 37"/>
                  <a:gd name="T5" fmla="*/ 9 h 40"/>
                  <a:gd name="T6" fmla="*/ 18 w 37"/>
                  <a:gd name="T7" fmla="*/ 31 h 40"/>
                  <a:gd name="T8" fmla="*/ 23 w 37"/>
                  <a:gd name="T9" fmla="*/ 33 h 40"/>
                  <a:gd name="T10" fmla="*/ 3 w 37"/>
                  <a:gd name="T11" fmla="*/ 2 h 40"/>
                  <a:gd name="T12" fmla="*/ 35 w 37"/>
                  <a:gd name="T13" fmla="*/ 27 h 40"/>
                  <a:gd name="T14" fmla="*/ 36 w 37"/>
                  <a:gd name="T15" fmla="*/ 31 h 40"/>
                  <a:gd name="T16" fmla="*/ 23 w 37"/>
                  <a:gd name="T17" fmla="*/ 39 h 40"/>
                  <a:gd name="T18" fmla="*/ 15 w 37"/>
                  <a:gd name="T19" fmla="*/ 36 h 40"/>
                  <a:gd name="T20" fmla="*/ 0 w 37"/>
                  <a:gd name="T21" fmla="*/ 5 h 40"/>
                  <a:gd name="T22" fmla="*/ 3 w 37"/>
                  <a:gd name="T23" fmla="*/ 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7" h="40">
                    <a:moveTo>
                      <a:pt x="23" y="33"/>
                    </a:moveTo>
                    <a:cubicBezTo>
                      <a:pt x="26" y="33"/>
                      <a:pt x="29" y="31"/>
                      <a:pt x="29" y="29"/>
                    </a:cubicBezTo>
                    <a:cubicBezTo>
                      <a:pt x="25" y="23"/>
                      <a:pt x="15" y="11"/>
                      <a:pt x="7" y="9"/>
                    </a:cubicBezTo>
                    <a:cubicBezTo>
                      <a:pt x="8" y="15"/>
                      <a:pt x="11" y="26"/>
                      <a:pt x="18" y="31"/>
                    </a:cubicBezTo>
                    <a:cubicBezTo>
                      <a:pt x="20" y="32"/>
                      <a:pt x="22" y="33"/>
                      <a:pt x="23" y="33"/>
                    </a:cubicBezTo>
                    <a:close/>
                    <a:moveTo>
                      <a:pt x="3" y="2"/>
                    </a:moveTo>
                    <a:cubicBezTo>
                      <a:pt x="17" y="0"/>
                      <a:pt x="34" y="24"/>
                      <a:pt x="35" y="27"/>
                    </a:cubicBezTo>
                    <a:cubicBezTo>
                      <a:pt x="36" y="28"/>
                      <a:pt x="36" y="29"/>
                      <a:pt x="36" y="31"/>
                    </a:cubicBezTo>
                    <a:cubicBezTo>
                      <a:pt x="35" y="31"/>
                      <a:pt x="32" y="39"/>
                      <a:pt x="23" y="39"/>
                    </a:cubicBezTo>
                    <a:cubicBezTo>
                      <a:pt x="21" y="39"/>
                      <a:pt x="18" y="38"/>
                      <a:pt x="15" y="36"/>
                    </a:cubicBezTo>
                    <a:cubicBezTo>
                      <a:pt x="2" y="27"/>
                      <a:pt x="0" y="6"/>
                      <a:pt x="0" y="5"/>
                    </a:cubicBezTo>
                    <a:cubicBezTo>
                      <a:pt x="0" y="4"/>
                      <a:pt x="1" y="2"/>
                      <a:pt x="3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6" name="ïSḷîḍé">
                <a:extLst>
                  <a:ext uri="{FF2B5EF4-FFF2-40B4-BE49-F238E27FC236}">
                    <a16:creationId xmlns:a16="http://schemas.microsoft.com/office/drawing/2014/main" id="{670168CC-5F68-458E-A23C-773DBDFFC6BC}"/>
                  </a:ext>
                </a:extLst>
              </p:cNvPr>
              <p:cNvSpPr/>
              <p:nvPr/>
            </p:nvSpPr>
            <p:spPr bwMode="auto">
              <a:xfrm>
                <a:off x="3016250" y="6080693"/>
                <a:ext cx="60322" cy="60235"/>
              </a:xfrm>
              <a:custGeom>
                <a:avLst/>
                <a:gdLst>
                  <a:gd name="T0" fmla="*/ 27 w 30"/>
                  <a:gd name="T1" fmla="*/ 23 h 31"/>
                  <a:gd name="T2" fmla="*/ 28 w 30"/>
                  <a:gd name="T3" fmla="*/ 28 h 31"/>
                  <a:gd name="T4" fmla="*/ 25 w 30"/>
                  <a:gd name="T5" fmla="*/ 30 h 31"/>
                  <a:gd name="T6" fmla="*/ 24 w 30"/>
                  <a:gd name="T7" fmla="*/ 29 h 31"/>
                  <a:gd name="T8" fmla="*/ 1 w 30"/>
                  <a:gd name="T9" fmla="*/ 6 h 31"/>
                  <a:gd name="T10" fmla="*/ 3 w 30"/>
                  <a:gd name="T11" fmla="*/ 1 h 31"/>
                  <a:gd name="T12" fmla="*/ 6 w 30"/>
                  <a:gd name="T13" fmla="*/ 3 h 31"/>
                  <a:gd name="T14" fmla="*/ 27 w 30"/>
                  <a:gd name="T15" fmla="*/ 2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1">
                    <a:moveTo>
                      <a:pt x="27" y="23"/>
                    </a:moveTo>
                    <a:cubicBezTo>
                      <a:pt x="29" y="24"/>
                      <a:pt x="29" y="27"/>
                      <a:pt x="28" y="28"/>
                    </a:cubicBezTo>
                    <a:cubicBezTo>
                      <a:pt x="28" y="29"/>
                      <a:pt x="26" y="30"/>
                      <a:pt x="25" y="30"/>
                    </a:cubicBezTo>
                    <a:cubicBezTo>
                      <a:pt x="25" y="30"/>
                      <a:pt x="25" y="30"/>
                      <a:pt x="24" y="29"/>
                    </a:cubicBezTo>
                    <a:cubicBezTo>
                      <a:pt x="14" y="23"/>
                      <a:pt x="6" y="16"/>
                      <a:pt x="1" y="6"/>
                    </a:cubicBezTo>
                    <a:cubicBezTo>
                      <a:pt x="0" y="4"/>
                      <a:pt x="2" y="2"/>
                      <a:pt x="3" y="1"/>
                    </a:cubicBezTo>
                    <a:cubicBezTo>
                      <a:pt x="5" y="0"/>
                      <a:pt x="6" y="1"/>
                      <a:pt x="6" y="3"/>
                    </a:cubicBezTo>
                    <a:cubicBezTo>
                      <a:pt x="11" y="12"/>
                      <a:pt x="18" y="19"/>
                      <a:pt x="27" y="2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7" name="ïṧḷiḑe">
                <a:extLst>
                  <a:ext uri="{FF2B5EF4-FFF2-40B4-BE49-F238E27FC236}">
                    <a16:creationId xmlns:a16="http://schemas.microsoft.com/office/drawing/2014/main" id="{294BA156-AB07-4088-BD93-A9EEF2FA5853}"/>
                  </a:ext>
                </a:extLst>
              </p:cNvPr>
              <p:cNvSpPr/>
              <p:nvPr/>
            </p:nvSpPr>
            <p:spPr bwMode="auto">
              <a:xfrm>
                <a:off x="3033486" y="6192561"/>
                <a:ext cx="51707" cy="43030"/>
              </a:xfrm>
              <a:custGeom>
                <a:avLst/>
                <a:gdLst>
                  <a:gd name="T0" fmla="*/ 12 w 27"/>
                  <a:gd name="T1" fmla="*/ 8 h 24"/>
                  <a:gd name="T2" fmla="*/ 24 w 27"/>
                  <a:gd name="T3" fmla="*/ 17 h 24"/>
                  <a:gd name="T4" fmla="*/ 25 w 27"/>
                  <a:gd name="T5" fmla="*/ 22 h 24"/>
                  <a:gd name="T6" fmla="*/ 22 w 27"/>
                  <a:gd name="T7" fmla="*/ 23 h 24"/>
                  <a:gd name="T8" fmla="*/ 21 w 27"/>
                  <a:gd name="T9" fmla="*/ 22 h 24"/>
                  <a:gd name="T10" fmla="*/ 9 w 27"/>
                  <a:gd name="T11" fmla="*/ 12 h 24"/>
                  <a:gd name="T12" fmla="*/ 2 w 27"/>
                  <a:gd name="T13" fmla="*/ 7 h 24"/>
                  <a:gd name="T14" fmla="*/ 1 w 27"/>
                  <a:gd name="T15" fmla="*/ 2 h 24"/>
                  <a:gd name="T16" fmla="*/ 6 w 27"/>
                  <a:gd name="T17" fmla="*/ 1 h 24"/>
                  <a:gd name="T18" fmla="*/ 12 w 27"/>
                  <a:gd name="T1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4">
                    <a:moveTo>
                      <a:pt x="12" y="8"/>
                    </a:moveTo>
                    <a:cubicBezTo>
                      <a:pt x="16" y="11"/>
                      <a:pt x="20" y="14"/>
                      <a:pt x="24" y="17"/>
                    </a:cubicBezTo>
                    <a:cubicBezTo>
                      <a:pt x="25" y="18"/>
                      <a:pt x="26" y="20"/>
                      <a:pt x="25" y="22"/>
                    </a:cubicBezTo>
                    <a:cubicBezTo>
                      <a:pt x="25" y="22"/>
                      <a:pt x="23" y="23"/>
                      <a:pt x="22" y="23"/>
                    </a:cubicBezTo>
                    <a:cubicBezTo>
                      <a:pt x="22" y="23"/>
                      <a:pt x="21" y="23"/>
                      <a:pt x="21" y="22"/>
                    </a:cubicBezTo>
                    <a:cubicBezTo>
                      <a:pt x="16" y="19"/>
                      <a:pt x="12" y="15"/>
                      <a:pt x="9" y="12"/>
                    </a:cubicBezTo>
                    <a:cubicBezTo>
                      <a:pt x="6" y="11"/>
                      <a:pt x="4" y="8"/>
                      <a:pt x="2" y="7"/>
                    </a:cubicBezTo>
                    <a:cubicBezTo>
                      <a:pt x="0" y="5"/>
                      <a:pt x="0" y="4"/>
                      <a:pt x="1" y="2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8" y="4"/>
                      <a:pt x="10" y="5"/>
                      <a:pt x="12" y="8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8" name="ïṣḷíḍe">
                <a:extLst>
                  <a:ext uri="{FF2B5EF4-FFF2-40B4-BE49-F238E27FC236}">
                    <a16:creationId xmlns:a16="http://schemas.microsoft.com/office/drawing/2014/main" id="{73DCC9C4-A2AD-4B04-A853-4B44AA1B3A84}"/>
                  </a:ext>
                </a:extLst>
              </p:cNvPr>
              <p:cNvSpPr/>
              <p:nvPr/>
            </p:nvSpPr>
            <p:spPr bwMode="auto">
              <a:xfrm>
                <a:off x="3455758" y="5831134"/>
                <a:ext cx="60328" cy="25819"/>
              </a:xfrm>
              <a:custGeom>
                <a:avLst/>
                <a:gdLst>
                  <a:gd name="T0" fmla="*/ 26 w 30"/>
                  <a:gd name="T1" fmla="*/ 6 h 14"/>
                  <a:gd name="T2" fmla="*/ 29 w 30"/>
                  <a:gd name="T3" fmla="*/ 10 h 14"/>
                  <a:gd name="T4" fmla="*/ 26 w 30"/>
                  <a:gd name="T5" fmla="*/ 13 h 14"/>
                  <a:gd name="T6" fmla="*/ 25 w 30"/>
                  <a:gd name="T7" fmla="*/ 13 h 14"/>
                  <a:gd name="T8" fmla="*/ 11 w 30"/>
                  <a:gd name="T9" fmla="*/ 10 h 14"/>
                  <a:gd name="T10" fmla="*/ 3 w 30"/>
                  <a:gd name="T11" fmla="*/ 8 h 14"/>
                  <a:gd name="T12" fmla="*/ 1 w 30"/>
                  <a:gd name="T13" fmla="*/ 4 h 14"/>
                  <a:gd name="T14" fmla="*/ 4 w 30"/>
                  <a:gd name="T15" fmla="*/ 1 h 14"/>
                  <a:gd name="T16" fmla="*/ 12 w 30"/>
                  <a:gd name="T17" fmla="*/ 3 h 14"/>
                  <a:gd name="T18" fmla="*/ 26 w 30"/>
                  <a:gd name="T19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14">
                    <a:moveTo>
                      <a:pt x="26" y="6"/>
                    </a:moveTo>
                    <a:cubicBezTo>
                      <a:pt x="28" y="6"/>
                      <a:pt x="29" y="8"/>
                      <a:pt x="29" y="10"/>
                    </a:cubicBezTo>
                    <a:cubicBezTo>
                      <a:pt x="29" y="11"/>
                      <a:pt x="28" y="13"/>
                      <a:pt x="26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1" y="12"/>
                      <a:pt x="15" y="11"/>
                      <a:pt x="11" y="10"/>
                    </a:cubicBezTo>
                    <a:cubicBezTo>
                      <a:pt x="8" y="9"/>
                      <a:pt x="5" y="8"/>
                      <a:pt x="3" y="8"/>
                    </a:cubicBezTo>
                    <a:cubicBezTo>
                      <a:pt x="2" y="7"/>
                      <a:pt x="0" y="5"/>
                      <a:pt x="1" y="4"/>
                    </a:cubicBezTo>
                    <a:cubicBezTo>
                      <a:pt x="1" y="2"/>
                      <a:pt x="2" y="0"/>
                      <a:pt x="4" y="1"/>
                    </a:cubicBezTo>
                    <a:cubicBezTo>
                      <a:pt x="7" y="1"/>
                      <a:pt x="9" y="2"/>
                      <a:pt x="12" y="3"/>
                    </a:cubicBezTo>
                    <a:cubicBezTo>
                      <a:pt x="17" y="5"/>
                      <a:pt x="22" y="5"/>
                      <a:pt x="26" y="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99" name="ïšḷîďè">
                <a:extLst>
                  <a:ext uri="{FF2B5EF4-FFF2-40B4-BE49-F238E27FC236}">
                    <a16:creationId xmlns:a16="http://schemas.microsoft.com/office/drawing/2014/main" id="{F5956A27-33D4-4912-AE76-D821CA97859C}"/>
                  </a:ext>
                </a:extLst>
              </p:cNvPr>
              <p:cNvSpPr/>
              <p:nvPr/>
            </p:nvSpPr>
            <p:spPr bwMode="auto">
              <a:xfrm>
                <a:off x="3059337" y="5986031"/>
                <a:ext cx="68943" cy="34422"/>
              </a:xfrm>
              <a:custGeom>
                <a:avLst/>
                <a:gdLst>
                  <a:gd name="T0" fmla="*/ 30 w 34"/>
                  <a:gd name="T1" fmla="*/ 0 h 17"/>
                  <a:gd name="T2" fmla="*/ 33 w 34"/>
                  <a:gd name="T3" fmla="*/ 2 h 17"/>
                  <a:gd name="T4" fmla="*/ 30 w 34"/>
                  <a:gd name="T5" fmla="*/ 5 h 17"/>
                  <a:gd name="T6" fmla="*/ 9 w 34"/>
                  <a:gd name="T7" fmla="*/ 14 h 17"/>
                  <a:gd name="T8" fmla="*/ 5 w 34"/>
                  <a:gd name="T9" fmla="*/ 16 h 17"/>
                  <a:gd name="T10" fmla="*/ 3 w 34"/>
                  <a:gd name="T11" fmla="*/ 16 h 17"/>
                  <a:gd name="T12" fmla="*/ 1 w 34"/>
                  <a:gd name="T13" fmla="*/ 14 h 17"/>
                  <a:gd name="T14" fmla="*/ 3 w 34"/>
                  <a:gd name="T15" fmla="*/ 11 h 17"/>
                  <a:gd name="T16" fmla="*/ 4 w 34"/>
                  <a:gd name="T17" fmla="*/ 9 h 17"/>
                  <a:gd name="T18" fmla="*/ 29 w 34"/>
                  <a:gd name="T19" fmla="*/ 0 h 17"/>
                  <a:gd name="T20" fmla="*/ 30 w 34"/>
                  <a:gd name="T2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17">
                    <a:moveTo>
                      <a:pt x="30" y="0"/>
                    </a:moveTo>
                    <a:cubicBezTo>
                      <a:pt x="31" y="0"/>
                      <a:pt x="33" y="1"/>
                      <a:pt x="33" y="2"/>
                    </a:cubicBezTo>
                    <a:cubicBezTo>
                      <a:pt x="33" y="4"/>
                      <a:pt x="31" y="5"/>
                      <a:pt x="30" y="5"/>
                    </a:cubicBezTo>
                    <a:cubicBezTo>
                      <a:pt x="20" y="5"/>
                      <a:pt x="13" y="11"/>
                      <a:pt x="9" y="14"/>
                    </a:cubicBezTo>
                    <a:cubicBezTo>
                      <a:pt x="6" y="15"/>
                      <a:pt x="6" y="16"/>
                      <a:pt x="5" y="16"/>
                    </a:cubicBezTo>
                    <a:cubicBezTo>
                      <a:pt x="4" y="16"/>
                      <a:pt x="4" y="16"/>
                      <a:pt x="3" y="16"/>
                    </a:cubicBezTo>
                    <a:cubicBezTo>
                      <a:pt x="3" y="16"/>
                      <a:pt x="1" y="15"/>
                      <a:pt x="1" y="14"/>
                    </a:cubicBezTo>
                    <a:cubicBezTo>
                      <a:pt x="0" y="13"/>
                      <a:pt x="1" y="11"/>
                      <a:pt x="3" y="11"/>
                    </a:cubicBezTo>
                    <a:cubicBezTo>
                      <a:pt x="3" y="10"/>
                      <a:pt x="4" y="9"/>
                      <a:pt x="4" y="9"/>
                    </a:cubicBezTo>
                    <a:cubicBezTo>
                      <a:pt x="9" y="6"/>
                      <a:pt x="17" y="0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0" name="ïṩľíde">
                <a:extLst>
                  <a:ext uri="{FF2B5EF4-FFF2-40B4-BE49-F238E27FC236}">
                    <a16:creationId xmlns:a16="http://schemas.microsoft.com/office/drawing/2014/main" id="{E5BBCA8A-345D-4CA6-891A-C82690B44914}"/>
                  </a:ext>
                </a:extLst>
              </p:cNvPr>
              <p:cNvSpPr/>
              <p:nvPr/>
            </p:nvSpPr>
            <p:spPr bwMode="auto">
              <a:xfrm>
                <a:off x="3024865" y="5968820"/>
                <a:ext cx="51707" cy="43030"/>
              </a:xfrm>
              <a:custGeom>
                <a:avLst/>
                <a:gdLst>
                  <a:gd name="T0" fmla="*/ 23 w 27"/>
                  <a:gd name="T1" fmla="*/ 3 h 20"/>
                  <a:gd name="T2" fmla="*/ 26 w 27"/>
                  <a:gd name="T3" fmla="*/ 6 h 20"/>
                  <a:gd name="T4" fmla="*/ 22 w 27"/>
                  <a:gd name="T5" fmla="*/ 8 h 20"/>
                  <a:gd name="T6" fmla="*/ 7 w 27"/>
                  <a:gd name="T7" fmla="*/ 16 h 20"/>
                  <a:gd name="T8" fmla="*/ 6 w 27"/>
                  <a:gd name="T9" fmla="*/ 17 h 20"/>
                  <a:gd name="T10" fmla="*/ 4 w 27"/>
                  <a:gd name="T11" fmla="*/ 19 h 20"/>
                  <a:gd name="T12" fmla="*/ 2 w 27"/>
                  <a:gd name="T13" fmla="*/ 18 h 20"/>
                  <a:gd name="T14" fmla="*/ 1 w 27"/>
                  <a:gd name="T15" fmla="*/ 14 h 20"/>
                  <a:gd name="T16" fmla="*/ 2 w 27"/>
                  <a:gd name="T17" fmla="*/ 13 h 20"/>
                  <a:gd name="T18" fmla="*/ 23 w 27"/>
                  <a:gd name="T19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0">
                    <a:moveTo>
                      <a:pt x="23" y="3"/>
                    </a:moveTo>
                    <a:cubicBezTo>
                      <a:pt x="26" y="3"/>
                      <a:pt x="26" y="5"/>
                      <a:pt x="26" y="6"/>
                    </a:cubicBezTo>
                    <a:cubicBezTo>
                      <a:pt x="26" y="8"/>
                      <a:pt x="24" y="9"/>
                      <a:pt x="22" y="8"/>
                    </a:cubicBezTo>
                    <a:cubicBezTo>
                      <a:pt x="14" y="7"/>
                      <a:pt x="10" y="11"/>
                      <a:pt x="7" y="16"/>
                    </a:cubicBezTo>
                    <a:cubicBezTo>
                      <a:pt x="7" y="17"/>
                      <a:pt x="7" y="17"/>
                      <a:pt x="6" y="17"/>
                    </a:cubicBezTo>
                    <a:cubicBezTo>
                      <a:pt x="6" y="18"/>
                      <a:pt x="4" y="19"/>
                      <a:pt x="4" y="19"/>
                    </a:cubicBezTo>
                    <a:cubicBezTo>
                      <a:pt x="3" y="19"/>
                      <a:pt x="3" y="19"/>
                      <a:pt x="2" y="18"/>
                    </a:cubicBezTo>
                    <a:cubicBezTo>
                      <a:pt x="0" y="17"/>
                      <a:pt x="0" y="15"/>
                      <a:pt x="1" y="14"/>
                    </a:cubicBezTo>
                    <a:cubicBezTo>
                      <a:pt x="1" y="14"/>
                      <a:pt x="2" y="14"/>
                      <a:pt x="2" y="13"/>
                    </a:cubicBezTo>
                    <a:cubicBezTo>
                      <a:pt x="5" y="9"/>
                      <a:pt x="11" y="0"/>
                      <a:pt x="23" y="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1" name="ïŝlïďé">
                <a:extLst>
                  <a:ext uri="{FF2B5EF4-FFF2-40B4-BE49-F238E27FC236}">
                    <a16:creationId xmlns:a16="http://schemas.microsoft.com/office/drawing/2014/main" id="{848C6E2A-9299-4518-AF1A-BFC5B44D4204}"/>
                  </a:ext>
                </a:extLst>
              </p:cNvPr>
              <p:cNvSpPr/>
              <p:nvPr/>
            </p:nvSpPr>
            <p:spPr bwMode="auto">
              <a:xfrm>
                <a:off x="2818037" y="5788110"/>
                <a:ext cx="68943" cy="43024"/>
              </a:xfrm>
              <a:custGeom>
                <a:avLst/>
                <a:gdLst>
                  <a:gd name="T0" fmla="*/ 5 w 37"/>
                  <a:gd name="T1" fmla="*/ 11 h 24"/>
                  <a:gd name="T2" fmla="*/ 25 w 37"/>
                  <a:gd name="T3" fmla="*/ 2 h 24"/>
                  <a:gd name="T4" fmla="*/ 36 w 37"/>
                  <a:gd name="T5" fmla="*/ 13 h 24"/>
                  <a:gd name="T6" fmla="*/ 22 w 37"/>
                  <a:gd name="T7" fmla="*/ 21 h 24"/>
                  <a:gd name="T8" fmla="*/ 5 w 37"/>
                  <a:gd name="T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24">
                    <a:moveTo>
                      <a:pt x="5" y="11"/>
                    </a:moveTo>
                    <a:cubicBezTo>
                      <a:pt x="0" y="0"/>
                      <a:pt x="25" y="1"/>
                      <a:pt x="25" y="2"/>
                    </a:cubicBezTo>
                    <a:lnTo>
                      <a:pt x="36" y="13"/>
                    </a:lnTo>
                    <a:cubicBezTo>
                      <a:pt x="36" y="13"/>
                      <a:pt x="31" y="19"/>
                      <a:pt x="22" y="21"/>
                    </a:cubicBezTo>
                    <a:cubicBezTo>
                      <a:pt x="14" y="23"/>
                      <a:pt x="5" y="11"/>
                      <a:pt x="5" y="1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2" name="iṣ1ïdé">
                <a:extLst>
                  <a:ext uri="{FF2B5EF4-FFF2-40B4-BE49-F238E27FC236}">
                    <a16:creationId xmlns:a16="http://schemas.microsoft.com/office/drawing/2014/main" id="{C9A4EAE6-B7A0-485C-A24A-220FCD16EB82}"/>
                  </a:ext>
                </a:extLst>
              </p:cNvPr>
              <p:cNvSpPr/>
              <p:nvPr/>
            </p:nvSpPr>
            <p:spPr bwMode="auto">
              <a:xfrm>
                <a:off x="2818037" y="5788110"/>
                <a:ext cx="77563" cy="51632"/>
              </a:xfrm>
              <a:custGeom>
                <a:avLst/>
                <a:gdLst>
                  <a:gd name="T0" fmla="*/ 21 w 40"/>
                  <a:gd name="T1" fmla="*/ 20 h 27"/>
                  <a:gd name="T2" fmla="*/ 31 w 40"/>
                  <a:gd name="T3" fmla="*/ 15 h 27"/>
                  <a:gd name="T4" fmla="*/ 23 w 40"/>
                  <a:gd name="T5" fmla="*/ 7 h 27"/>
                  <a:gd name="T6" fmla="*/ 7 w 40"/>
                  <a:gd name="T7" fmla="*/ 10 h 27"/>
                  <a:gd name="T8" fmla="*/ 7 w 40"/>
                  <a:gd name="T9" fmla="*/ 11 h 27"/>
                  <a:gd name="T10" fmla="*/ 20 w 40"/>
                  <a:gd name="T11" fmla="*/ 20 h 27"/>
                  <a:gd name="T12" fmla="*/ 21 w 40"/>
                  <a:gd name="T13" fmla="*/ 20 h 27"/>
                  <a:gd name="T14" fmla="*/ 27 w 40"/>
                  <a:gd name="T15" fmla="*/ 2 h 27"/>
                  <a:gd name="T16" fmla="*/ 38 w 40"/>
                  <a:gd name="T17" fmla="*/ 13 h 27"/>
                  <a:gd name="T18" fmla="*/ 38 w 40"/>
                  <a:gd name="T19" fmla="*/ 17 h 27"/>
                  <a:gd name="T20" fmla="*/ 23 w 40"/>
                  <a:gd name="T21" fmla="*/ 26 h 27"/>
                  <a:gd name="T22" fmla="*/ 20 w 40"/>
                  <a:gd name="T23" fmla="*/ 26 h 27"/>
                  <a:gd name="T24" fmla="*/ 2 w 40"/>
                  <a:gd name="T25" fmla="*/ 15 h 27"/>
                  <a:gd name="T26" fmla="*/ 1 w 40"/>
                  <a:gd name="T27" fmla="*/ 7 h 27"/>
                  <a:gd name="T28" fmla="*/ 23 w 40"/>
                  <a:gd name="T29" fmla="*/ 0 h 27"/>
                  <a:gd name="T30" fmla="*/ 24 w 40"/>
                  <a:gd name="T31" fmla="*/ 0 h 27"/>
                  <a:gd name="T32" fmla="*/ 27 w 40"/>
                  <a:gd name="T3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" h="27">
                    <a:moveTo>
                      <a:pt x="21" y="20"/>
                    </a:moveTo>
                    <a:cubicBezTo>
                      <a:pt x="26" y="19"/>
                      <a:pt x="30" y="16"/>
                      <a:pt x="31" y="15"/>
                    </a:cubicBezTo>
                    <a:lnTo>
                      <a:pt x="23" y="7"/>
                    </a:lnTo>
                    <a:cubicBezTo>
                      <a:pt x="12" y="7"/>
                      <a:pt x="7" y="9"/>
                      <a:pt x="7" y="10"/>
                    </a:cubicBezTo>
                    <a:cubicBezTo>
                      <a:pt x="7" y="10"/>
                      <a:pt x="7" y="10"/>
                      <a:pt x="7" y="11"/>
                    </a:cubicBezTo>
                    <a:cubicBezTo>
                      <a:pt x="9" y="13"/>
                      <a:pt x="15" y="20"/>
                      <a:pt x="20" y="20"/>
                    </a:cubicBezTo>
                    <a:lnTo>
                      <a:pt x="21" y="20"/>
                    </a:lnTo>
                    <a:close/>
                    <a:moveTo>
                      <a:pt x="27" y="2"/>
                    </a:moveTo>
                    <a:lnTo>
                      <a:pt x="38" y="13"/>
                    </a:lnTo>
                    <a:cubicBezTo>
                      <a:pt x="39" y="14"/>
                      <a:pt x="39" y="16"/>
                      <a:pt x="38" y="17"/>
                    </a:cubicBezTo>
                    <a:cubicBezTo>
                      <a:pt x="38" y="17"/>
                      <a:pt x="33" y="23"/>
                      <a:pt x="23" y="26"/>
                    </a:cubicBezTo>
                    <a:cubicBezTo>
                      <a:pt x="22" y="26"/>
                      <a:pt x="21" y="26"/>
                      <a:pt x="20" y="26"/>
                    </a:cubicBezTo>
                    <a:cubicBezTo>
                      <a:pt x="10" y="26"/>
                      <a:pt x="3" y="16"/>
                      <a:pt x="2" y="15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3" y="3"/>
                      <a:pt x="10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0"/>
                      <a:pt x="26" y="1"/>
                      <a:pt x="27" y="2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3" name="îŝļiḍe">
                <a:extLst>
                  <a:ext uri="{FF2B5EF4-FFF2-40B4-BE49-F238E27FC236}">
                    <a16:creationId xmlns:a16="http://schemas.microsoft.com/office/drawing/2014/main" id="{55EE9535-9ECC-4B40-817F-243C2DD79031}"/>
                  </a:ext>
                </a:extLst>
              </p:cNvPr>
              <p:cNvSpPr/>
              <p:nvPr/>
            </p:nvSpPr>
            <p:spPr bwMode="auto">
              <a:xfrm>
                <a:off x="2766329" y="5839742"/>
                <a:ext cx="43092" cy="68843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1 h 34"/>
                  <a:gd name="T4" fmla="*/ 8 w 21"/>
                  <a:gd name="T5" fmla="*/ 30 h 34"/>
                  <a:gd name="T6" fmla="*/ 0 w 21"/>
                  <a:gd name="T7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0" y="11"/>
                      <a:pt x="8" y="0"/>
                      <a:pt x="12" y="1"/>
                    </a:cubicBezTo>
                    <a:cubicBezTo>
                      <a:pt x="12" y="1"/>
                      <a:pt x="20" y="20"/>
                      <a:pt x="8" y="30"/>
                    </a:cubicBezTo>
                    <a:cubicBezTo>
                      <a:pt x="4" y="33"/>
                      <a:pt x="0" y="11"/>
                      <a:pt x="0" y="1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4" name="ïšlïdè">
                <a:extLst>
                  <a:ext uri="{FF2B5EF4-FFF2-40B4-BE49-F238E27FC236}">
                    <a16:creationId xmlns:a16="http://schemas.microsoft.com/office/drawing/2014/main" id="{13E38F23-BC39-41F1-B101-0081E6F50580}"/>
                  </a:ext>
                </a:extLst>
              </p:cNvPr>
              <p:cNvSpPr/>
              <p:nvPr/>
            </p:nvSpPr>
            <p:spPr bwMode="auto">
              <a:xfrm>
                <a:off x="2766329" y="5839742"/>
                <a:ext cx="60328" cy="68843"/>
              </a:xfrm>
              <a:custGeom>
                <a:avLst/>
                <a:gdLst>
                  <a:gd name="T0" fmla="*/ 12 w 30"/>
                  <a:gd name="T1" fmla="*/ 26 h 34"/>
                  <a:gd name="T2" fmla="*/ 14 w 30"/>
                  <a:gd name="T3" fmla="*/ 7 h 34"/>
                  <a:gd name="T4" fmla="*/ 7 w 30"/>
                  <a:gd name="T5" fmla="*/ 13 h 34"/>
                  <a:gd name="T6" fmla="*/ 12 w 30"/>
                  <a:gd name="T7" fmla="*/ 26 h 34"/>
                  <a:gd name="T8" fmla="*/ 17 w 30"/>
                  <a:gd name="T9" fmla="*/ 0 h 34"/>
                  <a:gd name="T10" fmla="*/ 19 w 30"/>
                  <a:gd name="T11" fmla="*/ 2 h 34"/>
                  <a:gd name="T12" fmla="*/ 15 w 30"/>
                  <a:gd name="T13" fmla="*/ 32 h 34"/>
                  <a:gd name="T14" fmla="*/ 12 w 30"/>
                  <a:gd name="T15" fmla="*/ 33 h 34"/>
                  <a:gd name="T16" fmla="*/ 1 w 30"/>
                  <a:gd name="T17" fmla="*/ 13 h 34"/>
                  <a:gd name="T18" fmla="*/ 1 w 30"/>
                  <a:gd name="T19" fmla="*/ 10 h 34"/>
                  <a:gd name="T20" fmla="*/ 16 w 30"/>
                  <a:gd name="T21" fmla="*/ 0 h 34"/>
                  <a:gd name="T22" fmla="*/ 17 w 30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0" h="34">
                    <a:moveTo>
                      <a:pt x="12" y="26"/>
                    </a:moveTo>
                    <a:cubicBezTo>
                      <a:pt x="19" y="20"/>
                      <a:pt x="16" y="11"/>
                      <a:pt x="14" y="7"/>
                    </a:cubicBezTo>
                    <a:cubicBezTo>
                      <a:pt x="13" y="7"/>
                      <a:pt x="9" y="10"/>
                      <a:pt x="7" y="13"/>
                    </a:cubicBezTo>
                    <a:cubicBezTo>
                      <a:pt x="9" y="19"/>
                      <a:pt x="10" y="25"/>
                      <a:pt x="12" y="26"/>
                    </a:cubicBezTo>
                    <a:close/>
                    <a:moveTo>
                      <a:pt x="17" y="0"/>
                    </a:moveTo>
                    <a:cubicBezTo>
                      <a:pt x="18" y="0"/>
                      <a:pt x="19" y="1"/>
                      <a:pt x="19" y="2"/>
                    </a:cubicBezTo>
                    <a:cubicBezTo>
                      <a:pt x="20" y="2"/>
                      <a:pt x="29" y="22"/>
                      <a:pt x="15" y="32"/>
                    </a:cubicBezTo>
                    <a:cubicBezTo>
                      <a:pt x="14" y="33"/>
                      <a:pt x="13" y="33"/>
                      <a:pt x="12" y="33"/>
                    </a:cubicBezTo>
                    <a:cubicBezTo>
                      <a:pt x="10" y="33"/>
                      <a:pt x="5" y="33"/>
                      <a:pt x="1" y="13"/>
                    </a:cubicBezTo>
                    <a:cubicBezTo>
                      <a:pt x="0" y="12"/>
                      <a:pt x="1" y="11"/>
                      <a:pt x="1" y="10"/>
                    </a:cubicBezTo>
                    <a:cubicBezTo>
                      <a:pt x="4" y="7"/>
                      <a:pt x="10" y="0"/>
                      <a:pt x="16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5" name="íṡlíďê">
                <a:extLst>
                  <a:ext uri="{FF2B5EF4-FFF2-40B4-BE49-F238E27FC236}">
                    <a16:creationId xmlns:a16="http://schemas.microsoft.com/office/drawing/2014/main" id="{9F9A3286-9F7A-4F00-B4C7-0CC463A458ED}"/>
                  </a:ext>
                </a:extLst>
              </p:cNvPr>
              <p:cNvSpPr/>
              <p:nvPr/>
            </p:nvSpPr>
            <p:spPr bwMode="auto">
              <a:xfrm>
                <a:off x="2688771" y="5839742"/>
                <a:ext cx="34471" cy="17211"/>
              </a:xfrm>
              <a:custGeom>
                <a:avLst/>
                <a:gdLst>
                  <a:gd name="T0" fmla="*/ 13 w 17"/>
                  <a:gd name="T1" fmla="*/ 1 h 7"/>
                  <a:gd name="T2" fmla="*/ 15 w 17"/>
                  <a:gd name="T3" fmla="*/ 4 h 7"/>
                  <a:gd name="T4" fmla="*/ 11 w 17"/>
                  <a:gd name="T5" fmla="*/ 6 h 7"/>
                  <a:gd name="T6" fmla="*/ 11 w 17"/>
                  <a:gd name="T7" fmla="*/ 6 h 7"/>
                  <a:gd name="T8" fmla="*/ 5 w 17"/>
                  <a:gd name="T9" fmla="*/ 6 h 7"/>
                  <a:gd name="T10" fmla="*/ 0 w 17"/>
                  <a:gd name="T11" fmla="*/ 4 h 7"/>
                  <a:gd name="T12" fmla="*/ 2 w 17"/>
                  <a:gd name="T13" fmla="*/ 1 h 7"/>
                  <a:gd name="T14" fmla="*/ 13 w 17"/>
                  <a:gd name="T15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7">
                    <a:moveTo>
                      <a:pt x="13" y="1"/>
                    </a:moveTo>
                    <a:cubicBezTo>
                      <a:pt x="15" y="1"/>
                      <a:pt x="16" y="3"/>
                      <a:pt x="15" y="4"/>
                    </a:cubicBezTo>
                    <a:cubicBezTo>
                      <a:pt x="15" y="6"/>
                      <a:pt x="13" y="6"/>
                      <a:pt x="11" y="6"/>
                    </a:cubicBezTo>
                    <a:lnTo>
                      <a:pt x="11" y="6"/>
                    </a:lnTo>
                    <a:cubicBezTo>
                      <a:pt x="8" y="5"/>
                      <a:pt x="6" y="5"/>
                      <a:pt x="5" y="6"/>
                    </a:cubicBezTo>
                    <a:cubicBezTo>
                      <a:pt x="3" y="6"/>
                      <a:pt x="1" y="6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6" y="0"/>
                      <a:pt x="9" y="0"/>
                      <a:pt x="13" y="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6" name="íṣļîḋê">
                <a:extLst>
                  <a:ext uri="{FF2B5EF4-FFF2-40B4-BE49-F238E27FC236}">
                    <a16:creationId xmlns:a16="http://schemas.microsoft.com/office/drawing/2014/main" id="{8F42B3F1-C31D-4313-8EBF-32413CEE38EA}"/>
                  </a:ext>
                </a:extLst>
              </p:cNvPr>
              <p:cNvSpPr/>
              <p:nvPr/>
            </p:nvSpPr>
            <p:spPr bwMode="auto">
              <a:xfrm>
                <a:off x="2757714" y="5770899"/>
                <a:ext cx="43087" cy="17211"/>
              </a:xfrm>
              <a:custGeom>
                <a:avLst/>
                <a:gdLst>
                  <a:gd name="T0" fmla="*/ 15 w 20"/>
                  <a:gd name="T1" fmla="*/ 0 h 11"/>
                  <a:gd name="T2" fmla="*/ 19 w 20"/>
                  <a:gd name="T3" fmla="*/ 4 h 11"/>
                  <a:gd name="T4" fmla="*/ 16 w 20"/>
                  <a:gd name="T5" fmla="*/ 7 h 11"/>
                  <a:gd name="T6" fmla="*/ 4 w 20"/>
                  <a:gd name="T7" fmla="*/ 10 h 11"/>
                  <a:gd name="T8" fmla="*/ 3 w 20"/>
                  <a:gd name="T9" fmla="*/ 10 h 11"/>
                  <a:gd name="T10" fmla="*/ 0 w 20"/>
                  <a:gd name="T11" fmla="*/ 7 h 11"/>
                  <a:gd name="T12" fmla="*/ 3 w 20"/>
                  <a:gd name="T13" fmla="*/ 3 h 11"/>
                  <a:gd name="T14" fmla="*/ 15 w 20"/>
                  <a:gd name="T1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1">
                    <a:moveTo>
                      <a:pt x="15" y="0"/>
                    </a:moveTo>
                    <a:cubicBezTo>
                      <a:pt x="16" y="0"/>
                      <a:pt x="18" y="2"/>
                      <a:pt x="19" y="4"/>
                    </a:cubicBezTo>
                    <a:cubicBezTo>
                      <a:pt x="19" y="5"/>
                      <a:pt x="17" y="7"/>
                      <a:pt x="16" y="7"/>
                    </a:cubicBezTo>
                    <a:cubicBezTo>
                      <a:pt x="12" y="8"/>
                      <a:pt x="8" y="9"/>
                      <a:pt x="4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0"/>
                      <a:pt x="0" y="9"/>
                      <a:pt x="0" y="7"/>
                    </a:cubicBezTo>
                    <a:cubicBezTo>
                      <a:pt x="0" y="5"/>
                      <a:pt x="0" y="4"/>
                      <a:pt x="3" y="3"/>
                    </a:cubicBezTo>
                    <a:cubicBezTo>
                      <a:pt x="6" y="2"/>
                      <a:pt x="11" y="1"/>
                      <a:pt x="15" y="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7" name="ï$ļïḋê">
                <a:extLst>
                  <a:ext uri="{FF2B5EF4-FFF2-40B4-BE49-F238E27FC236}">
                    <a16:creationId xmlns:a16="http://schemas.microsoft.com/office/drawing/2014/main" id="{3471FFBC-B078-4BA6-BDBA-D168A31024E0}"/>
                  </a:ext>
                </a:extLst>
              </p:cNvPr>
              <p:cNvSpPr/>
              <p:nvPr/>
            </p:nvSpPr>
            <p:spPr bwMode="auto">
              <a:xfrm>
                <a:off x="4317544" y="5736477"/>
                <a:ext cx="206829" cy="197922"/>
              </a:xfrm>
              <a:custGeom>
                <a:avLst/>
                <a:gdLst>
                  <a:gd name="T0" fmla="*/ 70 w 104"/>
                  <a:gd name="T1" fmla="*/ 74 h 100"/>
                  <a:gd name="T2" fmla="*/ 101 w 104"/>
                  <a:gd name="T3" fmla="*/ 94 h 100"/>
                  <a:gd name="T4" fmla="*/ 102 w 104"/>
                  <a:gd name="T5" fmla="*/ 98 h 100"/>
                  <a:gd name="T6" fmla="*/ 99 w 104"/>
                  <a:gd name="T7" fmla="*/ 99 h 100"/>
                  <a:gd name="T8" fmla="*/ 97 w 104"/>
                  <a:gd name="T9" fmla="*/ 99 h 100"/>
                  <a:gd name="T10" fmla="*/ 67 w 104"/>
                  <a:gd name="T11" fmla="*/ 79 h 100"/>
                  <a:gd name="T12" fmla="*/ 1 w 104"/>
                  <a:gd name="T13" fmla="*/ 4 h 100"/>
                  <a:gd name="T14" fmla="*/ 2 w 104"/>
                  <a:gd name="T15" fmla="*/ 0 h 100"/>
                  <a:gd name="T16" fmla="*/ 6 w 104"/>
                  <a:gd name="T17" fmla="*/ 2 h 100"/>
                  <a:gd name="T18" fmla="*/ 70 w 104"/>
                  <a:gd name="T19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0">
                    <a:moveTo>
                      <a:pt x="70" y="74"/>
                    </a:moveTo>
                    <a:cubicBezTo>
                      <a:pt x="80" y="80"/>
                      <a:pt x="91" y="86"/>
                      <a:pt x="101" y="94"/>
                    </a:cubicBezTo>
                    <a:cubicBezTo>
                      <a:pt x="102" y="95"/>
                      <a:pt x="103" y="97"/>
                      <a:pt x="102" y="98"/>
                    </a:cubicBezTo>
                    <a:cubicBezTo>
                      <a:pt x="101" y="99"/>
                      <a:pt x="100" y="99"/>
                      <a:pt x="99" y="99"/>
                    </a:cubicBezTo>
                    <a:cubicBezTo>
                      <a:pt x="98" y="99"/>
                      <a:pt x="98" y="99"/>
                      <a:pt x="97" y="99"/>
                    </a:cubicBezTo>
                    <a:cubicBezTo>
                      <a:pt x="87" y="91"/>
                      <a:pt x="77" y="85"/>
                      <a:pt x="67" y="79"/>
                    </a:cubicBezTo>
                    <a:cubicBezTo>
                      <a:pt x="38" y="62"/>
                      <a:pt x="11" y="46"/>
                      <a:pt x="1" y="4"/>
                    </a:cubicBezTo>
                    <a:cubicBezTo>
                      <a:pt x="0" y="2"/>
                      <a:pt x="1" y="0"/>
                      <a:pt x="2" y="0"/>
                    </a:cubicBezTo>
                    <a:cubicBezTo>
                      <a:pt x="4" y="0"/>
                      <a:pt x="6" y="0"/>
                      <a:pt x="6" y="2"/>
                    </a:cubicBezTo>
                    <a:cubicBezTo>
                      <a:pt x="16" y="42"/>
                      <a:pt x="41" y="56"/>
                      <a:pt x="70" y="7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208" name="iSḻide">
                <a:extLst>
                  <a:ext uri="{FF2B5EF4-FFF2-40B4-BE49-F238E27FC236}">
                    <a16:creationId xmlns:a16="http://schemas.microsoft.com/office/drawing/2014/main" id="{2A38E365-A85B-4051-8A50-31AEB1A13C86}"/>
                  </a:ext>
                </a:extLst>
              </p:cNvPr>
              <p:cNvSpPr/>
              <p:nvPr/>
            </p:nvSpPr>
            <p:spPr bwMode="auto">
              <a:xfrm>
                <a:off x="4171043" y="6063483"/>
                <a:ext cx="137886" cy="137687"/>
              </a:xfrm>
              <a:custGeom>
                <a:avLst/>
                <a:gdLst>
                  <a:gd name="T0" fmla="*/ 67 w 71"/>
                  <a:gd name="T1" fmla="*/ 62 h 70"/>
                  <a:gd name="T2" fmla="*/ 70 w 71"/>
                  <a:gd name="T3" fmla="*/ 65 h 70"/>
                  <a:gd name="T4" fmla="*/ 67 w 71"/>
                  <a:gd name="T5" fmla="*/ 69 h 70"/>
                  <a:gd name="T6" fmla="*/ 66 w 71"/>
                  <a:gd name="T7" fmla="*/ 69 h 70"/>
                  <a:gd name="T8" fmla="*/ 1 w 71"/>
                  <a:gd name="T9" fmla="*/ 4 h 70"/>
                  <a:gd name="T10" fmla="*/ 3 w 71"/>
                  <a:gd name="T11" fmla="*/ 0 h 70"/>
                  <a:gd name="T12" fmla="*/ 7 w 71"/>
                  <a:gd name="T13" fmla="*/ 2 h 70"/>
                  <a:gd name="T14" fmla="*/ 66 w 71"/>
                  <a:gd name="T15" fmla="*/ 62 h 70"/>
                  <a:gd name="T16" fmla="*/ 67 w 71"/>
                  <a:gd name="T17" fmla="*/ 6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70">
                    <a:moveTo>
                      <a:pt x="67" y="62"/>
                    </a:moveTo>
                    <a:cubicBezTo>
                      <a:pt x="68" y="62"/>
                      <a:pt x="70" y="64"/>
                      <a:pt x="70" y="65"/>
                    </a:cubicBezTo>
                    <a:cubicBezTo>
                      <a:pt x="70" y="68"/>
                      <a:pt x="68" y="69"/>
                      <a:pt x="67" y="69"/>
                    </a:cubicBezTo>
                    <a:cubicBezTo>
                      <a:pt x="67" y="69"/>
                      <a:pt x="67" y="69"/>
                      <a:pt x="66" y="69"/>
                    </a:cubicBezTo>
                    <a:cubicBezTo>
                      <a:pt x="42" y="69"/>
                      <a:pt x="10" y="30"/>
                      <a:pt x="1" y="4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5" y="0"/>
                      <a:pt x="7" y="0"/>
                      <a:pt x="7" y="2"/>
                    </a:cubicBezTo>
                    <a:cubicBezTo>
                      <a:pt x="15" y="27"/>
                      <a:pt x="47" y="62"/>
                      <a:pt x="66" y="62"/>
                    </a:cubicBezTo>
                    <a:cubicBezTo>
                      <a:pt x="67" y="62"/>
                      <a:pt x="67" y="62"/>
                      <a:pt x="67" y="62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>
                  <a:defRPr/>
                </a:pPr>
                <a:endParaRPr 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190248FA-0CAA-4E5B-95CB-68663A5C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65" y="334977"/>
            <a:ext cx="5790346" cy="61776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215" name="圖片 214">
            <a:extLst>
              <a:ext uri="{FF2B5EF4-FFF2-40B4-BE49-F238E27FC236}">
                <a16:creationId xmlns:a16="http://schemas.microsoft.com/office/drawing/2014/main" id="{609EEFB7-1A72-48EE-B00C-B103579FAD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49206">
            <a:off x="2825968" y="5419852"/>
            <a:ext cx="566773" cy="566773"/>
          </a:xfrm>
          <a:prstGeom prst="rect">
            <a:avLst/>
          </a:prstGeom>
        </p:spPr>
      </p:pic>
      <p:sp>
        <p:nvSpPr>
          <p:cNvPr id="217" name="內容版面配置區 216">
            <a:extLst>
              <a:ext uri="{FF2B5EF4-FFF2-40B4-BE49-F238E27FC236}">
                <a16:creationId xmlns:a16="http://schemas.microsoft.com/office/drawing/2014/main" id="{E33E9226-868A-4E41-B4EF-A71AD4B534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82581" y="334977"/>
            <a:ext cx="6409419" cy="58054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11" name="文字版面配置區 12">
            <a:extLst>
              <a:ext uri="{FF2B5EF4-FFF2-40B4-BE49-F238E27FC236}">
                <a16:creationId xmlns:a16="http://schemas.microsoft.com/office/drawing/2014/main" id="{93009B8E-88D1-4A09-9F04-5E1832690C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98111" y="6226484"/>
            <a:ext cx="4858579" cy="370077"/>
          </a:xfrm>
        </p:spPr>
        <p:txBody>
          <a:bodyPr anchor="ctr">
            <a:normAutofit/>
          </a:bodyPr>
          <a:lstStyle>
            <a:lvl1pPr algn="r">
              <a:buNone/>
              <a:defRPr sz="1600">
                <a:solidFill>
                  <a:srgbClr val="00B0F0"/>
                </a:solidFill>
              </a:defRPr>
            </a:lvl1pPr>
          </a:lstStyle>
          <a:p>
            <a:pPr lvl="0"/>
            <a:r>
              <a:rPr lang="zh-TW" altLang="en-US" dirty="0"/>
              <a:t>範本檔案名稱</a:t>
            </a:r>
          </a:p>
        </p:txBody>
      </p:sp>
    </p:spTree>
    <p:extLst>
      <p:ext uri="{BB962C8B-B14F-4D97-AF65-F5344CB8AC3E}">
        <p14:creationId xmlns:p14="http://schemas.microsoft.com/office/powerpoint/2010/main" val="51281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8ACF71B4-0D0C-4B05-978A-A67824FFEE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490" y="120764"/>
            <a:ext cx="9144000" cy="653142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8EC7004-E442-4B78-AF52-75E52131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CA3B58-2ECB-4875-8D09-DEF803A5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9914FCF-0847-48A3-BE76-E381FFB96D2F}"/>
              </a:ext>
            </a:extLst>
          </p:cNvPr>
          <p:cNvSpPr/>
          <p:nvPr userDrawn="1"/>
        </p:nvSpPr>
        <p:spPr>
          <a:xfrm rot="561678">
            <a:off x="7147111" y="957778"/>
            <a:ext cx="39211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6000" dirty="0">
                <a:solidFill>
                  <a:srgbClr val="45ACE8"/>
                </a:solidFill>
                <a:cs typeface="+mn-ea"/>
                <a:sym typeface="+mn-lt"/>
              </a:rPr>
              <a:t>Demo</a:t>
            </a:r>
            <a:endParaRPr lang="zh-TW" altLang="en-US" sz="6000" dirty="0">
              <a:solidFill>
                <a:srgbClr val="45ACE8"/>
              </a:solidFill>
              <a:cs typeface="+mn-ea"/>
              <a:sym typeface="+mn-lt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B60B5733-52C2-4A23-99FC-5ACB61E80C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806579">
            <a:off x="6715722" y="2024136"/>
            <a:ext cx="3615841" cy="2157536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10000"/>
                  </a:schemeClr>
                </a:solidFill>
              </a:defRPr>
            </a:lvl1pPr>
            <a:lvl2pPr>
              <a:buNone/>
              <a:defRPr>
                <a:solidFill>
                  <a:schemeClr val="tx1">
                    <a:lumMod val="10000"/>
                  </a:schemeClr>
                </a:solidFill>
              </a:defRPr>
            </a:lvl2pPr>
            <a:lvl3pPr>
              <a:defRPr>
                <a:solidFill>
                  <a:schemeClr val="tx1">
                    <a:lumMod val="10000"/>
                  </a:schemeClr>
                </a:solidFill>
              </a:defRPr>
            </a:lvl3pPr>
            <a:lvl4pPr>
              <a:defRPr>
                <a:solidFill>
                  <a:schemeClr val="tx1">
                    <a:lumMod val="10000"/>
                  </a:schemeClr>
                </a:solidFill>
              </a:defRPr>
            </a:lvl4pPr>
            <a:lvl5pPr>
              <a:defRPr>
                <a:solidFill>
                  <a:schemeClr val="tx1">
                    <a:lumMod val="10000"/>
                  </a:schemeClr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文字版面配置區 12">
            <a:extLst>
              <a:ext uri="{FF2B5EF4-FFF2-40B4-BE49-F238E27FC236}">
                <a16:creationId xmlns:a16="http://schemas.microsoft.com/office/drawing/2014/main" id="{516D7DA4-C89D-420E-B457-616888CEAC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03277" y="6226484"/>
            <a:ext cx="3162034" cy="370077"/>
          </a:xfrm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rgbClr val="00B0F0"/>
                </a:solidFill>
              </a:defRPr>
            </a:lvl1pPr>
          </a:lstStyle>
          <a:p>
            <a:pPr lvl="0"/>
            <a:r>
              <a:rPr lang="zh-TW" altLang="en-US" dirty="0"/>
              <a:t>範本檔案名稱</a:t>
            </a:r>
          </a:p>
        </p:txBody>
      </p:sp>
    </p:spTree>
    <p:extLst>
      <p:ext uri="{BB962C8B-B14F-4D97-AF65-F5344CB8AC3E}">
        <p14:creationId xmlns:p14="http://schemas.microsoft.com/office/powerpoint/2010/main" val="7612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腦洞大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DE7D6A-6733-4B8F-9901-37EFF131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908" y="1870548"/>
            <a:ext cx="6805154" cy="617761"/>
          </a:xfrm>
        </p:spPr>
        <p:txBody>
          <a:bodyPr anchor="ctr"/>
          <a:lstStyle>
            <a:lvl1pPr>
              <a:defRPr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42BF3D-9502-49A0-9842-0D0D36BC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grpSp>
        <p:nvGrpSpPr>
          <p:cNvPr id="7" name="îṩḻíḓ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ADD3925-66AB-4925-9C9F-B21E0EBD9846}"/>
              </a:ext>
            </a:extLst>
          </p:cNvPr>
          <p:cNvGrpSpPr/>
          <p:nvPr/>
        </p:nvGrpSpPr>
        <p:grpSpPr>
          <a:xfrm>
            <a:off x="142611" y="1502903"/>
            <a:ext cx="4188305" cy="4065778"/>
            <a:chOff x="2933701" y="4727576"/>
            <a:chExt cx="42165588" cy="40932100"/>
          </a:xfrm>
        </p:grpSpPr>
        <p:sp>
          <p:nvSpPr>
            <p:cNvPr id="9" name="ïsḻiḋê">
              <a:extLst>
                <a:ext uri="{FF2B5EF4-FFF2-40B4-BE49-F238E27FC236}">
                  <a16:creationId xmlns:a16="http://schemas.microsoft.com/office/drawing/2014/main" id="{361B9CB7-1C51-4AEC-B3A0-34548F8EDE07}"/>
                </a:ext>
              </a:extLst>
            </p:cNvPr>
            <p:cNvSpPr/>
            <p:nvPr/>
          </p:nvSpPr>
          <p:spPr bwMode="auto">
            <a:xfrm>
              <a:off x="11680826" y="39716076"/>
              <a:ext cx="26352500" cy="5943600"/>
            </a:xfrm>
            <a:custGeom>
              <a:avLst/>
              <a:gdLst/>
              <a:ahLst/>
              <a:cxnLst>
                <a:cxn ang="0">
                  <a:pos x="120" y="23"/>
                </a:cxn>
                <a:cxn ang="0">
                  <a:pos x="111" y="26"/>
                </a:cxn>
                <a:cxn ang="0">
                  <a:pos x="101" y="29"/>
                </a:cxn>
                <a:cxn ang="0">
                  <a:pos x="111" y="26"/>
                </a:cxn>
                <a:cxn ang="0">
                  <a:pos x="120" y="23"/>
                </a:cxn>
                <a:cxn ang="0">
                  <a:pos x="120" y="23"/>
                </a:cxn>
                <a:cxn ang="0">
                  <a:pos x="90" y="9"/>
                </a:cxn>
                <a:cxn ang="0">
                  <a:pos x="90" y="9"/>
                </a:cxn>
                <a:cxn ang="0">
                  <a:pos x="84" y="10"/>
                </a:cxn>
                <a:cxn ang="0">
                  <a:pos x="84" y="10"/>
                </a:cxn>
                <a:cxn ang="0">
                  <a:pos x="90" y="9"/>
                </a:cxn>
                <a:cxn ang="0">
                  <a:pos x="90" y="9"/>
                </a:cxn>
                <a:cxn ang="0">
                  <a:pos x="90" y="9"/>
                </a:cxn>
                <a:cxn ang="0">
                  <a:pos x="89" y="10"/>
                </a:cxn>
                <a:cxn ang="0">
                  <a:pos x="88" y="10"/>
                </a:cxn>
                <a:cxn ang="0">
                  <a:pos x="92" y="10"/>
                </a:cxn>
                <a:cxn ang="0">
                  <a:pos x="90" y="9"/>
                </a:cxn>
                <a:cxn ang="0">
                  <a:pos x="90" y="9"/>
                </a:cxn>
                <a:cxn ang="0">
                  <a:pos x="90" y="9"/>
                </a:cxn>
                <a:cxn ang="0">
                  <a:pos x="90" y="9"/>
                </a:cxn>
                <a:cxn ang="0">
                  <a:pos x="197" y="3"/>
                </a:cxn>
                <a:cxn ang="0">
                  <a:pos x="196" y="22"/>
                </a:cxn>
                <a:cxn ang="0">
                  <a:pos x="165" y="35"/>
                </a:cxn>
                <a:cxn ang="0">
                  <a:pos x="127" y="26"/>
                </a:cxn>
                <a:cxn ang="0">
                  <a:pos x="118" y="30"/>
                </a:cxn>
                <a:cxn ang="0">
                  <a:pos x="73" y="37"/>
                </a:cxn>
                <a:cxn ang="0">
                  <a:pos x="45" y="31"/>
                </a:cxn>
                <a:cxn ang="0">
                  <a:pos x="31" y="22"/>
                </a:cxn>
                <a:cxn ang="0">
                  <a:pos x="29" y="5"/>
                </a:cxn>
                <a:cxn ang="0">
                  <a:pos x="0" y="24"/>
                </a:cxn>
                <a:cxn ang="0">
                  <a:pos x="118" y="53"/>
                </a:cxn>
                <a:cxn ang="0">
                  <a:pos x="235" y="24"/>
                </a:cxn>
                <a:cxn ang="0">
                  <a:pos x="197" y="3"/>
                </a:cxn>
                <a:cxn ang="0">
                  <a:pos x="113" y="0"/>
                </a:cxn>
                <a:cxn ang="0">
                  <a:pos x="111" y="0"/>
                </a:cxn>
                <a:cxn ang="0">
                  <a:pos x="114" y="1"/>
                </a:cxn>
                <a:cxn ang="0">
                  <a:pos x="118" y="3"/>
                </a:cxn>
                <a:cxn ang="0">
                  <a:pos x="124" y="1"/>
                </a:cxn>
                <a:cxn ang="0">
                  <a:pos x="113" y="0"/>
                </a:cxn>
              </a:cxnLst>
              <a:rect l="0" t="0" r="r" b="b"/>
              <a:pathLst>
                <a:path w="235" h="53">
                  <a:moveTo>
                    <a:pt x="120" y="23"/>
                  </a:moveTo>
                  <a:cubicBezTo>
                    <a:pt x="115" y="25"/>
                    <a:pt x="111" y="26"/>
                    <a:pt x="111" y="26"/>
                  </a:cubicBezTo>
                  <a:cubicBezTo>
                    <a:pt x="107" y="27"/>
                    <a:pt x="104" y="28"/>
                    <a:pt x="101" y="29"/>
                  </a:cubicBezTo>
                  <a:cubicBezTo>
                    <a:pt x="104" y="28"/>
                    <a:pt x="107" y="27"/>
                    <a:pt x="111" y="26"/>
                  </a:cubicBezTo>
                  <a:cubicBezTo>
                    <a:pt x="111" y="26"/>
                    <a:pt x="115" y="25"/>
                    <a:pt x="120" y="23"/>
                  </a:cubicBezTo>
                  <a:cubicBezTo>
                    <a:pt x="120" y="23"/>
                    <a:pt x="120" y="23"/>
                    <a:pt x="120" y="23"/>
                  </a:cubicBezTo>
                  <a:moveTo>
                    <a:pt x="90" y="9"/>
                  </a:moveTo>
                  <a:cubicBezTo>
                    <a:pt x="90" y="9"/>
                    <a:pt x="90" y="9"/>
                    <a:pt x="90" y="9"/>
                  </a:cubicBezTo>
                  <a:cubicBezTo>
                    <a:pt x="88" y="9"/>
                    <a:pt x="87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10"/>
                    <a:pt x="88" y="9"/>
                    <a:pt x="90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10"/>
                    <a:pt x="88" y="10"/>
                    <a:pt x="88" y="10"/>
                  </a:cubicBezTo>
                  <a:cubicBezTo>
                    <a:pt x="89" y="10"/>
                    <a:pt x="90" y="10"/>
                    <a:pt x="92" y="10"/>
                  </a:cubicBezTo>
                  <a:cubicBezTo>
                    <a:pt x="91" y="9"/>
                    <a:pt x="90" y="9"/>
                    <a:pt x="90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0" y="9"/>
                    <a:pt x="90" y="9"/>
                    <a:pt x="90" y="9"/>
                  </a:cubicBezTo>
                  <a:moveTo>
                    <a:pt x="197" y="3"/>
                  </a:moveTo>
                  <a:cubicBezTo>
                    <a:pt x="199" y="9"/>
                    <a:pt x="200" y="17"/>
                    <a:pt x="196" y="22"/>
                  </a:cubicBezTo>
                  <a:cubicBezTo>
                    <a:pt x="191" y="28"/>
                    <a:pt x="182" y="35"/>
                    <a:pt x="165" y="35"/>
                  </a:cubicBezTo>
                  <a:cubicBezTo>
                    <a:pt x="155" y="35"/>
                    <a:pt x="143" y="32"/>
                    <a:pt x="127" y="26"/>
                  </a:cubicBezTo>
                  <a:cubicBezTo>
                    <a:pt x="123" y="28"/>
                    <a:pt x="119" y="29"/>
                    <a:pt x="118" y="30"/>
                  </a:cubicBezTo>
                  <a:cubicBezTo>
                    <a:pt x="99" y="35"/>
                    <a:pt x="84" y="37"/>
                    <a:pt x="73" y="37"/>
                  </a:cubicBezTo>
                  <a:cubicBezTo>
                    <a:pt x="60" y="37"/>
                    <a:pt x="51" y="35"/>
                    <a:pt x="45" y="31"/>
                  </a:cubicBezTo>
                  <a:cubicBezTo>
                    <a:pt x="38" y="29"/>
                    <a:pt x="34" y="25"/>
                    <a:pt x="31" y="22"/>
                  </a:cubicBezTo>
                  <a:cubicBezTo>
                    <a:pt x="27" y="18"/>
                    <a:pt x="27" y="11"/>
                    <a:pt x="29" y="5"/>
                  </a:cubicBezTo>
                  <a:cubicBezTo>
                    <a:pt x="11" y="10"/>
                    <a:pt x="0" y="17"/>
                    <a:pt x="0" y="24"/>
                  </a:cubicBezTo>
                  <a:cubicBezTo>
                    <a:pt x="0" y="40"/>
                    <a:pt x="53" y="53"/>
                    <a:pt x="118" y="53"/>
                  </a:cubicBezTo>
                  <a:cubicBezTo>
                    <a:pt x="183" y="53"/>
                    <a:pt x="235" y="40"/>
                    <a:pt x="235" y="24"/>
                  </a:cubicBezTo>
                  <a:cubicBezTo>
                    <a:pt x="235" y="16"/>
                    <a:pt x="221" y="8"/>
                    <a:pt x="197" y="3"/>
                  </a:cubicBezTo>
                  <a:moveTo>
                    <a:pt x="113" y="0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12" y="1"/>
                    <a:pt x="113" y="1"/>
                    <a:pt x="114" y="1"/>
                  </a:cubicBezTo>
                  <a:cubicBezTo>
                    <a:pt x="115" y="2"/>
                    <a:pt x="117" y="2"/>
                    <a:pt x="118" y="3"/>
                  </a:cubicBezTo>
                  <a:cubicBezTo>
                    <a:pt x="121" y="2"/>
                    <a:pt x="123" y="1"/>
                    <a:pt x="124" y="1"/>
                  </a:cubicBezTo>
                  <a:cubicBezTo>
                    <a:pt x="113" y="0"/>
                    <a:pt x="113" y="0"/>
                    <a:pt x="113" y="0"/>
                  </a:cubicBezTo>
                </a:path>
              </a:pathLst>
            </a:custGeom>
            <a:solidFill>
              <a:srgbClr val="00A9B5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ïṣļîďê">
              <a:extLst>
                <a:ext uri="{FF2B5EF4-FFF2-40B4-BE49-F238E27FC236}">
                  <a16:creationId xmlns:a16="http://schemas.microsoft.com/office/drawing/2014/main" id="{5AF406BD-C102-4BF4-A394-63F0C7CC5AAD}"/>
                </a:ext>
              </a:extLst>
            </p:cNvPr>
            <p:cNvSpPr/>
            <p:nvPr/>
          </p:nvSpPr>
          <p:spPr bwMode="auto">
            <a:xfrm>
              <a:off x="25361901" y="38258751"/>
              <a:ext cx="5494338" cy="4037013"/>
            </a:xfrm>
            <a:custGeom>
              <a:avLst/>
              <a:gdLst/>
              <a:ahLst/>
              <a:cxnLst>
                <a:cxn ang="0">
                  <a:pos x="2" y="14"/>
                </a:cxn>
                <a:cxn ang="0">
                  <a:pos x="15" y="25"/>
                </a:cxn>
                <a:cxn ang="0">
                  <a:pos x="40" y="35"/>
                </a:cxn>
                <a:cxn ang="0">
                  <a:pos x="47" y="34"/>
                </a:cxn>
                <a:cxn ang="0">
                  <a:pos x="49" y="30"/>
                </a:cxn>
                <a:cxn ang="0">
                  <a:pos x="27" y="12"/>
                </a:cxn>
                <a:cxn ang="0">
                  <a:pos x="21" y="10"/>
                </a:cxn>
                <a:cxn ang="0">
                  <a:pos x="20" y="6"/>
                </a:cxn>
                <a:cxn ang="0">
                  <a:pos x="15" y="2"/>
                </a:cxn>
                <a:cxn ang="0">
                  <a:pos x="12" y="1"/>
                </a:cxn>
                <a:cxn ang="0">
                  <a:pos x="10" y="2"/>
                </a:cxn>
                <a:cxn ang="0">
                  <a:pos x="2" y="14"/>
                </a:cxn>
              </a:cxnLst>
              <a:rect l="0" t="0" r="r" b="b"/>
              <a:pathLst>
                <a:path w="49" h="36">
                  <a:moveTo>
                    <a:pt x="2" y="14"/>
                  </a:moveTo>
                  <a:cubicBezTo>
                    <a:pt x="3" y="15"/>
                    <a:pt x="10" y="19"/>
                    <a:pt x="15" y="25"/>
                  </a:cubicBezTo>
                  <a:cubicBezTo>
                    <a:pt x="21" y="27"/>
                    <a:pt x="40" y="35"/>
                    <a:pt x="40" y="35"/>
                  </a:cubicBezTo>
                  <a:cubicBezTo>
                    <a:pt x="40" y="35"/>
                    <a:pt x="44" y="36"/>
                    <a:pt x="47" y="34"/>
                  </a:cubicBezTo>
                  <a:cubicBezTo>
                    <a:pt x="49" y="33"/>
                    <a:pt x="49" y="30"/>
                    <a:pt x="49" y="30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3" y="0"/>
                    <a:pt x="12" y="1"/>
                  </a:cubicBezTo>
                  <a:cubicBezTo>
                    <a:pt x="11" y="1"/>
                    <a:pt x="10" y="2"/>
                    <a:pt x="10" y="2"/>
                  </a:cubicBezTo>
                  <a:cubicBezTo>
                    <a:pt x="10" y="2"/>
                    <a:pt x="0" y="13"/>
                    <a:pt x="2" y="14"/>
                  </a:cubicBezTo>
                </a:path>
              </a:pathLst>
            </a:custGeom>
            <a:solidFill>
              <a:srgbClr val="0C0B0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íṩlîďê">
              <a:extLst>
                <a:ext uri="{FF2B5EF4-FFF2-40B4-BE49-F238E27FC236}">
                  <a16:creationId xmlns:a16="http://schemas.microsoft.com/office/drawing/2014/main" id="{9C000800-859D-44D7-AF3C-DC9EC5143B3A}"/>
                </a:ext>
              </a:extLst>
            </p:cNvPr>
            <p:cNvSpPr/>
            <p:nvPr/>
          </p:nvSpPr>
          <p:spPr bwMode="auto">
            <a:xfrm>
              <a:off x="21661438" y="37360226"/>
              <a:ext cx="12558713" cy="7513638"/>
            </a:xfrm>
            <a:custGeom>
              <a:avLst/>
              <a:gdLst/>
              <a:ahLst/>
              <a:cxnLst>
                <a:cxn ang="0">
                  <a:pos x="6" y="22"/>
                </a:cxn>
                <a:cxn ang="0">
                  <a:pos x="14" y="19"/>
                </a:cxn>
                <a:cxn ang="0">
                  <a:pos x="35" y="26"/>
                </a:cxn>
                <a:cxn ang="0">
                  <a:pos x="49" y="30"/>
                </a:cxn>
                <a:cxn ang="0">
                  <a:pos x="57" y="31"/>
                </a:cxn>
                <a:cxn ang="0">
                  <a:pos x="52" y="22"/>
                </a:cxn>
                <a:cxn ang="0">
                  <a:pos x="24" y="21"/>
                </a:cxn>
                <a:cxn ang="0">
                  <a:pos x="24" y="21"/>
                </a:cxn>
                <a:cxn ang="0">
                  <a:pos x="24" y="0"/>
                </a:cxn>
                <a:cxn ang="0">
                  <a:pos x="60" y="0"/>
                </a:cxn>
                <a:cxn ang="0">
                  <a:pos x="107" y="20"/>
                </a:cxn>
                <a:cxn ang="0">
                  <a:pos x="107" y="43"/>
                </a:cxn>
                <a:cxn ang="0">
                  <a:pos x="27" y="41"/>
                </a:cxn>
                <a:cxn ang="0">
                  <a:pos x="1" y="30"/>
                </a:cxn>
                <a:cxn ang="0">
                  <a:pos x="6" y="22"/>
                </a:cxn>
              </a:cxnLst>
              <a:rect l="0" t="0" r="r" b="b"/>
              <a:pathLst>
                <a:path w="112" h="67">
                  <a:moveTo>
                    <a:pt x="6" y="22"/>
                  </a:moveTo>
                  <a:cubicBezTo>
                    <a:pt x="9" y="19"/>
                    <a:pt x="13" y="18"/>
                    <a:pt x="14" y="19"/>
                  </a:cubicBezTo>
                  <a:cubicBezTo>
                    <a:pt x="14" y="19"/>
                    <a:pt x="31" y="24"/>
                    <a:pt x="35" y="26"/>
                  </a:cubicBezTo>
                  <a:cubicBezTo>
                    <a:pt x="40" y="27"/>
                    <a:pt x="45" y="29"/>
                    <a:pt x="49" y="30"/>
                  </a:cubicBezTo>
                  <a:cubicBezTo>
                    <a:pt x="52" y="31"/>
                    <a:pt x="55" y="31"/>
                    <a:pt x="57" y="31"/>
                  </a:cubicBezTo>
                  <a:cubicBezTo>
                    <a:pt x="64" y="31"/>
                    <a:pt x="70" y="25"/>
                    <a:pt x="52" y="22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97" y="4"/>
                    <a:pt x="107" y="20"/>
                  </a:cubicBezTo>
                  <a:cubicBezTo>
                    <a:pt x="110" y="25"/>
                    <a:pt x="112" y="37"/>
                    <a:pt x="107" y="43"/>
                  </a:cubicBezTo>
                  <a:cubicBezTo>
                    <a:pt x="98" y="53"/>
                    <a:pt x="78" y="67"/>
                    <a:pt x="27" y="41"/>
                  </a:cubicBezTo>
                  <a:cubicBezTo>
                    <a:pt x="26" y="41"/>
                    <a:pt x="2" y="31"/>
                    <a:pt x="1" y="30"/>
                  </a:cubicBezTo>
                  <a:cubicBezTo>
                    <a:pt x="1" y="30"/>
                    <a:pt x="0" y="27"/>
                    <a:pt x="6" y="22"/>
                  </a:cubicBezTo>
                </a:path>
              </a:pathLst>
            </a:custGeom>
            <a:solidFill>
              <a:srgbClr val="33302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ïŝļïďé">
              <a:extLst>
                <a:ext uri="{FF2B5EF4-FFF2-40B4-BE49-F238E27FC236}">
                  <a16:creationId xmlns:a16="http://schemas.microsoft.com/office/drawing/2014/main" id="{C5552E3F-1025-4252-B2FF-373447AD899C}"/>
                </a:ext>
              </a:extLst>
            </p:cNvPr>
            <p:cNvSpPr/>
            <p:nvPr/>
          </p:nvSpPr>
          <p:spPr bwMode="auto">
            <a:xfrm>
              <a:off x="24352251" y="37360226"/>
              <a:ext cx="9196388" cy="2019300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8" y="3"/>
                </a:cxn>
                <a:cxn ang="0">
                  <a:pos x="82" y="18"/>
                </a:cxn>
                <a:cxn ang="0">
                  <a:pos x="36" y="0"/>
                </a:cxn>
              </a:cxnLst>
              <a:rect l="0" t="0" r="r" b="b"/>
              <a:pathLst>
                <a:path w="82" h="18">
                  <a:moveTo>
                    <a:pt x="3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68" y="6"/>
                    <a:pt x="82" y="18"/>
                  </a:cubicBezTo>
                  <a:cubicBezTo>
                    <a:pt x="70" y="4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" name="ïṥlíďê">
              <a:extLst>
                <a:ext uri="{FF2B5EF4-FFF2-40B4-BE49-F238E27FC236}">
                  <a16:creationId xmlns:a16="http://schemas.microsoft.com/office/drawing/2014/main" id="{3379D3C3-248E-4DAC-9E68-1E754DA789E3}"/>
                </a:ext>
              </a:extLst>
            </p:cNvPr>
            <p:cNvSpPr/>
            <p:nvPr/>
          </p:nvSpPr>
          <p:spPr bwMode="auto">
            <a:xfrm>
              <a:off x="16725901" y="42295763"/>
              <a:ext cx="9196388" cy="1570038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66" y="3"/>
                </a:cxn>
                <a:cxn ang="0">
                  <a:pos x="56" y="6"/>
                </a:cxn>
                <a:cxn ang="0">
                  <a:pos x="20" y="11"/>
                </a:cxn>
                <a:cxn ang="0">
                  <a:pos x="0" y="8"/>
                </a:cxn>
                <a:cxn ang="0">
                  <a:pos x="28" y="14"/>
                </a:cxn>
                <a:cxn ang="0">
                  <a:pos x="73" y="7"/>
                </a:cxn>
                <a:cxn ang="0">
                  <a:pos x="82" y="3"/>
                </a:cxn>
                <a:cxn ang="0">
                  <a:pos x="75" y="0"/>
                </a:cxn>
              </a:cxnLst>
              <a:rect l="0" t="0" r="r" b="b"/>
              <a:pathLst>
                <a:path w="82" h="14">
                  <a:moveTo>
                    <a:pt x="75" y="0"/>
                  </a:moveTo>
                  <a:cubicBezTo>
                    <a:pt x="70" y="2"/>
                    <a:pt x="66" y="3"/>
                    <a:pt x="66" y="3"/>
                  </a:cubicBezTo>
                  <a:cubicBezTo>
                    <a:pt x="62" y="4"/>
                    <a:pt x="59" y="5"/>
                    <a:pt x="56" y="6"/>
                  </a:cubicBezTo>
                  <a:cubicBezTo>
                    <a:pt x="41" y="9"/>
                    <a:pt x="30" y="11"/>
                    <a:pt x="20" y="11"/>
                  </a:cubicBezTo>
                  <a:cubicBezTo>
                    <a:pt x="12" y="11"/>
                    <a:pt x="5" y="10"/>
                    <a:pt x="0" y="8"/>
                  </a:cubicBezTo>
                  <a:cubicBezTo>
                    <a:pt x="6" y="12"/>
                    <a:pt x="15" y="14"/>
                    <a:pt x="28" y="14"/>
                  </a:cubicBezTo>
                  <a:cubicBezTo>
                    <a:pt x="39" y="14"/>
                    <a:pt x="54" y="12"/>
                    <a:pt x="73" y="7"/>
                  </a:cubicBezTo>
                  <a:cubicBezTo>
                    <a:pt x="74" y="6"/>
                    <a:pt x="78" y="5"/>
                    <a:pt x="82" y="3"/>
                  </a:cubicBezTo>
                  <a:cubicBezTo>
                    <a:pt x="80" y="2"/>
                    <a:pt x="78" y="1"/>
                    <a:pt x="75" y="0"/>
                  </a:cubicBezTo>
                </a:path>
              </a:pathLst>
            </a:custGeom>
            <a:solidFill>
              <a:srgbClr val="00949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îṥ1íḑé">
              <a:extLst>
                <a:ext uri="{FF2B5EF4-FFF2-40B4-BE49-F238E27FC236}">
                  <a16:creationId xmlns:a16="http://schemas.microsoft.com/office/drawing/2014/main" id="{39661AE2-740F-4E32-8747-472D2E64D94C}"/>
                </a:ext>
              </a:extLst>
            </p:cNvPr>
            <p:cNvSpPr/>
            <p:nvPr/>
          </p:nvSpPr>
          <p:spPr bwMode="auto">
            <a:xfrm>
              <a:off x="25138063" y="41062276"/>
              <a:ext cx="2803525" cy="1570038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7" y="0"/>
                </a:cxn>
                <a:cxn ang="0">
                  <a:pos x="0" y="11"/>
                </a:cxn>
                <a:cxn ang="0">
                  <a:pos x="7" y="14"/>
                </a:cxn>
                <a:cxn ang="0">
                  <a:pos x="24" y="4"/>
                </a:cxn>
                <a:cxn ang="0">
                  <a:pos x="25" y="3"/>
                </a:cxn>
                <a:cxn ang="0">
                  <a:pos x="17" y="0"/>
                </a:cxn>
              </a:cxnLst>
              <a:rect l="0" t="0" r="r" b="b"/>
              <a:pathLst>
                <a:path w="25" h="14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3" y="4"/>
                    <a:pt x="6" y="8"/>
                    <a:pt x="0" y="11"/>
                  </a:cubicBezTo>
                  <a:cubicBezTo>
                    <a:pt x="3" y="12"/>
                    <a:pt x="5" y="13"/>
                    <a:pt x="7" y="14"/>
                  </a:cubicBezTo>
                  <a:cubicBezTo>
                    <a:pt x="13" y="11"/>
                    <a:pt x="20" y="8"/>
                    <a:pt x="24" y="4"/>
                  </a:cubicBezTo>
                  <a:cubicBezTo>
                    <a:pt x="24" y="4"/>
                    <a:pt x="24" y="3"/>
                    <a:pt x="25" y="3"/>
                  </a:cubicBezTo>
                  <a:cubicBezTo>
                    <a:pt x="21" y="2"/>
                    <a:pt x="19" y="1"/>
                    <a:pt x="17" y="0"/>
                  </a:cubicBezTo>
                </a:path>
              </a:pathLst>
            </a:custGeom>
            <a:solidFill>
              <a:srgbClr val="282525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ïšḷïḑe">
              <a:extLst>
                <a:ext uri="{FF2B5EF4-FFF2-40B4-BE49-F238E27FC236}">
                  <a16:creationId xmlns:a16="http://schemas.microsoft.com/office/drawing/2014/main" id="{1CFD2049-542E-4346-88B9-E3688A1C8783}"/>
                </a:ext>
              </a:extLst>
            </p:cNvPr>
            <p:cNvSpPr/>
            <p:nvPr/>
          </p:nvSpPr>
          <p:spPr bwMode="auto">
            <a:xfrm>
              <a:off x="14595476" y="37360226"/>
              <a:ext cx="12447588" cy="6840538"/>
            </a:xfrm>
            <a:custGeom>
              <a:avLst/>
              <a:gdLst/>
              <a:ahLst/>
              <a:cxnLst>
                <a:cxn ang="0">
                  <a:pos x="106" y="25"/>
                </a:cxn>
                <a:cxn ang="0">
                  <a:pos x="98" y="21"/>
                </a:cxn>
                <a:cxn ang="0">
                  <a:pos x="55" y="31"/>
                </a:cxn>
                <a:cxn ang="0">
                  <a:pos x="60" y="22"/>
                </a:cxn>
                <a:cxn ang="0">
                  <a:pos x="87" y="21"/>
                </a:cxn>
                <a:cxn ang="0">
                  <a:pos x="88" y="21"/>
                </a:cxn>
                <a:cxn ang="0">
                  <a:pos x="88" y="0"/>
                </a:cxn>
                <a:cxn ang="0">
                  <a:pos x="52" y="0"/>
                </a:cxn>
                <a:cxn ang="0">
                  <a:pos x="5" y="20"/>
                </a:cxn>
                <a:cxn ang="0">
                  <a:pos x="5" y="43"/>
                </a:cxn>
                <a:cxn ang="0">
                  <a:pos x="85" y="47"/>
                </a:cxn>
                <a:cxn ang="0">
                  <a:pos x="111" y="33"/>
                </a:cxn>
                <a:cxn ang="0">
                  <a:pos x="106" y="25"/>
                </a:cxn>
              </a:cxnLst>
              <a:rect l="0" t="0" r="r" b="b"/>
              <a:pathLst>
                <a:path w="111" h="61">
                  <a:moveTo>
                    <a:pt x="106" y="25"/>
                  </a:moveTo>
                  <a:cubicBezTo>
                    <a:pt x="101" y="21"/>
                    <a:pt x="99" y="22"/>
                    <a:pt x="98" y="21"/>
                  </a:cubicBezTo>
                  <a:cubicBezTo>
                    <a:pt x="98" y="21"/>
                    <a:pt x="68" y="33"/>
                    <a:pt x="55" y="31"/>
                  </a:cubicBezTo>
                  <a:cubicBezTo>
                    <a:pt x="48" y="30"/>
                    <a:pt x="41" y="25"/>
                    <a:pt x="60" y="22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15" y="4"/>
                    <a:pt x="5" y="20"/>
                  </a:cubicBezTo>
                  <a:cubicBezTo>
                    <a:pt x="2" y="25"/>
                    <a:pt x="0" y="37"/>
                    <a:pt x="5" y="43"/>
                  </a:cubicBezTo>
                  <a:cubicBezTo>
                    <a:pt x="14" y="53"/>
                    <a:pt x="35" y="61"/>
                    <a:pt x="85" y="47"/>
                  </a:cubicBezTo>
                  <a:cubicBezTo>
                    <a:pt x="86" y="47"/>
                    <a:pt x="104" y="40"/>
                    <a:pt x="111" y="33"/>
                  </a:cubicBezTo>
                  <a:cubicBezTo>
                    <a:pt x="111" y="33"/>
                    <a:pt x="110" y="28"/>
                    <a:pt x="106" y="25"/>
                  </a:cubicBezTo>
                </a:path>
              </a:pathLst>
            </a:custGeom>
            <a:solidFill>
              <a:srgbClr val="33302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ï$ḷíḑe">
              <a:extLst>
                <a:ext uri="{FF2B5EF4-FFF2-40B4-BE49-F238E27FC236}">
                  <a16:creationId xmlns:a16="http://schemas.microsoft.com/office/drawing/2014/main" id="{46E7E4FB-8572-4FDF-8224-0215763A3CA4}"/>
                </a:ext>
              </a:extLst>
            </p:cNvPr>
            <p:cNvSpPr/>
            <p:nvPr/>
          </p:nvSpPr>
          <p:spPr bwMode="auto">
            <a:xfrm>
              <a:off x="20202526" y="39716076"/>
              <a:ext cx="6505575" cy="1681163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0" y="9"/>
                </a:cxn>
                <a:cxn ang="0">
                  <a:pos x="7" y="12"/>
                </a:cxn>
                <a:cxn ang="0">
                  <a:pos x="50" y="3"/>
                </a:cxn>
                <a:cxn ang="0">
                  <a:pos x="58" y="6"/>
                </a:cxn>
                <a:cxn ang="0">
                  <a:pos x="56" y="4"/>
                </a:cxn>
                <a:cxn ang="0">
                  <a:pos x="48" y="0"/>
                </a:cxn>
                <a:cxn ang="0">
                  <a:pos x="5" y="10"/>
                </a:cxn>
              </a:cxnLst>
              <a:rect l="0" t="0" r="r" b="b"/>
              <a:pathLst>
                <a:path w="58" h="15">
                  <a:moveTo>
                    <a:pt x="5" y="10"/>
                  </a:moveTo>
                  <a:cubicBezTo>
                    <a:pt x="3" y="10"/>
                    <a:pt x="1" y="9"/>
                    <a:pt x="0" y="9"/>
                  </a:cubicBezTo>
                  <a:cubicBezTo>
                    <a:pt x="0" y="10"/>
                    <a:pt x="4" y="12"/>
                    <a:pt x="7" y="12"/>
                  </a:cubicBezTo>
                  <a:cubicBezTo>
                    <a:pt x="21" y="15"/>
                    <a:pt x="50" y="3"/>
                    <a:pt x="50" y="3"/>
                  </a:cubicBezTo>
                  <a:cubicBezTo>
                    <a:pt x="51" y="3"/>
                    <a:pt x="54" y="3"/>
                    <a:pt x="58" y="6"/>
                  </a:cubicBezTo>
                  <a:cubicBezTo>
                    <a:pt x="58" y="5"/>
                    <a:pt x="57" y="5"/>
                    <a:pt x="56" y="4"/>
                  </a:cubicBezTo>
                  <a:cubicBezTo>
                    <a:pt x="51" y="0"/>
                    <a:pt x="49" y="1"/>
                    <a:pt x="48" y="0"/>
                  </a:cubicBezTo>
                  <a:cubicBezTo>
                    <a:pt x="48" y="0"/>
                    <a:pt x="18" y="12"/>
                    <a:pt x="5" y="10"/>
                  </a:cubicBezTo>
                </a:path>
              </a:pathLst>
            </a:custGeom>
            <a:solidFill>
              <a:srgbClr val="3E3A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íšľíḍê">
              <a:extLst>
                <a:ext uri="{FF2B5EF4-FFF2-40B4-BE49-F238E27FC236}">
                  <a16:creationId xmlns:a16="http://schemas.microsoft.com/office/drawing/2014/main" id="{C9D9F4DD-C5F8-41B1-B331-A2E551694114}"/>
                </a:ext>
              </a:extLst>
            </p:cNvPr>
            <p:cNvSpPr/>
            <p:nvPr/>
          </p:nvSpPr>
          <p:spPr bwMode="auto">
            <a:xfrm>
              <a:off x="21661438" y="39379526"/>
              <a:ext cx="3251200" cy="1457325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17" y="4"/>
                </a:cxn>
                <a:cxn ang="0">
                  <a:pos x="26" y="7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14" y="1"/>
                </a:cxn>
                <a:cxn ang="0">
                  <a:pos x="6" y="4"/>
                </a:cxn>
                <a:cxn ang="0">
                  <a:pos x="1" y="12"/>
                </a:cxn>
                <a:cxn ang="0">
                  <a:pos x="2" y="13"/>
                </a:cxn>
                <a:cxn ang="0">
                  <a:pos x="4" y="12"/>
                </a:cxn>
                <a:cxn ang="0">
                  <a:pos x="9" y="7"/>
                </a:cxn>
              </a:cxnLst>
              <a:rect l="0" t="0" r="r" b="b"/>
              <a:pathLst>
                <a:path w="29" h="13">
                  <a:moveTo>
                    <a:pt x="9" y="7"/>
                  </a:moveTo>
                  <a:cubicBezTo>
                    <a:pt x="12" y="4"/>
                    <a:pt x="15" y="3"/>
                    <a:pt x="17" y="4"/>
                  </a:cubicBezTo>
                  <a:cubicBezTo>
                    <a:pt x="17" y="4"/>
                    <a:pt x="21" y="5"/>
                    <a:pt x="26" y="7"/>
                  </a:cubicBezTo>
                  <a:cubicBezTo>
                    <a:pt x="27" y="6"/>
                    <a:pt x="28" y="6"/>
                    <a:pt x="29" y="6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1" y="3"/>
                    <a:pt x="14" y="1"/>
                    <a:pt x="14" y="1"/>
                  </a:cubicBezTo>
                  <a:cubicBezTo>
                    <a:pt x="13" y="0"/>
                    <a:pt x="9" y="1"/>
                    <a:pt x="6" y="4"/>
                  </a:cubicBezTo>
                  <a:cubicBezTo>
                    <a:pt x="0" y="9"/>
                    <a:pt x="1" y="12"/>
                    <a:pt x="1" y="12"/>
                  </a:cubicBezTo>
                  <a:cubicBezTo>
                    <a:pt x="1" y="12"/>
                    <a:pt x="2" y="12"/>
                    <a:pt x="2" y="13"/>
                  </a:cubicBezTo>
                  <a:cubicBezTo>
                    <a:pt x="3" y="13"/>
                    <a:pt x="4" y="12"/>
                    <a:pt x="4" y="12"/>
                  </a:cubicBezTo>
                  <a:cubicBezTo>
                    <a:pt x="5" y="11"/>
                    <a:pt x="6" y="9"/>
                    <a:pt x="9" y="7"/>
                  </a:cubicBezTo>
                </a:path>
              </a:pathLst>
            </a:custGeom>
            <a:solidFill>
              <a:srgbClr val="3E3A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íS1íḍé">
              <a:extLst>
                <a:ext uri="{FF2B5EF4-FFF2-40B4-BE49-F238E27FC236}">
                  <a16:creationId xmlns:a16="http://schemas.microsoft.com/office/drawing/2014/main" id="{562AD43F-7019-431E-94AD-CFD5CEAD0027}"/>
                </a:ext>
              </a:extLst>
            </p:cNvPr>
            <p:cNvSpPr/>
            <p:nvPr/>
          </p:nvSpPr>
          <p:spPr bwMode="auto">
            <a:xfrm>
              <a:off x="24352251" y="39716076"/>
              <a:ext cx="112713" cy="1588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71" y="0"/>
                </a:cxn>
                <a:cxn ang="0">
                  <a:pos x="0" y="0"/>
                </a:cxn>
                <a:cxn ang="0">
                  <a:pos x="71" y="0"/>
                </a:cxn>
              </a:cxnLst>
              <a:rect l="0" t="0" r="r" b="b"/>
              <a:pathLst>
                <a:path w="71">
                  <a:moveTo>
                    <a:pt x="71" y="0"/>
                  </a:moveTo>
                  <a:lnTo>
                    <a:pt x="71" y="0"/>
                  </a:lnTo>
                  <a:lnTo>
                    <a:pt x="0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33302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îṡḷîďè">
              <a:extLst>
                <a:ext uri="{FF2B5EF4-FFF2-40B4-BE49-F238E27FC236}">
                  <a16:creationId xmlns:a16="http://schemas.microsoft.com/office/drawing/2014/main" id="{9447B841-FCD0-446C-B2C4-925637BA43F3}"/>
                </a:ext>
              </a:extLst>
            </p:cNvPr>
            <p:cNvSpPr/>
            <p:nvPr/>
          </p:nvSpPr>
          <p:spPr bwMode="auto">
            <a:xfrm>
              <a:off x="17848263" y="37922201"/>
              <a:ext cx="5719763" cy="3700463"/>
            </a:xfrm>
            <a:custGeom>
              <a:avLst/>
              <a:gdLst/>
              <a:ahLst/>
              <a:cxnLst>
                <a:cxn ang="0">
                  <a:pos x="49" y="15"/>
                </a:cxn>
                <a:cxn ang="0">
                  <a:pos x="35" y="25"/>
                </a:cxn>
                <a:cxn ang="0">
                  <a:pos x="9" y="32"/>
                </a:cxn>
                <a:cxn ang="0">
                  <a:pos x="2" y="31"/>
                </a:cxn>
                <a:cxn ang="0">
                  <a:pos x="1" y="27"/>
                </a:cxn>
                <a:cxn ang="0">
                  <a:pos x="24" y="11"/>
                </a:cxn>
                <a:cxn ang="0">
                  <a:pos x="30" y="10"/>
                </a:cxn>
                <a:cxn ang="0">
                  <a:pos x="31" y="5"/>
                </a:cxn>
                <a:cxn ang="0">
                  <a:pos x="36" y="1"/>
                </a:cxn>
                <a:cxn ang="0">
                  <a:pos x="39" y="0"/>
                </a:cxn>
                <a:cxn ang="0">
                  <a:pos x="41" y="2"/>
                </a:cxn>
                <a:cxn ang="0">
                  <a:pos x="49" y="15"/>
                </a:cxn>
              </a:cxnLst>
              <a:rect l="0" t="0" r="r" b="b"/>
              <a:pathLst>
                <a:path w="51" h="33">
                  <a:moveTo>
                    <a:pt x="49" y="15"/>
                  </a:moveTo>
                  <a:cubicBezTo>
                    <a:pt x="47" y="16"/>
                    <a:pt x="40" y="18"/>
                    <a:pt x="35" y="25"/>
                  </a:cubicBezTo>
                  <a:cubicBezTo>
                    <a:pt x="28" y="26"/>
                    <a:pt x="9" y="32"/>
                    <a:pt x="9" y="32"/>
                  </a:cubicBezTo>
                  <a:cubicBezTo>
                    <a:pt x="9" y="32"/>
                    <a:pt x="4" y="33"/>
                    <a:pt x="2" y="31"/>
                  </a:cubicBezTo>
                  <a:cubicBezTo>
                    <a:pt x="0" y="30"/>
                    <a:pt x="1" y="27"/>
                    <a:pt x="1" y="27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6" y="1"/>
                    <a:pt x="38" y="0"/>
                    <a:pt x="39" y="0"/>
                  </a:cubicBezTo>
                  <a:cubicBezTo>
                    <a:pt x="40" y="1"/>
                    <a:pt x="41" y="2"/>
                    <a:pt x="41" y="2"/>
                  </a:cubicBezTo>
                  <a:cubicBezTo>
                    <a:pt x="41" y="2"/>
                    <a:pt x="51" y="14"/>
                    <a:pt x="49" y="15"/>
                  </a:cubicBezTo>
                </a:path>
              </a:pathLst>
            </a:custGeom>
            <a:solidFill>
              <a:srgbClr val="19181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ïsḻîḓe">
              <a:extLst>
                <a:ext uri="{FF2B5EF4-FFF2-40B4-BE49-F238E27FC236}">
                  <a16:creationId xmlns:a16="http://schemas.microsoft.com/office/drawing/2014/main" id="{33EE9D75-43D4-4DE6-9CEB-14F68DF9C30F}"/>
                </a:ext>
              </a:extLst>
            </p:cNvPr>
            <p:cNvSpPr/>
            <p:nvPr/>
          </p:nvSpPr>
          <p:spPr bwMode="auto">
            <a:xfrm>
              <a:off x="14595476" y="37360226"/>
              <a:ext cx="9869488" cy="5046663"/>
            </a:xfrm>
            <a:custGeom>
              <a:avLst/>
              <a:gdLst/>
              <a:ahLst/>
              <a:cxnLst>
                <a:cxn ang="0">
                  <a:pos x="8" y="22"/>
                </a:cxn>
                <a:cxn ang="0">
                  <a:pos x="55" y="3"/>
                </a:cxn>
                <a:cxn ang="0">
                  <a:pos x="88" y="3"/>
                </a:cxn>
                <a:cxn ang="0">
                  <a:pos x="88" y="0"/>
                </a:cxn>
                <a:cxn ang="0">
                  <a:pos x="52" y="0"/>
                </a:cxn>
                <a:cxn ang="0">
                  <a:pos x="5" y="20"/>
                </a:cxn>
                <a:cxn ang="0">
                  <a:pos x="5" y="43"/>
                </a:cxn>
                <a:cxn ang="0">
                  <a:pos x="7" y="45"/>
                </a:cxn>
                <a:cxn ang="0">
                  <a:pos x="8" y="22"/>
                </a:cxn>
              </a:cxnLst>
              <a:rect l="0" t="0" r="r" b="b"/>
              <a:pathLst>
                <a:path w="88" h="45">
                  <a:moveTo>
                    <a:pt x="8" y="22"/>
                  </a:moveTo>
                  <a:cubicBezTo>
                    <a:pt x="17" y="6"/>
                    <a:pt x="55" y="3"/>
                    <a:pt x="55" y="3"/>
                  </a:cubicBezTo>
                  <a:cubicBezTo>
                    <a:pt x="88" y="3"/>
                    <a:pt x="88" y="3"/>
                    <a:pt x="88" y="3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15" y="4"/>
                    <a:pt x="5" y="20"/>
                  </a:cubicBezTo>
                  <a:cubicBezTo>
                    <a:pt x="2" y="25"/>
                    <a:pt x="0" y="37"/>
                    <a:pt x="5" y="43"/>
                  </a:cubicBezTo>
                  <a:cubicBezTo>
                    <a:pt x="6" y="44"/>
                    <a:pt x="6" y="44"/>
                    <a:pt x="7" y="45"/>
                  </a:cubicBezTo>
                  <a:cubicBezTo>
                    <a:pt x="2" y="39"/>
                    <a:pt x="4" y="28"/>
                    <a:pt x="8" y="22"/>
                  </a:cubicBezTo>
                  <a:close/>
                </a:path>
              </a:pathLst>
            </a:custGeom>
            <a:solidFill>
              <a:srgbClr val="3E3A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iş1ídé">
              <a:extLst>
                <a:ext uri="{FF2B5EF4-FFF2-40B4-BE49-F238E27FC236}">
                  <a16:creationId xmlns:a16="http://schemas.microsoft.com/office/drawing/2014/main" id="{7DBFFA7F-1F45-440A-8B94-345644D5EB5D}"/>
                </a:ext>
              </a:extLst>
            </p:cNvPr>
            <p:cNvSpPr/>
            <p:nvPr/>
          </p:nvSpPr>
          <p:spPr bwMode="auto">
            <a:xfrm>
              <a:off x="32426276" y="15381288"/>
              <a:ext cx="12673013" cy="1042828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68"/>
                </a:cxn>
                <a:cxn ang="0">
                  <a:pos x="83" y="74"/>
                </a:cxn>
                <a:cxn ang="0">
                  <a:pos x="98" y="0"/>
                </a:cxn>
              </a:cxnLst>
              <a:rect l="0" t="0" r="r" b="b"/>
              <a:pathLst>
                <a:path w="113" h="93">
                  <a:moveTo>
                    <a:pt x="98" y="0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15" y="90"/>
                    <a:pt x="56" y="93"/>
                    <a:pt x="83" y="74"/>
                  </a:cubicBezTo>
                  <a:cubicBezTo>
                    <a:pt x="110" y="55"/>
                    <a:pt x="113" y="21"/>
                    <a:pt x="98" y="0"/>
                  </a:cubicBezTo>
                  <a:close/>
                </a:path>
              </a:pathLst>
            </a:custGeom>
            <a:solidFill>
              <a:srgbClr val="33302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ïśḻidê">
              <a:extLst>
                <a:ext uri="{FF2B5EF4-FFF2-40B4-BE49-F238E27FC236}">
                  <a16:creationId xmlns:a16="http://schemas.microsoft.com/office/drawing/2014/main" id="{B8AA5E13-1E19-4DDB-9D04-87A9702122FD}"/>
                </a:ext>
              </a:extLst>
            </p:cNvPr>
            <p:cNvSpPr/>
            <p:nvPr/>
          </p:nvSpPr>
          <p:spPr bwMode="auto">
            <a:xfrm>
              <a:off x="31753176" y="14371638"/>
              <a:ext cx="12336463" cy="9531350"/>
            </a:xfrm>
            <a:custGeom>
              <a:avLst/>
              <a:gdLst/>
              <a:ahLst/>
              <a:cxnLst>
                <a:cxn ang="0">
                  <a:pos x="104" y="9"/>
                </a:cxn>
                <a:cxn ang="0">
                  <a:pos x="65" y="57"/>
                </a:cxn>
                <a:cxn ang="0">
                  <a:pos x="6" y="77"/>
                </a:cxn>
                <a:cxn ang="0">
                  <a:pos x="45" y="29"/>
                </a:cxn>
                <a:cxn ang="0">
                  <a:pos x="104" y="9"/>
                </a:cxn>
              </a:cxnLst>
              <a:rect l="0" t="0" r="r" b="b"/>
              <a:pathLst>
                <a:path w="110" h="85">
                  <a:moveTo>
                    <a:pt x="104" y="9"/>
                  </a:moveTo>
                  <a:cubicBezTo>
                    <a:pt x="110" y="17"/>
                    <a:pt x="92" y="38"/>
                    <a:pt x="65" y="57"/>
                  </a:cubicBezTo>
                  <a:cubicBezTo>
                    <a:pt x="38" y="77"/>
                    <a:pt x="11" y="85"/>
                    <a:pt x="6" y="77"/>
                  </a:cubicBezTo>
                  <a:cubicBezTo>
                    <a:pt x="0" y="69"/>
                    <a:pt x="18" y="48"/>
                    <a:pt x="45" y="29"/>
                  </a:cubicBezTo>
                  <a:cubicBezTo>
                    <a:pt x="72" y="9"/>
                    <a:pt x="98" y="0"/>
                    <a:pt x="104" y="9"/>
                  </a:cubicBezTo>
                  <a:close/>
                </a:path>
              </a:pathLst>
            </a:custGeom>
            <a:solidFill>
              <a:srgbClr val="F5B39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íśliďè">
              <a:extLst>
                <a:ext uri="{FF2B5EF4-FFF2-40B4-BE49-F238E27FC236}">
                  <a16:creationId xmlns:a16="http://schemas.microsoft.com/office/drawing/2014/main" id="{3351EAC4-0886-4F77-975F-A83E208FFCF9}"/>
                </a:ext>
              </a:extLst>
            </p:cNvPr>
            <p:cNvSpPr/>
            <p:nvPr/>
          </p:nvSpPr>
          <p:spPr bwMode="auto">
            <a:xfrm>
              <a:off x="32875538" y="15155863"/>
              <a:ext cx="9980613" cy="7626350"/>
            </a:xfrm>
            <a:custGeom>
              <a:avLst/>
              <a:gdLst/>
              <a:ahLst/>
              <a:cxnLst>
                <a:cxn ang="0">
                  <a:pos x="86" y="5"/>
                </a:cxn>
                <a:cxn ang="0">
                  <a:pos x="51" y="43"/>
                </a:cxn>
                <a:cxn ang="0">
                  <a:pos x="4" y="63"/>
                </a:cxn>
                <a:cxn ang="0">
                  <a:pos x="38" y="25"/>
                </a:cxn>
                <a:cxn ang="0">
                  <a:pos x="86" y="5"/>
                </a:cxn>
              </a:cxnLst>
              <a:rect l="0" t="0" r="r" b="b"/>
              <a:pathLst>
                <a:path w="89" h="68">
                  <a:moveTo>
                    <a:pt x="86" y="5"/>
                  </a:moveTo>
                  <a:cubicBezTo>
                    <a:pt x="89" y="10"/>
                    <a:pt x="74" y="27"/>
                    <a:pt x="51" y="43"/>
                  </a:cubicBezTo>
                  <a:cubicBezTo>
                    <a:pt x="28" y="59"/>
                    <a:pt x="7" y="68"/>
                    <a:pt x="4" y="63"/>
                  </a:cubicBezTo>
                  <a:cubicBezTo>
                    <a:pt x="0" y="58"/>
                    <a:pt x="16" y="41"/>
                    <a:pt x="38" y="25"/>
                  </a:cubicBezTo>
                  <a:cubicBezTo>
                    <a:pt x="61" y="9"/>
                    <a:pt x="82" y="0"/>
                    <a:pt x="86" y="5"/>
                  </a:cubicBezTo>
                  <a:close/>
                </a:path>
              </a:pathLst>
            </a:custGeom>
            <a:solidFill>
              <a:srgbClr val="DF8F7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íṥľiḍe">
              <a:extLst>
                <a:ext uri="{FF2B5EF4-FFF2-40B4-BE49-F238E27FC236}">
                  <a16:creationId xmlns:a16="http://schemas.microsoft.com/office/drawing/2014/main" id="{15211150-3A45-4AF0-AF77-6DEF07226D21}"/>
                </a:ext>
              </a:extLst>
            </p:cNvPr>
            <p:cNvSpPr/>
            <p:nvPr/>
          </p:nvSpPr>
          <p:spPr bwMode="auto">
            <a:xfrm>
              <a:off x="21099463" y="40725726"/>
              <a:ext cx="673100" cy="11112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4" y="1"/>
                </a:cxn>
                <a:cxn ang="0">
                  <a:pos x="5" y="1"/>
                </a:cxn>
                <a:cxn ang="0">
                  <a:pos x="6" y="0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3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3" y="1"/>
                    <a:pt x="4" y="1"/>
                  </a:cubicBezTo>
                  <a:cubicBezTo>
                    <a:pt x="4" y="1"/>
                    <a:pt x="5" y="1"/>
                    <a:pt x="5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00949E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ísľíḑé">
              <a:extLst>
                <a:ext uri="{FF2B5EF4-FFF2-40B4-BE49-F238E27FC236}">
                  <a16:creationId xmlns:a16="http://schemas.microsoft.com/office/drawing/2014/main" id="{FA04DB0A-22C0-4E8B-8225-B67D721F2AEE}"/>
                </a:ext>
              </a:extLst>
            </p:cNvPr>
            <p:cNvSpPr/>
            <p:nvPr/>
          </p:nvSpPr>
          <p:spPr bwMode="auto">
            <a:xfrm>
              <a:off x="17848263" y="41062276"/>
              <a:ext cx="3027363" cy="1008063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16" y="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7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6" y="9"/>
                </a:cxn>
                <a:cxn ang="0">
                  <a:pos x="10" y="8"/>
                </a:cxn>
                <a:cxn ang="0">
                  <a:pos x="27" y="0"/>
                </a:cxn>
                <a:cxn ang="0">
                  <a:pos x="25" y="0"/>
                </a:cxn>
              </a:cxnLst>
              <a:rect l="0" t="0" r="r" b="b"/>
              <a:pathLst>
                <a:path w="27" h="9">
                  <a:moveTo>
                    <a:pt x="25" y="0"/>
                  </a:moveTo>
                  <a:cubicBezTo>
                    <a:pt x="22" y="0"/>
                    <a:pt x="19" y="1"/>
                    <a:pt x="16" y="2"/>
                  </a:cubicBezTo>
                  <a:cubicBezTo>
                    <a:pt x="12" y="3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8" y="4"/>
                    <a:pt x="7" y="4"/>
                  </a:cubicBezTo>
                  <a:cubicBezTo>
                    <a:pt x="5" y="4"/>
                    <a:pt x="3" y="4"/>
                    <a:pt x="2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7"/>
                    <a:pt x="2" y="8"/>
                  </a:cubicBezTo>
                  <a:cubicBezTo>
                    <a:pt x="3" y="8"/>
                    <a:pt x="5" y="9"/>
                    <a:pt x="6" y="9"/>
                  </a:cubicBezTo>
                  <a:cubicBezTo>
                    <a:pt x="8" y="9"/>
                    <a:pt x="10" y="8"/>
                    <a:pt x="10" y="8"/>
                  </a:cubicBezTo>
                  <a:cubicBezTo>
                    <a:pt x="10" y="8"/>
                    <a:pt x="20" y="4"/>
                    <a:pt x="27" y="0"/>
                  </a:cubicBezTo>
                  <a:cubicBezTo>
                    <a:pt x="26" y="0"/>
                    <a:pt x="26" y="0"/>
                    <a:pt x="25" y="0"/>
                  </a:cubicBezTo>
                </a:path>
              </a:pathLst>
            </a:custGeom>
            <a:solidFill>
              <a:srgbClr val="282525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iṣlídè">
              <a:extLst>
                <a:ext uri="{FF2B5EF4-FFF2-40B4-BE49-F238E27FC236}">
                  <a16:creationId xmlns:a16="http://schemas.microsoft.com/office/drawing/2014/main" id="{A4B58BB0-9814-44DA-BE6F-8C60A04CEF25}"/>
                </a:ext>
              </a:extLst>
            </p:cNvPr>
            <p:cNvSpPr/>
            <p:nvPr/>
          </p:nvSpPr>
          <p:spPr bwMode="auto">
            <a:xfrm>
              <a:off x="20651788" y="40836851"/>
              <a:ext cx="896938" cy="22542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8" y="0"/>
                </a:cxn>
              </a:cxnLst>
              <a:rect l="0" t="0" r="r" b="b"/>
              <a:pathLst>
                <a:path w="8" h="2">
                  <a:moveTo>
                    <a:pt x="8" y="0"/>
                  </a:moveTo>
                  <a:cubicBezTo>
                    <a:pt x="7" y="0"/>
                    <a:pt x="6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1"/>
                    <a:pt x="1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4" y="1"/>
                    <a:pt x="6" y="1"/>
                    <a:pt x="8" y="0"/>
                  </a:cubicBezTo>
                </a:path>
              </a:pathLst>
            </a:custGeom>
            <a:solidFill>
              <a:srgbClr val="35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îṧḻíḍe">
              <a:extLst>
                <a:ext uri="{FF2B5EF4-FFF2-40B4-BE49-F238E27FC236}">
                  <a16:creationId xmlns:a16="http://schemas.microsoft.com/office/drawing/2014/main" id="{CEF45D50-6847-4F4D-AE0E-DE7B9A1AAF07}"/>
                </a:ext>
              </a:extLst>
            </p:cNvPr>
            <p:cNvSpPr/>
            <p:nvPr/>
          </p:nvSpPr>
          <p:spPr bwMode="auto">
            <a:xfrm>
              <a:off x="18072101" y="41286113"/>
              <a:ext cx="1570038" cy="2238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5" y="2"/>
                </a:cxn>
                <a:cxn ang="0">
                  <a:pos x="0" y="1"/>
                </a:cxn>
                <a:cxn ang="0">
                  <a:pos x="14" y="0"/>
                </a:cxn>
                <a:cxn ang="0">
                  <a:pos x="7" y="2"/>
                </a:cxn>
                <a:cxn ang="0">
                  <a:pos x="14" y="0"/>
                </a:cxn>
              </a:cxnLst>
              <a:rect l="0" t="0" r="r" b="b"/>
              <a:pathLst>
                <a:path w="14" h="2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3" y="2"/>
                    <a:pt x="5" y="2"/>
                  </a:cubicBezTo>
                  <a:cubicBezTo>
                    <a:pt x="6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1" y="2"/>
                    <a:pt x="0" y="1"/>
                  </a:cubicBezTo>
                  <a:moveTo>
                    <a:pt x="14" y="0"/>
                  </a:moveTo>
                  <a:cubicBezTo>
                    <a:pt x="10" y="1"/>
                    <a:pt x="7" y="2"/>
                    <a:pt x="7" y="2"/>
                  </a:cubicBezTo>
                  <a:cubicBezTo>
                    <a:pt x="7" y="2"/>
                    <a:pt x="10" y="1"/>
                    <a:pt x="14" y="0"/>
                  </a:cubicBezTo>
                </a:path>
              </a:pathLst>
            </a:custGeom>
            <a:solidFill>
              <a:srgbClr val="141313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ïṡlïḋé">
              <a:extLst>
                <a:ext uri="{FF2B5EF4-FFF2-40B4-BE49-F238E27FC236}">
                  <a16:creationId xmlns:a16="http://schemas.microsoft.com/office/drawing/2014/main" id="{C213316E-575A-40FA-98ED-BCFF17987055}"/>
                </a:ext>
              </a:extLst>
            </p:cNvPr>
            <p:cNvSpPr/>
            <p:nvPr/>
          </p:nvSpPr>
          <p:spPr bwMode="auto">
            <a:xfrm>
              <a:off x="25361901" y="38258751"/>
              <a:ext cx="5494338" cy="4037013"/>
            </a:xfrm>
            <a:custGeom>
              <a:avLst/>
              <a:gdLst/>
              <a:ahLst/>
              <a:cxnLst>
                <a:cxn ang="0">
                  <a:pos x="2" y="14"/>
                </a:cxn>
                <a:cxn ang="0">
                  <a:pos x="15" y="25"/>
                </a:cxn>
                <a:cxn ang="0">
                  <a:pos x="40" y="35"/>
                </a:cxn>
                <a:cxn ang="0">
                  <a:pos x="47" y="34"/>
                </a:cxn>
                <a:cxn ang="0">
                  <a:pos x="49" y="30"/>
                </a:cxn>
                <a:cxn ang="0">
                  <a:pos x="27" y="12"/>
                </a:cxn>
                <a:cxn ang="0">
                  <a:pos x="21" y="10"/>
                </a:cxn>
                <a:cxn ang="0">
                  <a:pos x="20" y="6"/>
                </a:cxn>
                <a:cxn ang="0">
                  <a:pos x="15" y="2"/>
                </a:cxn>
                <a:cxn ang="0">
                  <a:pos x="12" y="1"/>
                </a:cxn>
                <a:cxn ang="0">
                  <a:pos x="10" y="2"/>
                </a:cxn>
                <a:cxn ang="0">
                  <a:pos x="2" y="14"/>
                </a:cxn>
              </a:cxnLst>
              <a:rect l="0" t="0" r="r" b="b"/>
              <a:pathLst>
                <a:path w="49" h="36">
                  <a:moveTo>
                    <a:pt x="2" y="14"/>
                  </a:moveTo>
                  <a:cubicBezTo>
                    <a:pt x="3" y="15"/>
                    <a:pt x="10" y="19"/>
                    <a:pt x="15" y="25"/>
                  </a:cubicBezTo>
                  <a:cubicBezTo>
                    <a:pt x="21" y="27"/>
                    <a:pt x="40" y="35"/>
                    <a:pt x="40" y="35"/>
                  </a:cubicBezTo>
                  <a:cubicBezTo>
                    <a:pt x="40" y="35"/>
                    <a:pt x="44" y="36"/>
                    <a:pt x="47" y="34"/>
                  </a:cubicBezTo>
                  <a:cubicBezTo>
                    <a:pt x="49" y="33"/>
                    <a:pt x="49" y="30"/>
                    <a:pt x="49" y="30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3" y="0"/>
                    <a:pt x="12" y="1"/>
                  </a:cubicBezTo>
                  <a:cubicBezTo>
                    <a:pt x="11" y="1"/>
                    <a:pt x="10" y="2"/>
                    <a:pt x="10" y="2"/>
                  </a:cubicBezTo>
                  <a:cubicBezTo>
                    <a:pt x="10" y="2"/>
                    <a:pt x="0" y="13"/>
                    <a:pt x="2" y="14"/>
                  </a:cubicBezTo>
                </a:path>
              </a:pathLst>
            </a:custGeom>
            <a:solidFill>
              <a:srgbClr val="19181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ŝlíḍe">
              <a:extLst>
                <a:ext uri="{FF2B5EF4-FFF2-40B4-BE49-F238E27FC236}">
                  <a16:creationId xmlns:a16="http://schemas.microsoft.com/office/drawing/2014/main" id="{A8378274-C205-4887-A06C-56D0DDA7ADB6}"/>
                </a:ext>
              </a:extLst>
            </p:cNvPr>
            <p:cNvSpPr/>
            <p:nvPr/>
          </p:nvSpPr>
          <p:spPr bwMode="auto">
            <a:xfrm>
              <a:off x="27043063" y="38369876"/>
              <a:ext cx="4373563" cy="38131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5" y="5"/>
                </a:cxn>
                <a:cxn ang="0">
                  <a:pos x="6" y="9"/>
                </a:cxn>
                <a:cxn ang="0">
                  <a:pos x="12" y="11"/>
                </a:cxn>
                <a:cxn ang="0">
                  <a:pos x="34" y="29"/>
                </a:cxn>
                <a:cxn ang="0">
                  <a:pos x="34" y="30"/>
                </a:cxn>
                <a:cxn ang="0">
                  <a:pos x="32" y="33"/>
                </a:cxn>
                <a:cxn ang="0">
                  <a:pos x="32" y="33"/>
                </a:cxn>
                <a:cxn ang="0">
                  <a:pos x="32" y="33"/>
                </a:cxn>
                <a:cxn ang="0">
                  <a:pos x="30" y="34"/>
                </a:cxn>
                <a:cxn ang="0">
                  <a:pos x="33" y="34"/>
                </a:cxn>
                <a:cxn ang="0">
                  <a:pos x="37" y="33"/>
                </a:cxn>
                <a:cxn ang="0">
                  <a:pos x="39" y="30"/>
                </a:cxn>
                <a:cxn ang="0">
                  <a:pos x="17" y="11"/>
                </a:cxn>
                <a:cxn ang="0">
                  <a:pos x="11" y="10"/>
                </a:cxn>
                <a:cxn ang="0">
                  <a:pos x="10" y="5"/>
                </a:cxn>
                <a:cxn ang="0">
                  <a:pos x="5" y="1"/>
                </a:cxn>
                <a:cxn ang="0">
                  <a:pos x="3" y="0"/>
                </a:cxn>
              </a:cxnLst>
              <a:rect l="0" t="0" r="r" b="b"/>
              <a:pathLst>
                <a:path w="39" h="34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4" y="31"/>
                    <a:pt x="34" y="32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1" y="34"/>
                    <a:pt x="31" y="34"/>
                    <a:pt x="30" y="34"/>
                  </a:cubicBezTo>
                  <a:cubicBezTo>
                    <a:pt x="31" y="34"/>
                    <a:pt x="32" y="34"/>
                    <a:pt x="33" y="34"/>
                  </a:cubicBezTo>
                  <a:cubicBezTo>
                    <a:pt x="35" y="34"/>
                    <a:pt x="36" y="34"/>
                    <a:pt x="37" y="33"/>
                  </a:cubicBezTo>
                  <a:cubicBezTo>
                    <a:pt x="39" y="32"/>
                    <a:pt x="39" y="30"/>
                    <a:pt x="39" y="3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3" y="0"/>
                    <a:pt x="3" y="0"/>
                  </a:cubicBezTo>
                </a:path>
              </a:pathLst>
            </a:custGeom>
            <a:solidFill>
              <a:srgbClr val="282525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îsļïḋê">
              <a:extLst>
                <a:ext uri="{FF2B5EF4-FFF2-40B4-BE49-F238E27FC236}">
                  <a16:creationId xmlns:a16="http://schemas.microsoft.com/office/drawing/2014/main" id="{A036A607-F773-4DD8-B438-BE1F2AB230DA}"/>
                </a:ext>
              </a:extLst>
            </p:cNvPr>
            <p:cNvSpPr/>
            <p:nvPr/>
          </p:nvSpPr>
          <p:spPr bwMode="auto">
            <a:xfrm>
              <a:off x="30408563" y="41733788"/>
              <a:ext cx="447675" cy="449263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1" y="4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4"/>
                    <a:pt x="2" y="3"/>
                  </a:cubicBezTo>
                  <a:moveTo>
                    <a:pt x="4" y="0"/>
                  </a:moveTo>
                  <a:cubicBezTo>
                    <a:pt x="4" y="1"/>
                    <a:pt x="4" y="2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2"/>
                    <a:pt x="4" y="1"/>
                    <a:pt x="4" y="0"/>
                  </a:cubicBezTo>
                </a:path>
              </a:pathLst>
            </a:custGeom>
            <a:solidFill>
              <a:srgbClr val="141313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íṣḷídè">
              <a:extLst>
                <a:ext uri="{FF2B5EF4-FFF2-40B4-BE49-F238E27FC236}">
                  <a16:creationId xmlns:a16="http://schemas.microsoft.com/office/drawing/2014/main" id="{EE45B08B-6C1C-4925-B84F-3A691F3ED001}"/>
                </a:ext>
              </a:extLst>
            </p:cNvPr>
            <p:cNvSpPr/>
            <p:nvPr/>
          </p:nvSpPr>
          <p:spPr bwMode="auto">
            <a:xfrm>
              <a:off x="11455401" y="33659763"/>
              <a:ext cx="8410575" cy="7065963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35" y="31"/>
                </a:cxn>
                <a:cxn ang="0">
                  <a:pos x="21" y="18"/>
                </a:cxn>
                <a:cxn ang="0">
                  <a:pos x="14" y="26"/>
                </a:cxn>
                <a:cxn ang="0">
                  <a:pos x="22" y="24"/>
                </a:cxn>
                <a:cxn ang="0">
                  <a:pos x="25" y="32"/>
                </a:cxn>
                <a:cxn ang="0">
                  <a:pos x="19" y="37"/>
                </a:cxn>
                <a:cxn ang="0">
                  <a:pos x="12" y="27"/>
                </a:cxn>
                <a:cxn ang="0">
                  <a:pos x="20" y="41"/>
                </a:cxn>
                <a:cxn ang="0">
                  <a:pos x="6" y="49"/>
                </a:cxn>
                <a:cxn ang="0">
                  <a:pos x="10" y="55"/>
                </a:cxn>
                <a:cxn ang="0">
                  <a:pos x="23" y="45"/>
                </a:cxn>
                <a:cxn ang="0">
                  <a:pos x="11" y="57"/>
                </a:cxn>
                <a:cxn ang="0">
                  <a:pos x="17" y="60"/>
                </a:cxn>
                <a:cxn ang="0">
                  <a:pos x="27" y="46"/>
                </a:cxn>
                <a:cxn ang="0">
                  <a:pos x="22" y="59"/>
                </a:cxn>
                <a:cxn ang="0">
                  <a:pos x="27" y="61"/>
                </a:cxn>
                <a:cxn ang="0">
                  <a:pos x="31" y="46"/>
                </a:cxn>
                <a:cxn ang="0">
                  <a:pos x="38" y="38"/>
                </a:cxn>
                <a:cxn ang="0">
                  <a:pos x="75" y="14"/>
                </a:cxn>
                <a:cxn ang="0">
                  <a:pos x="62" y="0"/>
                </a:cxn>
              </a:cxnLst>
              <a:rect l="0" t="0" r="r" b="b"/>
              <a:pathLst>
                <a:path w="75" h="63">
                  <a:moveTo>
                    <a:pt x="62" y="0"/>
                  </a:moveTo>
                  <a:cubicBezTo>
                    <a:pt x="62" y="0"/>
                    <a:pt x="45" y="27"/>
                    <a:pt x="35" y="31"/>
                  </a:cubicBezTo>
                  <a:cubicBezTo>
                    <a:pt x="35" y="31"/>
                    <a:pt x="31" y="18"/>
                    <a:pt x="21" y="18"/>
                  </a:cubicBezTo>
                  <a:cubicBezTo>
                    <a:pt x="15" y="18"/>
                    <a:pt x="9" y="23"/>
                    <a:pt x="14" y="26"/>
                  </a:cubicBezTo>
                  <a:cubicBezTo>
                    <a:pt x="18" y="26"/>
                    <a:pt x="17" y="23"/>
                    <a:pt x="22" y="24"/>
                  </a:cubicBezTo>
                  <a:cubicBezTo>
                    <a:pt x="26" y="25"/>
                    <a:pt x="26" y="30"/>
                    <a:pt x="25" y="32"/>
                  </a:cubicBezTo>
                  <a:cubicBezTo>
                    <a:pt x="25" y="34"/>
                    <a:pt x="23" y="37"/>
                    <a:pt x="19" y="37"/>
                  </a:cubicBezTo>
                  <a:cubicBezTo>
                    <a:pt x="16" y="36"/>
                    <a:pt x="15" y="28"/>
                    <a:pt x="12" y="27"/>
                  </a:cubicBezTo>
                  <a:cubicBezTo>
                    <a:pt x="7" y="25"/>
                    <a:pt x="4" y="42"/>
                    <a:pt x="20" y="41"/>
                  </a:cubicBezTo>
                  <a:cubicBezTo>
                    <a:pt x="20" y="47"/>
                    <a:pt x="12" y="50"/>
                    <a:pt x="6" y="49"/>
                  </a:cubicBezTo>
                  <a:cubicBezTo>
                    <a:pt x="0" y="48"/>
                    <a:pt x="1" y="57"/>
                    <a:pt x="10" y="55"/>
                  </a:cubicBezTo>
                  <a:cubicBezTo>
                    <a:pt x="18" y="53"/>
                    <a:pt x="20" y="50"/>
                    <a:pt x="23" y="45"/>
                  </a:cubicBezTo>
                  <a:cubicBezTo>
                    <a:pt x="24" y="54"/>
                    <a:pt x="13" y="55"/>
                    <a:pt x="11" y="57"/>
                  </a:cubicBezTo>
                  <a:cubicBezTo>
                    <a:pt x="10" y="58"/>
                    <a:pt x="9" y="63"/>
                    <a:pt x="17" y="60"/>
                  </a:cubicBezTo>
                  <a:cubicBezTo>
                    <a:pt x="24" y="57"/>
                    <a:pt x="27" y="48"/>
                    <a:pt x="27" y="46"/>
                  </a:cubicBezTo>
                  <a:cubicBezTo>
                    <a:pt x="29" y="50"/>
                    <a:pt x="22" y="56"/>
                    <a:pt x="22" y="59"/>
                  </a:cubicBezTo>
                  <a:cubicBezTo>
                    <a:pt x="22" y="61"/>
                    <a:pt x="24" y="62"/>
                    <a:pt x="27" y="61"/>
                  </a:cubicBezTo>
                  <a:cubicBezTo>
                    <a:pt x="28" y="60"/>
                    <a:pt x="29" y="52"/>
                    <a:pt x="31" y="46"/>
                  </a:cubicBezTo>
                  <a:cubicBezTo>
                    <a:pt x="35" y="43"/>
                    <a:pt x="36" y="41"/>
                    <a:pt x="38" y="38"/>
                  </a:cubicBezTo>
                  <a:cubicBezTo>
                    <a:pt x="38" y="38"/>
                    <a:pt x="62" y="30"/>
                    <a:pt x="75" y="14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F9E3CC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ïşlïḍe">
              <a:extLst>
                <a:ext uri="{FF2B5EF4-FFF2-40B4-BE49-F238E27FC236}">
                  <a16:creationId xmlns:a16="http://schemas.microsoft.com/office/drawing/2014/main" id="{BF3C06D8-95B9-4CBC-938B-D565EC646A10}"/>
                </a:ext>
              </a:extLst>
            </p:cNvPr>
            <p:cNvSpPr/>
            <p:nvPr/>
          </p:nvSpPr>
          <p:spPr bwMode="auto">
            <a:xfrm>
              <a:off x="28949651" y="33659763"/>
              <a:ext cx="8523288" cy="7065963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40" y="31"/>
                </a:cxn>
                <a:cxn ang="0">
                  <a:pos x="54" y="18"/>
                </a:cxn>
                <a:cxn ang="0">
                  <a:pos x="61" y="26"/>
                </a:cxn>
                <a:cxn ang="0">
                  <a:pos x="53" y="24"/>
                </a:cxn>
                <a:cxn ang="0">
                  <a:pos x="50" y="32"/>
                </a:cxn>
                <a:cxn ang="0">
                  <a:pos x="56" y="37"/>
                </a:cxn>
                <a:cxn ang="0">
                  <a:pos x="63" y="27"/>
                </a:cxn>
                <a:cxn ang="0">
                  <a:pos x="55" y="41"/>
                </a:cxn>
                <a:cxn ang="0">
                  <a:pos x="69" y="49"/>
                </a:cxn>
                <a:cxn ang="0">
                  <a:pos x="65" y="55"/>
                </a:cxn>
                <a:cxn ang="0">
                  <a:pos x="52" y="45"/>
                </a:cxn>
                <a:cxn ang="0">
                  <a:pos x="64" y="57"/>
                </a:cxn>
                <a:cxn ang="0">
                  <a:pos x="59" y="60"/>
                </a:cxn>
                <a:cxn ang="0">
                  <a:pos x="48" y="46"/>
                </a:cxn>
                <a:cxn ang="0">
                  <a:pos x="53" y="59"/>
                </a:cxn>
                <a:cxn ang="0">
                  <a:pos x="48" y="61"/>
                </a:cxn>
                <a:cxn ang="0">
                  <a:pos x="44" y="46"/>
                </a:cxn>
                <a:cxn ang="0">
                  <a:pos x="37" y="38"/>
                </a:cxn>
                <a:cxn ang="0">
                  <a:pos x="0" y="14"/>
                </a:cxn>
                <a:cxn ang="0">
                  <a:pos x="14" y="0"/>
                </a:cxn>
              </a:cxnLst>
              <a:rect l="0" t="0" r="r" b="b"/>
              <a:pathLst>
                <a:path w="76" h="63">
                  <a:moveTo>
                    <a:pt x="14" y="0"/>
                  </a:moveTo>
                  <a:cubicBezTo>
                    <a:pt x="14" y="0"/>
                    <a:pt x="30" y="27"/>
                    <a:pt x="40" y="31"/>
                  </a:cubicBezTo>
                  <a:cubicBezTo>
                    <a:pt x="40" y="31"/>
                    <a:pt x="44" y="18"/>
                    <a:pt x="54" y="18"/>
                  </a:cubicBezTo>
                  <a:cubicBezTo>
                    <a:pt x="60" y="18"/>
                    <a:pt x="67" y="23"/>
                    <a:pt x="61" y="26"/>
                  </a:cubicBezTo>
                  <a:cubicBezTo>
                    <a:pt x="57" y="26"/>
                    <a:pt x="58" y="23"/>
                    <a:pt x="53" y="24"/>
                  </a:cubicBezTo>
                  <a:cubicBezTo>
                    <a:pt x="50" y="25"/>
                    <a:pt x="49" y="30"/>
                    <a:pt x="50" y="32"/>
                  </a:cubicBezTo>
                  <a:cubicBezTo>
                    <a:pt x="50" y="34"/>
                    <a:pt x="52" y="37"/>
                    <a:pt x="56" y="37"/>
                  </a:cubicBezTo>
                  <a:cubicBezTo>
                    <a:pt x="60" y="36"/>
                    <a:pt x="60" y="28"/>
                    <a:pt x="63" y="27"/>
                  </a:cubicBezTo>
                  <a:cubicBezTo>
                    <a:pt x="69" y="25"/>
                    <a:pt x="71" y="42"/>
                    <a:pt x="55" y="41"/>
                  </a:cubicBezTo>
                  <a:cubicBezTo>
                    <a:pt x="55" y="47"/>
                    <a:pt x="63" y="50"/>
                    <a:pt x="69" y="49"/>
                  </a:cubicBezTo>
                  <a:cubicBezTo>
                    <a:pt x="76" y="48"/>
                    <a:pt x="75" y="57"/>
                    <a:pt x="65" y="55"/>
                  </a:cubicBezTo>
                  <a:cubicBezTo>
                    <a:pt x="58" y="53"/>
                    <a:pt x="55" y="50"/>
                    <a:pt x="52" y="45"/>
                  </a:cubicBezTo>
                  <a:cubicBezTo>
                    <a:pt x="51" y="54"/>
                    <a:pt x="62" y="55"/>
                    <a:pt x="64" y="57"/>
                  </a:cubicBezTo>
                  <a:cubicBezTo>
                    <a:pt x="66" y="58"/>
                    <a:pt x="66" y="63"/>
                    <a:pt x="59" y="60"/>
                  </a:cubicBezTo>
                  <a:cubicBezTo>
                    <a:pt x="51" y="57"/>
                    <a:pt x="48" y="48"/>
                    <a:pt x="48" y="46"/>
                  </a:cubicBezTo>
                  <a:cubicBezTo>
                    <a:pt x="46" y="50"/>
                    <a:pt x="53" y="56"/>
                    <a:pt x="53" y="59"/>
                  </a:cubicBezTo>
                  <a:cubicBezTo>
                    <a:pt x="53" y="61"/>
                    <a:pt x="51" y="62"/>
                    <a:pt x="48" y="61"/>
                  </a:cubicBezTo>
                  <a:cubicBezTo>
                    <a:pt x="47" y="60"/>
                    <a:pt x="46" y="52"/>
                    <a:pt x="44" y="46"/>
                  </a:cubicBezTo>
                  <a:cubicBezTo>
                    <a:pt x="40" y="43"/>
                    <a:pt x="39" y="41"/>
                    <a:pt x="37" y="38"/>
                  </a:cubicBezTo>
                  <a:cubicBezTo>
                    <a:pt x="37" y="38"/>
                    <a:pt x="13" y="30"/>
                    <a:pt x="0" y="14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F9E3CC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îšlíḋe">
              <a:extLst>
                <a:ext uri="{FF2B5EF4-FFF2-40B4-BE49-F238E27FC236}">
                  <a16:creationId xmlns:a16="http://schemas.microsoft.com/office/drawing/2014/main" id="{1A9FD55F-979C-43AB-BE2C-045FCCB566C6}"/>
                </a:ext>
              </a:extLst>
            </p:cNvPr>
            <p:cNvSpPr/>
            <p:nvPr/>
          </p:nvSpPr>
          <p:spPr bwMode="auto">
            <a:xfrm>
              <a:off x="17735551" y="29959301"/>
              <a:ext cx="13344525" cy="8186738"/>
            </a:xfrm>
            <a:custGeom>
              <a:avLst/>
              <a:gdLst/>
              <a:ahLst/>
              <a:cxnLst>
                <a:cxn ang="0">
                  <a:pos x="95" y="5"/>
                </a:cxn>
                <a:cxn ang="0">
                  <a:pos x="60" y="1"/>
                </a:cxn>
                <a:cxn ang="0">
                  <a:pos x="24" y="5"/>
                </a:cxn>
                <a:cxn ang="0">
                  <a:pos x="0" y="35"/>
                </a:cxn>
                <a:cxn ang="0">
                  <a:pos x="6" y="46"/>
                </a:cxn>
                <a:cxn ang="0">
                  <a:pos x="19" y="52"/>
                </a:cxn>
                <a:cxn ang="0">
                  <a:pos x="26" y="43"/>
                </a:cxn>
                <a:cxn ang="0">
                  <a:pos x="24" y="66"/>
                </a:cxn>
                <a:cxn ang="0">
                  <a:pos x="60" y="73"/>
                </a:cxn>
                <a:cxn ang="0">
                  <a:pos x="95" y="66"/>
                </a:cxn>
                <a:cxn ang="0">
                  <a:pos x="93" y="43"/>
                </a:cxn>
                <a:cxn ang="0">
                  <a:pos x="101" y="52"/>
                </a:cxn>
                <a:cxn ang="0">
                  <a:pos x="112" y="46"/>
                </a:cxn>
                <a:cxn ang="0">
                  <a:pos x="119" y="35"/>
                </a:cxn>
                <a:cxn ang="0">
                  <a:pos x="95" y="5"/>
                </a:cxn>
              </a:cxnLst>
              <a:rect l="0" t="0" r="r" b="b"/>
              <a:pathLst>
                <a:path w="119" h="73">
                  <a:moveTo>
                    <a:pt x="95" y="5"/>
                  </a:moveTo>
                  <a:cubicBezTo>
                    <a:pt x="90" y="1"/>
                    <a:pt x="73" y="0"/>
                    <a:pt x="60" y="1"/>
                  </a:cubicBezTo>
                  <a:cubicBezTo>
                    <a:pt x="46" y="0"/>
                    <a:pt x="29" y="2"/>
                    <a:pt x="24" y="5"/>
                  </a:cubicBezTo>
                  <a:cubicBezTo>
                    <a:pt x="11" y="12"/>
                    <a:pt x="0" y="35"/>
                    <a:pt x="0" y="35"/>
                  </a:cubicBezTo>
                  <a:cubicBezTo>
                    <a:pt x="0" y="35"/>
                    <a:pt x="2" y="42"/>
                    <a:pt x="6" y="46"/>
                  </a:cubicBezTo>
                  <a:cubicBezTo>
                    <a:pt x="11" y="50"/>
                    <a:pt x="19" y="52"/>
                    <a:pt x="19" y="5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6"/>
                    <a:pt x="38" y="73"/>
                    <a:pt x="60" y="73"/>
                  </a:cubicBezTo>
                  <a:cubicBezTo>
                    <a:pt x="81" y="73"/>
                    <a:pt x="95" y="66"/>
                    <a:pt x="95" y="66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1" y="52"/>
                    <a:pt x="107" y="50"/>
                    <a:pt x="112" y="46"/>
                  </a:cubicBezTo>
                  <a:cubicBezTo>
                    <a:pt x="116" y="42"/>
                    <a:pt x="119" y="35"/>
                    <a:pt x="119" y="35"/>
                  </a:cubicBezTo>
                  <a:cubicBezTo>
                    <a:pt x="119" y="35"/>
                    <a:pt x="105" y="12"/>
                    <a:pt x="95" y="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ṥḻïdê">
              <a:extLst>
                <a:ext uri="{FF2B5EF4-FFF2-40B4-BE49-F238E27FC236}">
                  <a16:creationId xmlns:a16="http://schemas.microsoft.com/office/drawing/2014/main" id="{64713637-06C6-463B-B54B-3726FDB76F38}"/>
                </a:ext>
              </a:extLst>
            </p:cNvPr>
            <p:cNvSpPr/>
            <p:nvPr/>
          </p:nvSpPr>
          <p:spPr bwMode="auto">
            <a:xfrm>
              <a:off x="23568026" y="31529338"/>
              <a:ext cx="1681163" cy="5494338"/>
            </a:xfrm>
            <a:custGeom>
              <a:avLst/>
              <a:gdLst/>
              <a:ahLst/>
              <a:cxnLst>
                <a:cxn ang="0">
                  <a:pos x="1059" y="495"/>
                </a:cxn>
                <a:cxn ang="0">
                  <a:pos x="565" y="0"/>
                </a:cxn>
                <a:cxn ang="0">
                  <a:pos x="0" y="495"/>
                </a:cxn>
                <a:cxn ang="0">
                  <a:pos x="423" y="989"/>
                </a:cxn>
                <a:cxn ang="0">
                  <a:pos x="0" y="2826"/>
                </a:cxn>
                <a:cxn ang="0">
                  <a:pos x="565" y="3461"/>
                </a:cxn>
                <a:cxn ang="0">
                  <a:pos x="1059" y="2826"/>
                </a:cxn>
                <a:cxn ang="0">
                  <a:pos x="635" y="989"/>
                </a:cxn>
                <a:cxn ang="0">
                  <a:pos x="1059" y="495"/>
                </a:cxn>
              </a:cxnLst>
              <a:rect l="0" t="0" r="r" b="b"/>
              <a:pathLst>
                <a:path w="1059" h="3461">
                  <a:moveTo>
                    <a:pt x="1059" y="495"/>
                  </a:moveTo>
                  <a:lnTo>
                    <a:pt x="565" y="0"/>
                  </a:lnTo>
                  <a:lnTo>
                    <a:pt x="0" y="495"/>
                  </a:lnTo>
                  <a:lnTo>
                    <a:pt x="423" y="989"/>
                  </a:lnTo>
                  <a:lnTo>
                    <a:pt x="0" y="2826"/>
                  </a:lnTo>
                  <a:lnTo>
                    <a:pt x="565" y="3461"/>
                  </a:lnTo>
                  <a:lnTo>
                    <a:pt x="1059" y="2826"/>
                  </a:lnTo>
                  <a:lnTo>
                    <a:pt x="635" y="989"/>
                  </a:lnTo>
                  <a:lnTo>
                    <a:pt x="1059" y="495"/>
                  </a:lnTo>
                  <a:close/>
                </a:path>
              </a:pathLst>
            </a:custGeom>
            <a:solidFill>
              <a:srgbClr val="E72C43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íŝliďe">
              <a:extLst>
                <a:ext uri="{FF2B5EF4-FFF2-40B4-BE49-F238E27FC236}">
                  <a16:creationId xmlns:a16="http://schemas.microsoft.com/office/drawing/2014/main" id="{40B2A673-FD90-4758-B56B-8BF4145977F5}"/>
                </a:ext>
              </a:extLst>
            </p:cNvPr>
            <p:cNvSpPr/>
            <p:nvPr/>
          </p:nvSpPr>
          <p:spPr bwMode="auto">
            <a:xfrm>
              <a:off x="16278226" y="23006051"/>
              <a:ext cx="16371888" cy="8299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5" y="74"/>
                </a:cxn>
                <a:cxn ang="0">
                  <a:pos x="146" y="0"/>
                </a:cxn>
                <a:cxn ang="0">
                  <a:pos x="0" y="0"/>
                </a:cxn>
              </a:cxnLst>
              <a:rect l="0" t="0" r="r" b="b"/>
              <a:pathLst>
                <a:path w="146" h="74">
                  <a:moveTo>
                    <a:pt x="0" y="0"/>
                  </a:moveTo>
                  <a:cubicBezTo>
                    <a:pt x="0" y="48"/>
                    <a:pt x="34" y="74"/>
                    <a:pt x="75" y="74"/>
                  </a:cubicBezTo>
                  <a:cubicBezTo>
                    <a:pt x="115" y="74"/>
                    <a:pt x="146" y="41"/>
                    <a:pt x="14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9E3CC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ïšļidê">
              <a:extLst>
                <a:ext uri="{FF2B5EF4-FFF2-40B4-BE49-F238E27FC236}">
                  <a16:creationId xmlns:a16="http://schemas.microsoft.com/office/drawing/2014/main" id="{B317F33A-7F97-4444-87C8-A78378E7E52F}"/>
                </a:ext>
              </a:extLst>
            </p:cNvPr>
            <p:cNvSpPr/>
            <p:nvPr/>
          </p:nvSpPr>
          <p:spPr bwMode="auto">
            <a:xfrm>
              <a:off x="16278226" y="20764501"/>
              <a:ext cx="16371888" cy="4821238"/>
            </a:xfrm>
            <a:prstGeom prst="ellipse">
              <a:avLst/>
            </a:prstGeom>
            <a:solidFill>
              <a:srgbClr val="F5B39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íṩľïďè">
              <a:extLst>
                <a:ext uri="{FF2B5EF4-FFF2-40B4-BE49-F238E27FC236}">
                  <a16:creationId xmlns:a16="http://schemas.microsoft.com/office/drawing/2014/main" id="{B3928B58-90DA-4594-A376-B1B669AEF449}"/>
                </a:ext>
              </a:extLst>
            </p:cNvPr>
            <p:cNvSpPr/>
            <p:nvPr/>
          </p:nvSpPr>
          <p:spPr bwMode="auto">
            <a:xfrm>
              <a:off x="17960976" y="21212176"/>
              <a:ext cx="13007975" cy="3252788"/>
            </a:xfrm>
            <a:prstGeom prst="ellipse">
              <a:avLst/>
            </a:prstGeom>
            <a:solidFill>
              <a:srgbClr val="DF8F7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íṩliďè">
              <a:extLst>
                <a:ext uri="{FF2B5EF4-FFF2-40B4-BE49-F238E27FC236}">
                  <a16:creationId xmlns:a16="http://schemas.microsoft.com/office/drawing/2014/main" id="{2D55EA86-ADB6-425A-AE32-6A85344B5179}"/>
                </a:ext>
              </a:extLst>
            </p:cNvPr>
            <p:cNvSpPr/>
            <p:nvPr/>
          </p:nvSpPr>
          <p:spPr bwMode="auto">
            <a:xfrm>
              <a:off x="19642138" y="26931938"/>
              <a:ext cx="3252788" cy="1120775"/>
            </a:xfrm>
            <a:custGeom>
              <a:avLst/>
              <a:gdLst/>
              <a:ahLst/>
              <a:cxnLst>
                <a:cxn ang="0">
                  <a:pos x="14" y="10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14" y="6"/>
                </a:cxn>
                <a:cxn ang="0">
                  <a:pos x="25" y="1"/>
                </a:cxn>
                <a:cxn ang="0">
                  <a:pos x="28" y="1"/>
                </a:cxn>
                <a:cxn ang="0">
                  <a:pos x="28" y="4"/>
                </a:cxn>
                <a:cxn ang="0">
                  <a:pos x="14" y="10"/>
                </a:cxn>
              </a:cxnLst>
              <a:rect l="0" t="0" r="r" b="b"/>
              <a:pathLst>
                <a:path w="29" h="10">
                  <a:moveTo>
                    <a:pt x="14" y="10"/>
                  </a:moveTo>
                  <a:cubicBezTo>
                    <a:pt x="6" y="10"/>
                    <a:pt x="1" y="4"/>
                    <a:pt x="0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3" y="1"/>
                    <a:pt x="8" y="6"/>
                    <a:pt x="14" y="6"/>
                  </a:cubicBezTo>
                  <a:cubicBezTo>
                    <a:pt x="21" y="6"/>
                    <a:pt x="25" y="1"/>
                    <a:pt x="25" y="1"/>
                  </a:cubicBezTo>
                  <a:cubicBezTo>
                    <a:pt x="26" y="0"/>
                    <a:pt x="27" y="0"/>
                    <a:pt x="28" y="1"/>
                  </a:cubicBezTo>
                  <a:cubicBezTo>
                    <a:pt x="29" y="2"/>
                    <a:pt x="29" y="3"/>
                    <a:pt x="28" y="4"/>
                  </a:cubicBezTo>
                  <a:cubicBezTo>
                    <a:pt x="28" y="4"/>
                    <a:pt x="23" y="10"/>
                    <a:pt x="14" y="1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ï$ḷîďé">
              <a:extLst>
                <a:ext uri="{FF2B5EF4-FFF2-40B4-BE49-F238E27FC236}">
                  <a16:creationId xmlns:a16="http://schemas.microsoft.com/office/drawing/2014/main" id="{0620E55D-07BD-4F85-983E-B3AC679C10F2}"/>
                </a:ext>
              </a:extLst>
            </p:cNvPr>
            <p:cNvSpPr/>
            <p:nvPr/>
          </p:nvSpPr>
          <p:spPr bwMode="auto">
            <a:xfrm>
              <a:off x="25473026" y="26931938"/>
              <a:ext cx="3252788" cy="1120775"/>
            </a:xfrm>
            <a:custGeom>
              <a:avLst/>
              <a:gdLst/>
              <a:ahLst/>
              <a:cxnLst>
                <a:cxn ang="0">
                  <a:pos x="14" y="10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3" y="1"/>
                </a:cxn>
                <a:cxn ang="0">
                  <a:pos x="14" y="6"/>
                </a:cxn>
                <a:cxn ang="0">
                  <a:pos x="26" y="1"/>
                </a:cxn>
                <a:cxn ang="0">
                  <a:pos x="28" y="1"/>
                </a:cxn>
                <a:cxn ang="0">
                  <a:pos x="28" y="4"/>
                </a:cxn>
                <a:cxn ang="0">
                  <a:pos x="14" y="10"/>
                </a:cxn>
              </a:cxnLst>
              <a:rect l="0" t="0" r="r" b="b"/>
              <a:pathLst>
                <a:path w="29" h="10">
                  <a:moveTo>
                    <a:pt x="14" y="10"/>
                  </a:moveTo>
                  <a:cubicBezTo>
                    <a:pt x="6" y="10"/>
                    <a:pt x="1" y="4"/>
                    <a:pt x="0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3" y="1"/>
                    <a:pt x="8" y="6"/>
                    <a:pt x="14" y="6"/>
                  </a:cubicBezTo>
                  <a:cubicBezTo>
                    <a:pt x="21" y="6"/>
                    <a:pt x="26" y="1"/>
                    <a:pt x="26" y="1"/>
                  </a:cubicBezTo>
                  <a:cubicBezTo>
                    <a:pt x="26" y="0"/>
                    <a:pt x="28" y="0"/>
                    <a:pt x="28" y="1"/>
                  </a:cubicBezTo>
                  <a:cubicBezTo>
                    <a:pt x="29" y="2"/>
                    <a:pt x="29" y="3"/>
                    <a:pt x="28" y="4"/>
                  </a:cubicBezTo>
                  <a:cubicBezTo>
                    <a:pt x="28" y="4"/>
                    <a:pt x="23" y="10"/>
                    <a:pt x="14" y="1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iṩļïdè">
              <a:extLst>
                <a:ext uri="{FF2B5EF4-FFF2-40B4-BE49-F238E27FC236}">
                  <a16:creationId xmlns:a16="http://schemas.microsoft.com/office/drawing/2014/main" id="{F0FE9DAD-1A88-4AD7-BF69-EFE33A9E1737}"/>
                </a:ext>
              </a:extLst>
            </p:cNvPr>
            <p:cNvSpPr/>
            <p:nvPr/>
          </p:nvSpPr>
          <p:spPr bwMode="auto">
            <a:xfrm>
              <a:off x="22782213" y="29175076"/>
              <a:ext cx="3252788" cy="1120775"/>
            </a:xfrm>
            <a:custGeom>
              <a:avLst/>
              <a:gdLst/>
              <a:ahLst/>
              <a:cxnLst>
                <a:cxn ang="0">
                  <a:pos x="15" y="10"/>
                </a:cxn>
                <a:cxn ang="0">
                  <a:pos x="1" y="3"/>
                </a:cxn>
                <a:cxn ang="0">
                  <a:pos x="1" y="1"/>
                </a:cxn>
                <a:cxn ang="0">
                  <a:pos x="4" y="1"/>
                </a:cxn>
                <a:cxn ang="0">
                  <a:pos x="15" y="6"/>
                </a:cxn>
                <a:cxn ang="0">
                  <a:pos x="26" y="1"/>
                </a:cxn>
                <a:cxn ang="0">
                  <a:pos x="28" y="1"/>
                </a:cxn>
                <a:cxn ang="0">
                  <a:pos x="29" y="3"/>
                </a:cxn>
                <a:cxn ang="0">
                  <a:pos x="15" y="10"/>
                </a:cxn>
              </a:cxnLst>
              <a:rect l="0" t="0" r="r" b="b"/>
              <a:pathLst>
                <a:path w="29" h="10">
                  <a:moveTo>
                    <a:pt x="15" y="10"/>
                  </a:moveTo>
                  <a:cubicBezTo>
                    <a:pt x="6" y="10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" y="1"/>
                    <a:pt x="8" y="6"/>
                    <a:pt x="15" y="6"/>
                  </a:cubicBezTo>
                  <a:cubicBezTo>
                    <a:pt x="21" y="6"/>
                    <a:pt x="26" y="1"/>
                    <a:pt x="26" y="1"/>
                  </a:cubicBezTo>
                  <a:cubicBezTo>
                    <a:pt x="26" y="0"/>
                    <a:pt x="28" y="0"/>
                    <a:pt x="28" y="1"/>
                  </a:cubicBezTo>
                  <a:cubicBezTo>
                    <a:pt x="29" y="1"/>
                    <a:pt x="29" y="3"/>
                    <a:pt x="29" y="3"/>
                  </a:cubicBezTo>
                  <a:cubicBezTo>
                    <a:pt x="28" y="4"/>
                    <a:pt x="23" y="10"/>
                    <a:pt x="15" y="1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iṧ1iďé">
              <a:extLst>
                <a:ext uri="{FF2B5EF4-FFF2-40B4-BE49-F238E27FC236}">
                  <a16:creationId xmlns:a16="http://schemas.microsoft.com/office/drawing/2014/main" id="{51441F59-A8E7-4F6F-934E-4375B6480685}"/>
                </a:ext>
              </a:extLst>
            </p:cNvPr>
            <p:cNvSpPr/>
            <p:nvPr/>
          </p:nvSpPr>
          <p:spPr bwMode="auto">
            <a:xfrm>
              <a:off x="2933701" y="11680826"/>
              <a:ext cx="4597400" cy="381158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30"/>
                </a:cxn>
                <a:cxn ang="0">
                  <a:pos x="24" y="20"/>
                </a:cxn>
                <a:cxn ang="0">
                  <a:pos x="30" y="25"/>
                </a:cxn>
                <a:cxn ang="0">
                  <a:pos x="30" y="16"/>
                </a:cxn>
                <a:cxn ang="0">
                  <a:pos x="38" y="20"/>
                </a:cxn>
                <a:cxn ang="0">
                  <a:pos x="34" y="7"/>
                </a:cxn>
                <a:cxn ang="0">
                  <a:pos x="35" y="4"/>
                </a:cxn>
                <a:cxn ang="0">
                  <a:pos x="30" y="0"/>
                </a:cxn>
              </a:cxnLst>
              <a:rect l="0" t="0" r="r" b="b"/>
              <a:pathLst>
                <a:path w="41" h="34">
                  <a:moveTo>
                    <a:pt x="30" y="0"/>
                  </a:moveTo>
                  <a:cubicBezTo>
                    <a:pt x="30" y="0"/>
                    <a:pt x="0" y="7"/>
                    <a:pt x="21" y="30"/>
                  </a:cubicBezTo>
                  <a:cubicBezTo>
                    <a:pt x="21" y="30"/>
                    <a:pt x="29" y="34"/>
                    <a:pt x="24" y="20"/>
                  </a:cubicBezTo>
                  <a:cubicBezTo>
                    <a:pt x="24" y="20"/>
                    <a:pt x="28" y="24"/>
                    <a:pt x="30" y="25"/>
                  </a:cubicBezTo>
                  <a:cubicBezTo>
                    <a:pt x="30" y="25"/>
                    <a:pt x="37" y="27"/>
                    <a:pt x="30" y="16"/>
                  </a:cubicBezTo>
                  <a:cubicBezTo>
                    <a:pt x="30" y="16"/>
                    <a:pt x="36" y="23"/>
                    <a:pt x="38" y="20"/>
                  </a:cubicBezTo>
                  <a:cubicBezTo>
                    <a:pt x="38" y="20"/>
                    <a:pt x="41" y="16"/>
                    <a:pt x="34" y="7"/>
                  </a:cubicBezTo>
                  <a:cubicBezTo>
                    <a:pt x="35" y="4"/>
                    <a:pt x="35" y="4"/>
                    <a:pt x="35" y="4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íṡḷíďê">
              <a:extLst>
                <a:ext uri="{FF2B5EF4-FFF2-40B4-BE49-F238E27FC236}">
                  <a16:creationId xmlns:a16="http://schemas.microsoft.com/office/drawing/2014/main" id="{65D84145-6A20-45B3-BD33-3904E934207B}"/>
                </a:ext>
              </a:extLst>
            </p:cNvPr>
            <p:cNvSpPr/>
            <p:nvPr/>
          </p:nvSpPr>
          <p:spPr bwMode="auto">
            <a:xfrm>
              <a:off x="9101138" y="4727576"/>
              <a:ext cx="3700463" cy="4149725"/>
            </a:xfrm>
            <a:custGeom>
              <a:avLst/>
              <a:gdLst/>
              <a:ahLst/>
              <a:cxnLst>
                <a:cxn ang="0">
                  <a:pos x="1" y="30"/>
                </a:cxn>
                <a:cxn ang="0">
                  <a:pos x="27" y="14"/>
                </a:cxn>
                <a:cxn ang="0">
                  <a:pos x="18" y="19"/>
                </a:cxn>
                <a:cxn ang="0">
                  <a:pos x="25" y="23"/>
                </a:cxn>
                <a:cxn ang="0">
                  <a:pos x="16" y="26"/>
                </a:cxn>
                <a:cxn ang="0">
                  <a:pos x="22" y="33"/>
                </a:cxn>
                <a:cxn ang="0">
                  <a:pos x="9" y="32"/>
                </a:cxn>
                <a:cxn ang="0">
                  <a:pos x="6" y="34"/>
                </a:cxn>
                <a:cxn ang="0">
                  <a:pos x="1" y="30"/>
                </a:cxn>
              </a:cxnLst>
              <a:rect l="0" t="0" r="r" b="b"/>
              <a:pathLst>
                <a:path w="33" h="37">
                  <a:moveTo>
                    <a:pt x="1" y="30"/>
                  </a:moveTo>
                  <a:cubicBezTo>
                    <a:pt x="1" y="30"/>
                    <a:pt x="0" y="0"/>
                    <a:pt x="27" y="14"/>
                  </a:cubicBezTo>
                  <a:cubicBezTo>
                    <a:pt x="27" y="14"/>
                    <a:pt x="33" y="20"/>
                    <a:pt x="18" y="19"/>
                  </a:cubicBezTo>
                  <a:cubicBezTo>
                    <a:pt x="18" y="19"/>
                    <a:pt x="24" y="21"/>
                    <a:pt x="25" y="23"/>
                  </a:cubicBezTo>
                  <a:cubicBezTo>
                    <a:pt x="26" y="24"/>
                    <a:pt x="29" y="30"/>
                    <a:pt x="16" y="26"/>
                  </a:cubicBezTo>
                  <a:cubicBezTo>
                    <a:pt x="16" y="26"/>
                    <a:pt x="24" y="30"/>
                    <a:pt x="22" y="33"/>
                  </a:cubicBezTo>
                  <a:cubicBezTo>
                    <a:pt x="22" y="33"/>
                    <a:pt x="20" y="37"/>
                    <a:pt x="9" y="32"/>
                  </a:cubicBezTo>
                  <a:cubicBezTo>
                    <a:pt x="6" y="34"/>
                    <a:pt x="6" y="34"/>
                    <a:pt x="6" y="34"/>
                  </a:cubicBezTo>
                  <a:lnTo>
                    <a:pt x="1" y="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îsļîḑé">
              <a:extLst>
                <a:ext uri="{FF2B5EF4-FFF2-40B4-BE49-F238E27FC236}">
                  <a16:creationId xmlns:a16="http://schemas.microsoft.com/office/drawing/2014/main" id="{754A4A89-01FC-4200-B6E8-2EB0F2FA2935}"/>
                </a:ext>
              </a:extLst>
            </p:cNvPr>
            <p:cNvSpPr/>
            <p:nvPr/>
          </p:nvSpPr>
          <p:spPr bwMode="auto">
            <a:xfrm>
              <a:off x="5175251" y="7307263"/>
              <a:ext cx="5832475" cy="5381625"/>
            </a:xfrm>
            <a:custGeom>
              <a:avLst/>
              <a:gdLst/>
              <a:ahLst/>
              <a:cxnLst>
                <a:cxn ang="0">
                  <a:pos x="46" y="28"/>
                </a:cxn>
                <a:cxn ang="0">
                  <a:pos x="38" y="7"/>
                </a:cxn>
                <a:cxn ang="0">
                  <a:pos x="7" y="11"/>
                </a:cxn>
                <a:cxn ang="0">
                  <a:pos x="11" y="41"/>
                </a:cxn>
                <a:cxn ang="0">
                  <a:pos x="34" y="43"/>
                </a:cxn>
                <a:cxn ang="0">
                  <a:pos x="37" y="46"/>
                </a:cxn>
                <a:cxn ang="0">
                  <a:pos x="45" y="45"/>
                </a:cxn>
                <a:cxn ang="0">
                  <a:pos x="50" y="38"/>
                </a:cxn>
                <a:cxn ang="0">
                  <a:pos x="49" y="31"/>
                </a:cxn>
                <a:cxn ang="0">
                  <a:pos x="46" y="28"/>
                </a:cxn>
              </a:cxnLst>
              <a:rect l="0" t="0" r="r" b="b"/>
              <a:pathLst>
                <a:path w="52" h="48">
                  <a:moveTo>
                    <a:pt x="46" y="28"/>
                  </a:moveTo>
                  <a:cubicBezTo>
                    <a:pt x="47" y="21"/>
                    <a:pt x="45" y="12"/>
                    <a:pt x="38" y="7"/>
                  </a:cubicBezTo>
                  <a:cubicBezTo>
                    <a:pt x="28" y="0"/>
                    <a:pt x="15" y="1"/>
                    <a:pt x="7" y="11"/>
                  </a:cubicBezTo>
                  <a:cubicBezTo>
                    <a:pt x="0" y="20"/>
                    <a:pt x="2" y="34"/>
                    <a:pt x="11" y="41"/>
                  </a:cubicBezTo>
                  <a:cubicBezTo>
                    <a:pt x="18" y="46"/>
                    <a:pt x="27" y="47"/>
                    <a:pt x="34" y="4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8"/>
                    <a:pt x="43" y="47"/>
                    <a:pt x="45" y="45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6"/>
                    <a:pt x="51" y="33"/>
                    <a:pt x="49" y="31"/>
                  </a:cubicBezTo>
                  <a:lnTo>
                    <a:pt x="46" y="28"/>
                  </a:lnTo>
                  <a:close/>
                </a:path>
              </a:pathLst>
            </a:custGeom>
            <a:solidFill>
              <a:srgbClr val="FED6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î$ḷïdé">
              <a:extLst>
                <a:ext uri="{FF2B5EF4-FFF2-40B4-BE49-F238E27FC236}">
                  <a16:creationId xmlns:a16="http://schemas.microsoft.com/office/drawing/2014/main" id="{0FD44D1C-90E5-4AF6-9F77-8DB67BFBDF5B}"/>
                </a:ext>
              </a:extLst>
            </p:cNvPr>
            <p:cNvSpPr/>
            <p:nvPr/>
          </p:nvSpPr>
          <p:spPr bwMode="auto">
            <a:xfrm>
              <a:off x="9213851" y="10558463"/>
              <a:ext cx="2578100" cy="2803525"/>
            </a:xfrm>
            <a:custGeom>
              <a:avLst/>
              <a:gdLst/>
              <a:ahLst/>
              <a:cxnLst>
                <a:cxn ang="0">
                  <a:pos x="22" y="6"/>
                </a:cxn>
                <a:cxn ang="0">
                  <a:pos x="18" y="7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5" y="1"/>
                </a:cxn>
                <a:cxn ang="0">
                  <a:pos x="11" y="2"/>
                </a:cxn>
                <a:cxn ang="0">
                  <a:pos x="1" y="15"/>
                </a:cxn>
                <a:cxn ang="0">
                  <a:pos x="1" y="19"/>
                </a:cxn>
                <a:cxn ang="0">
                  <a:pos x="4" y="18"/>
                </a:cxn>
                <a:cxn ang="0">
                  <a:pos x="4" y="22"/>
                </a:cxn>
                <a:cxn ang="0">
                  <a:pos x="8" y="21"/>
                </a:cxn>
                <a:cxn ang="0">
                  <a:pos x="8" y="24"/>
                </a:cxn>
                <a:cxn ang="0">
                  <a:pos x="11" y="23"/>
                </a:cxn>
                <a:cxn ang="0">
                  <a:pos x="12" y="22"/>
                </a:cxn>
                <a:cxn ang="0">
                  <a:pos x="19" y="19"/>
                </a:cxn>
                <a:cxn ang="0">
                  <a:pos x="20" y="11"/>
                </a:cxn>
                <a:cxn ang="0">
                  <a:pos x="21" y="10"/>
                </a:cxn>
                <a:cxn ang="0">
                  <a:pos x="22" y="6"/>
                </a:cxn>
              </a:cxnLst>
              <a:rect l="0" t="0" r="r" b="b"/>
              <a:pathLst>
                <a:path w="23" h="25">
                  <a:moveTo>
                    <a:pt x="22" y="6"/>
                  </a:moveTo>
                  <a:cubicBezTo>
                    <a:pt x="21" y="5"/>
                    <a:pt x="19" y="6"/>
                    <a:pt x="18" y="7"/>
                  </a:cubicBezTo>
                  <a:cubicBezTo>
                    <a:pt x="19" y="6"/>
                    <a:pt x="19" y="4"/>
                    <a:pt x="18" y="3"/>
                  </a:cubicBezTo>
                  <a:cubicBezTo>
                    <a:pt x="17" y="3"/>
                    <a:pt x="16" y="3"/>
                    <a:pt x="15" y="5"/>
                  </a:cubicBezTo>
                  <a:cubicBezTo>
                    <a:pt x="16" y="3"/>
                    <a:pt x="16" y="1"/>
                    <a:pt x="15" y="1"/>
                  </a:cubicBezTo>
                  <a:cubicBezTo>
                    <a:pt x="14" y="0"/>
                    <a:pt x="12" y="1"/>
                    <a:pt x="11" y="2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7"/>
                    <a:pt x="0" y="18"/>
                    <a:pt x="1" y="19"/>
                  </a:cubicBezTo>
                  <a:cubicBezTo>
                    <a:pt x="2" y="20"/>
                    <a:pt x="3" y="19"/>
                    <a:pt x="4" y="18"/>
                  </a:cubicBezTo>
                  <a:cubicBezTo>
                    <a:pt x="3" y="19"/>
                    <a:pt x="3" y="21"/>
                    <a:pt x="4" y="22"/>
                  </a:cubicBezTo>
                  <a:cubicBezTo>
                    <a:pt x="5" y="23"/>
                    <a:pt x="7" y="22"/>
                    <a:pt x="8" y="21"/>
                  </a:cubicBezTo>
                  <a:cubicBezTo>
                    <a:pt x="7" y="22"/>
                    <a:pt x="7" y="24"/>
                    <a:pt x="8" y="24"/>
                  </a:cubicBezTo>
                  <a:cubicBezTo>
                    <a:pt x="8" y="25"/>
                    <a:pt x="10" y="25"/>
                    <a:pt x="11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7" y="22"/>
                    <a:pt x="19" y="19"/>
                  </a:cubicBezTo>
                  <a:cubicBezTo>
                    <a:pt x="22" y="16"/>
                    <a:pt x="22" y="13"/>
                    <a:pt x="20" y="11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3" y="9"/>
                    <a:pt x="23" y="7"/>
                    <a:pt x="22" y="6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iṡḻïdé">
              <a:extLst>
                <a:ext uri="{FF2B5EF4-FFF2-40B4-BE49-F238E27FC236}">
                  <a16:creationId xmlns:a16="http://schemas.microsoft.com/office/drawing/2014/main" id="{880667AC-9ED4-4113-9175-75AABABCF15B}"/>
                </a:ext>
              </a:extLst>
            </p:cNvPr>
            <p:cNvSpPr/>
            <p:nvPr/>
          </p:nvSpPr>
          <p:spPr bwMode="auto">
            <a:xfrm>
              <a:off x="4054476" y="13474701"/>
              <a:ext cx="1009650" cy="1681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3" y="8"/>
                </a:cxn>
                <a:cxn ang="0">
                  <a:pos x="5" y="11"/>
                </a:cxn>
                <a:cxn ang="0">
                  <a:pos x="6" y="12"/>
                </a:cxn>
                <a:cxn ang="0">
                  <a:pos x="7" y="13"/>
                </a:cxn>
                <a:cxn ang="0">
                  <a:pos x="9" y="14"/>
                </a:cxn>
                <a:cxn ang="0">
                  <a:pos x="9" y="15"/>
                </a:cxn>
                <a:cxn ang="0">
                  <a:pos x="6" y="14"/>
                </a:cxn>
                <a:cxn ang="0">
                  <a:pos x="5" y="13"/>
                </a:cxn>
                <a:cxn ang="0">
                  <a:pos x="4" y="12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0" y="3"/>
                </a:cxn>
                <a:cxn ang="0">
                  <a:pos x="0" y="0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0" y="0"/>
                    <a:pt x="0" y="1"/>
                    <a:pt x="1" y="2"/>
                  </a:cubicBezTo>
                  <a:cubicBezTo>
                    <a:pt x="1" y="4"/>
                    <a:pt x="2" y="6"/>
                    <a:pt x="3" y="8"/>
                  </a:cubicBezTo>
                  <a:cubicBezTo>
                    <a:pt x="4" y="9"/>
                    <a:pt x="4" y="10"/>
                    <a:pt x="5" y="11"/>
                  </a:cubicBezTo>
                  <a:cubicBezTo>
                    <a:pt x="5" y="11"/>
                    <a:pt x="6" y="12"/>
                    <a:pt x="6" y="12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9" y="14"/>
                    <a:pt x="9" y="15"/>
                    <a:pt x="9" y="15"/>
                  </a:cubicBezTo>
                  <a:cubicBezTo>
                    <a:pt x="9" y="15"/>
                    <a:pt x="8" y="15"/>
                    <a:pt x="6" y="14"/>
                  </a:cubicBezTo>
                  <a:cubicBezTo>
                    <a:pt x="6" y="13"/>
                    <a:pt x="6" y="13"/>
                    <a:pt x="5" y="13"/>
                  </a:cubicBezTo>
                  <a:cubicBezTo>
                    <a:pt x="5" y="13"/>
                    <a:pt x="4" y="12"/>
                    <a:pt x="4" y="12"/>
                  </a:cubicBezTo>
                  <a:cubicBezTo>
                    <a:pt x="3" y="11"/>
                    <a:pt x="2" y="10"/>
                    <a:pt x="2" y="9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iṣľiḑe">
              <a:extLst>
                <a:ext uri="{FF2B5EF4-FFF2-40B4-BE49-F238E27FC236}">
                  <a16:creationId xmlns:a16="http://schemas.microsoft.com/office/drawing/2014/main" id="{195F923B-F39D-4957-BC05-AC177B0235BE}"/>
                </a:ext>
              </a:extLst>
            </p:cNvPr>
            <p:cNvSpPr/>
            <p:nvPr/>
          </p:nvSpPr>
          <p:spPr bwMode="auto">
            <a:xfrm>
              <a:off x="3605213" y="13922376"/>
              <a:ext cx="785813" cy="123348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3" y="5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6" y="10"/>
                </a:cxn>
                <a:cxn ang="0">
                  <a:pos x="7" y="11"/>
                </a:cxn>
                <a:cxn ang="0">
                  <a:pos x="5" y="11"/>
                </a:cxn>
                <a:cxn ang="0">
                  <a:pos x="3" y="9"/>
                </a:cxn>
                <a:cxn ang="0">
                  <a:pos x="2" y="7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1" y="0"/>
                </a:cxn>
              </a:cxnLst>
              <a:rect l="0" t="0" r="r" b="b"/>
              <a:pathLst>
                <a:path w="7" h="11">
                  <a:moveTo>
                    <a:pt x="1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1" y="3"/>
                    <a:pt x="2" y="3"/>
                    <a:pt x="2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7"/>
                    <a:pt x="4" y="8"/>
                    <a:pt x="4" y="8"/>
                  </a:cubicBezTo>
                  <a:cubicBezTo>
                    <a:pt x="5" y="9"/>
                    <a:pt x="5" y="9"/>
                    <a:pt x="6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1"/>
                    <a:pt x="7" y="11"/>
                    <a:pt x="5" y="11"/>
                  </a:cubicBezTo>
                  <a:cubicBezTo>
                    <a:pt x="5" y="10"/>
                    <a:pt x="4" y="10"/>
                    <a:pt x="3" y="9"/>
                  </a:cubicBezTo>
                  <a:cubicBezTo>
                    <a:pt x="3" y="9"/>
                    <a:pt x="2" y="8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i$ļîḑé">
              <a:extLst>
                <a:ext uri="{FF2B5EF4-FFF2-40B4-BE49-F238E27FC236}">
                  <a16:creationId xmlns:a16="http://schemas.microsoft.com/office/drawing/2014/main" id="{D7114D25-6728-41A7-A4AB-ACE31D59A220}"/>
                </a:ext>
              </a:extLst>
            </p:cNvPr>
            <p:cNvSpPr/>
            <p:nvPr/>
          </p:nvSpPr>
          <p:spPr bwMode="auto">
            <a:xfrm>
              <a:off x="9661526" y="5287963"/>
              <a:ext cx="2019300" cy="449263"/>
            </a:xfrm>
            <a:custGeom>
              <a:avLst/>
              <a:gdLst/>
              <a:ahLst/>
              <a:cxnLst>
                <a:cxn ang="0">
                  <a:pos x="18" y="2"/>
                </a:cxn>
                <a:cxn ang="0">
                  <a:pos x="15" y="1"/>
                </a:cxn>
                <a:cxn ang="0">
                  <a:pos x="9" y="1"/>
                </a:cxn>
                <a:cxn ang="0">
                  <a:pos x="6" y="2"/>
                </a:cxn>
                <a:cxn ang="0">
                  <a:pos x="4" y="2"/>
                </a:cxn>
                <a:cxn ang="0">
                  <a:pos x="3" y="3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5" y="0"/>
                </a:cxn>
                <a:cxn ang="0">
                  <a:pos x="9" y="0"/>
                </a:cxn>
                <a:cxn ang="0">
                  <a:pos x="12" y="0"/>
                </a:cxn>
                <a:cxn ang="0">
                  <a:pos x="15" y="0"/>
                </a:cxn>
                <a:cxn ang="0">
                  <a:pos x="18" y="2"/>
                </a:cxn>
              </a:cxnLst>
              <a:rect l="0" t="0" r="r" b="b"/>
              <a:pathLst>
                <a:path w="18" h="4">
                  <a:moveTo>
                    <a:pt x="18" y="2"/>
                  </a:moveTo>
                  <a:cubicBezTo>
                    <a:pt x="18" y="2"/>
                    <a:pt x="17" y="1"/>
                    <a:pt x="15" y="1"/>
                  </a:cubicBezTo>
                  <a:cubicBezTo>
                    <a:pt x="14" y="1"/>
                    <a:pt x="11" y="1"/>
                    <a:pt x="9" y="1"/>
                  </a:cubicBezTo>
                  <a:cubicBezTo>
                    <a:pt x="8" y="1"/>
                    <a:pt x="7" y="1"/>
                    <a:pt x="6" y="2"/>
                  </a:cubicBezTo>
                  <a:cubicBezTo>
                    <a:pt x="5" y="2"/>
                    <a:pt x="5" y="2"/>
                    <a:pt x="4" y="2"/>
                  </a:cubicBezTo>
                  <a:cubicBezTo>
                    <a:pt x="4" y="2"/>
                    <a:pt x="3" y="2"/>
                    <a:pt x="3" y="3"/>
                  </a:cubicBezTo>
                  <a:cubicBezTo>
                    <a:pt x="2" y="3"/>
                    <a:pt x="2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1" y="4"/>
                    <a:pt x="1" y="3"/>
                    <a:pt x="3" y="2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5" y="1"/>
                    <a:pt x="5" y="0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10" y="0"/>
                    <a:pt x="11" y="0"/>
                    <a:pt x="12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7" y="1"/>
                    <a:pt x="18" y="2"/>
                    <a:pt x="18" y="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îṣlïďê">
              <a:extLst>
                <a:ext uri="{FF2B5EF4-FFF2-40B4-BE49-F238E27FC236}">
                  <a16:creationId xmlns:a16="http://schemas.microsoft.com/office/drawing/2014/main" id="{13C122B8-D96B-4E90-A401-26FF3863FD03}"/>
                </a:ext>
              </a:extLst>
            </p:cNvPr>
            <p:cNvSpPr/>
            <p:nvPr/>
          </p:nvSpPr>
          <p:spPr bwMode="auto">
            <a:xfrm>
              <a:off x="9885363" y="4727576"/>
              <a:ext cx="1458913" cy="336550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4" y="2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0"/>
                </a:cxn>
                <a:cxn ang="0">
                  <a:pos x="11" y="1"/>
                </a:cxn>
                <a:cxn ang="0">
                  <a:pos x="13" y="2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2"/>
                    <a:pt x="12" y="2"/>
                    <a:pt x="11" y="2"/>
                  </a:cubicBezTo>
                  <a:cubicBezTo>
                    <a:pt x="10" y="1"/>
                    <a:pt x="10" y="2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7" y="2"/>
                    <a:pt x="7" y="1"/>
                    <a:pt x="7" y="2"/>
                  </a:cubicBezTo>
                  <a:cubicBezTo>
                    <a:pt x="6" y="2"/>
                    <a:pt x="5" y="2"/>
                    <a:pt x="4" y="2"/>
                  </a:cubicBezTo>
                  <a:cubicBezTo>
                    <a:pt x="4" y="2"/>
                    <a:pt x="3" y="2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1" y="3"/>
                    <a:pt x="2" y="2"/>
                  </a:cubicBezTo>
                  <a:cubicBezTo>
                    <a:pt x="2" y="1"/>
                    <a:pt x="3" y="1"/>
                    <a:pt x="4" y="1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1" y="1"/>
                  </a:cubicBezTo>
                  <a:cubicBezTo>
                    <a:pt x="13" y="1"/>
                    <a:pt x="13" y="2"/>
                    <a:pt x="13" y="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iṡḻïdê">
              <a:extLst>
                <a:ext uri="{FF2B5EF4-FFF2-40B4-BE49-F238E27FC236}">
                  <a16:creationId xmlns:a16="http://schemas.microsoft.com/office/drawing/2014/main" id="{E7823522-FC8F-407E-8D13-04BAF817AAB7}"/>
                </a:ext>
              </a:extLst>
            </p:cNvPr>
            <p:cNvSpPr/>
            <p:nvPr/>
          </p:nvSpPr>
          <p:spPr bwMode="auto">
            <a:xfrm>
              <a:off x="11118851" y="13587413"/>
              <a:ext cx="2579688" cy="2466975"/>
            </a:xfrm>
            <a:custGeom>
              <a:avLst/>
              <a:gdLst/>
              <a:ahLst/>
              <a:cxnLst>
                <a:cxn ang="0">
                  <a:pos x="23" y="22"/>
                </a:cxn>
                <a:cxn ang="0">
                  <a:pos x="19" y="19"/>
                </a:cxn>
                <a:cxn ang="0">
                  <a:pos x="11" y="12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12" y="11"/>
                </a:cxn>
                <a:cxn ang="0">
                  <a:pos x="19" y="18"/>
                </a:cxn>
                <a:cxn ang="0">
                  <a:pos x="23" y="22"/>
                </a:cxn>
              </a:cxnLst>
              <a:rect l="0" t="0" r="r" b="b"/>
              <a:pathLst>
                <a:path w="23" h="22">
                  <a:moveTo>
                    <a:pt x="23" y="22"/>
                  </a:moveTo>
                  <a:cubicBezTo>
                    <a:pt x="23" y="22"/>
                    <a:pt x="21" y="21"/>
                    <a:pt x="19" y="19"/>
                  </a:cubicBezTo>
                  <a:cubicBezTo>
                    <a:pt x="16" y="17"/>
                    <a:pt x="13" y="15"/>
                    <a:pt x="11" y="12"/>
                  </a:cubicBezTo>
                  <a:cubicBezTo>
                    <a:pt x="8" y="9"/>
                    <a:pt x="5" y="6"/>
                    <a:pt x="3" y="4"/>
                  </a:cubicBezTo>
                  <a:cubicBezTo>
                    <a:pt x="1" y="2"/>
                    <a:pt x="0" y="0"/>
                    <a:pt x="0" y="0"/>
                  </a:cubicBezTo>
                  <a:cubicBezTo>
                    <a:pt x="0" y="0"/>
                    <a:pt x="2" y="2"/>
                    <a:pt x="4" y="3"/>
                  </a:cubicBezTo>
                  <a:cubicBezTo>
                    <a:pt x="6" y="5"/>
                    <a:pt x="9" y="8"/>
                    <a:pt x="12" y="11"/>
                  </a:cubicBezTo>
                  <a:cubicBezTo>
                    <a:pt x="15" y="13"/>
                    <a:pt x="18" y="16"/>
                    <a:pt x="19" y="18"/>
                  </a:cubicBezTo>
                  <a:cubicBezTo>
                    <a:pt x="21" y="21"/>
                    <a:pt x="23" y="22"/>
                    <a:pt x="23" y="2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îṩḷíďé">
              <a:extLst>
                <a:ext uri="{FF2B5EF4-FFF2-40B4-BE49-F238E27FC236}">
                  <a16:creationId xmlns:a16="http://schemas.microsoft.com/office/drawing/2014/main" id="{0CBF02BD-A2F2-4171-892A-E278F7B1B458}"/>
                </a:ext>
              </a:extLst>
            </p:cNvPr>
            <p:cNvSpPr/>
            <p:nvPr/>
          </p:nvSpPr>
          <p:spPr bwMode="auto">
            <a:xfrm>
              <a:off x="11568113" y="13138151"/>
              <a:ext cx="3476625" cy="3027363"/>
            </a:xfrm>
            <a:custGeom>
              <a:avLst/>
              <a:gdLst/>
              <a:ahLst/>
              <a:cxnLst>
                <a:cxn ang="0">
                  <a:pos x="31" y="27"/>
                </a:cxn>
                <a:cxn ang="0">
                  <a:pos x="25" y="23"/>
                </a:cxn>
                <a:cxn ang="0">
                  <a:pos x="15" y="14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16" y="13"/>
                </a:cxn>
                <a:cxn ang="0">
                  <a:pos x="26" y="23"/>
                </a:cxn>
                <a:cxn ang="0">
                  <a:pos x="31" y="27"/>
                </a:cxn>
              </a:cxnLst>
              <a:rect l="0" t="0" r="r" b="b"/>
              <a:pathLst>
                <a:path w="31" h="27">
                  <a:moveTo>
                    <a:pt x="31" y="27"/>
                  </a:moveTo>
                  <a:cubicBezTo>
                    <a:pt x="31" y="27"/>
                    <a:pt x="28" y="26"/>
                    <a:pt x="25" y="23"/>
                  </a:cubicBezTo>
                  <a:cubicBezTo>
                    <a:pt x="22" y="21"/>
                    <a:pt x="18" y="18"/>
                    <a:pt x="15" y="14"/>
                  </a:cubicBezTo>
                  <a:cubicBezTo>
                    <a:pt x="11" y="11"/>
                    <a:pt x="7" y="7"/>
                    <a:pt x="4" y="4"/>
                  </a:cubicBezTo>
                  <a:cubicBezTo>
                    <a:pt x="2" y="2"/>
                    <a:pt x="0" y="0"/>
                    <a:pt x="0" y="0"/>
                  </a:cubicBezTo>
                  <a:cubicBezTo>
                    <a:pt x="0" y="0"/>
                    <a:pt x="2" y="1"/>
                    <a:pt x="5" y="4"/>
                  </a:cubicBezTo>
                  <a:cubicBezTo>
                    <a:pt x="8" y="6"/>
                    <a:pt x="12" y="9"/>
                    <a:pt x="16" y="13"/>
                  </a:cubicBezTo>
                  <a:cubicBezTo>
                    <a:pt x="20" y="16"/>
                    <a:pt x="23" y="20"/>
                    <a:pt x="26" y="23"/>
                  </a:cubicBezTo>
                  <a:cubicBezTo>
                    <a:pt x="29" y="25"/>
                    <a:pt x="31" y="27"/>
                    <a:pt x="31" y="2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îṩľidè">
              <a:extLst>
                <a:ext uri="{FF2B5EF4-FFF2-40B4-BE49-F238E27FC236}">
                  <a16:creationId xmlns:a16="http://schemas.microsoft.com/office/drawing/2014/main" id="{4810B393-3937-4780-9774-FEF353FC14CE}"/>
                </a:ext>
              </a:extLst>
            </p:cNvPr>
            <p:cNvSpPr/>
            <p:nvPr/>
          </p:nvSpPr>
          <p:spPr bwMode="auto">
            <a:xfrm>
              <a:off x="11904663" y="12577763"/>
              <a:ext cx="2579688" cy="2130425"/>
            </a:xfrm>
            <a:custGeom>
              <a:avLst/>
              <a:gdLst/>
              <a:ahLst/>
              <a:cxnLst>
                <a:cxn ang="0">
                  <a:pos x="23" y="19"/>
                </a:cxn>
                <a:cxn ang="0">
                  <a:pos x="19" y="16"/>
                </a:cxn>
                <a:cxn ang="0">
                  <a:pos x="11" y="10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12" y="8"/>
                </a:cxn>
                <a:cxn ang="0">
                  <a:pos x="20" y="15"/>
                </a:cxn>
                <a:cxn ang="0">
                  <a:pos x="23" y="19"/>
                </a:cxn>
              </a:cxnLst>
              <a:rect l="0" t="0" r="r" b="b"/>
              <a:pathLst>
                <a:path w="23" h="19">
                  <a:moveTo>
                    <a:pt x="23" y="19"/>
                  </a:moveTo>
                  <a:cubicBezTo>
                    <a:pt x="23" y="19"/>
                    <a:pt x="22" y="18"/>
                    <a:pt x="19" y="16"/>
                  </a:cubicBezTo>
                  <a:cubicBezTo>
                    <a:pt x="17" y="15"/>
                    <a:pt x="14" y="12"/>
                    <a:pt x="11" y="10"/>
                  </a:cubicBezTo>
                  <a:cubicBezTo>
                    <a:pt x="8" y="8"/>
                    <a:pt x="5" y="5"/>
                    <a:pt x="3" y="3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1"/>
                    <a:pt x="4" y="2"/>
                  </a:cubicBezTo>
                  <a:cubicBezTo>
                    <a:pt x="6" y="4"/>
                    <a:pt x="9" y="6"/>
                    <a:pt x="12" y="8"/>
                  </a:cubicBezTo>
                  <a:cubicBezTo>
                    <a:pt x="15" y="11"/>
                    <a:pt x="18" y="13"/>
                    <a:pt x="20" y="15"/>
                  </a:cubicBezTo>
                  <a:cubicBezTo>
                    <a:pt x="22" y="17"/>
                    <a:pt x="23" y="19"/>
                    <a:pt x="23" y="19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íṣļíḍè">
              <a:extLst>
                <a:ext uri="{FF2B5EF4-FFF2-40B4-BE49-F238E27FC236}">
                  <a16:creationId xmlns:a16="http://schemas.microsoft.com/office/drawing/2014/main" id="{44830DDC-B112-4C1A-B7C0-5BABE5C9B478}"/>
                </a:ext>
              </a:extLst>
            </p:cNvPr>
            <p:cNvSpPr/>
            <p:nvPr/>
          </p:nvSpPr>
          <p:spPr bwMode="auto">
            <a:xfrm>
              <a:off x="14147801" y="6297613"/>
              <a:ext cx="2243138" cy="3140075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0" y="22"/>
                </a:cxn>
                <a:cxn ang="0">
                  <a:pos x="6" y="18"/>
                </a:cxn>
                <a:cxn ang="0">
                  <a:pos x="7" y="24"/>
                </a:cxn>
                <a:cxn ang="0">
                  <a:pos x="12" y="19"/>
                </a:cxn>
                <a:cxn ang="0">
                  <a:pos x="14" y="25"/>
                </a:cxn>
                <a:cxn ang="0">
                  <a:pos x="18" y="16"/>
                </a:cxn>
                <a:cxn ang="0">
                  <a:pos x="20" y="15"/>
                </a:cxn>
                <a:cxn ang="0">
                  <a:pos x="19" y="10"/>
                </a:cxn>
              </a:cxnLst>
              <a:rect l="0" t="0" r="r" b="b"/>
              <a:pathLst>
                <a:path w="20" h="28">
                  <a:moveTo>
                    <a:pt x="19" y="10"/>
                  </a:moveTo>
                  <a:cubicBezTo>
                    <a:pt x="19" y="10"/>
                    <a:pt x="0" y="0"/>
                    <a:pt x="0" y="22"/>
                  </a:cubicBezTo>
                  <a:cubicBezTo>
                    <a:pt x="0" y="22"/>
                    <a:pt x="3" y="28"/>
                    <a:pt x="6" y="18"/>
                  </a:cubicBezTo>
                  <a:cubicBezTo>
                    <a:pt x="6" y="18"/>
                    <a:pt x="7" y="22"/>
                    <a:pt x="7" y="24"/>
                  </a:cubicBezTo>
                  <a:cubicBezTo>
                    <a:pt x="7" y="24"/>
                    <a:pt x="10" y="28"/>
                    <a:pt x="12" y="19"/>
                  </a:cubicBezTo>
                  <a:cubicBezTo>
                    <a:pt x="12" y="19"/>
                    <a:pt x="12" y="25"/>
                    <a:pt x="14" y="25"/>
                  </a:cubicBezTo>
                  <a:cubicBezTo>
                    <a:pt x="14" y="25"/>
                    <a:pt x="18" y="24"/>
                    <a:pt x="18" y="16"/>
                  </a:cubicBezTo>
                  <a:cubicBezTo>
                    <a:pt x="20" y="15"/>
                    <a:pt x="20" y="15"/>
                    <a:pt x="20" y="15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iSļidè">
              <a:extLst>
                <a:ext uri="{FF2B5EF4-FFF2-40B4-BE49-F238E27FC236}">
                  <a16:creationId xmlns:a16="http://schemas.microsoft.com/office/drawing/2014/main" id="{508C1331-C430-462E-A5A0-7919DDF45F91}"/>
                </a:ext>
              </a:extLst>
            </p:cNvPr>
            <p:cNvSpPr/>
            <p:nvPr/>
          </p:nvSpPr>
          <p:spPr bwMode="auto">
            <a:xfrm>
              <a:off x="19418301" y="4951413"/>
              <a:ext cx="2466975" cy="3363913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22" y="20"/>
                </a:cxn>
                <a:cxn ang="0">
                  <a:pos x="15" y="19"/>
                </a:cxn>
                <a:cxn ang="0">
                  <a:pos x="17" y="24"/>
                </a:cxn>
                <a:cxn ang="0">
                  <a:pos x="11" y="21"/>
                </a:cxn>
                <a:cxn ang="0">
                  <a:pos x="11" y="28"/>
                </a:cxn>
                <a:cxn ang="0">
                  <a:pos x="4" y="21"/>
                </a:cxn>
                <a:cxn ang="0">
                  <a:pos x="1" y="21"/>
                </a:cxn>
                <a:cxn ang="0">
                  <a:pos x="0" y="17"/>
                </a:cxn>
              </a:cxnLst>
              <a:rect l="0" t="0" r="r" b="b"/>
              <a:pathLst>
                <a:path w="22" h="30">
                  <a:moveTo>
                    <a:pt x="0" y="17"/>
                  </a:moveTo>
                  <a:cubicBezTo>
                    <a:pt x="0" y="17"/>
                    <a:pt x="14" y="0"/>
                    <a:pt x="22" y="20"/>
                  </a:cubicBezTo>
                  <a:cubicBezTo>
                    <a:pt x="22" y="20"/>
                    <a:pt x="22" y="26"/>
                    <a:pt x="15" y="19"/>
                  </a:cubicBezTo>
                  <a:cubicBezTo>
                    <a:pt x="15" y="19"/>
                    <a:pt x="17" y="22"/>
                    <a:pt x="17" y="24"/>
                  </a:cubicBezTo>
                  <a:cubicBezTo>
                    <a:pt x="17" y="25"/>
                    <a:pt x="16" y="30"/>
                    <a:pt x="11" y="21"/>
                  </a:cubicBezTo>
                  <a:cubicBezTo>
                    <a:pt x="11" y="21"/>
                    <a:pt x="13" y="27"/>
                    <a:pt x="11" y="28"/>
                  </a:cubicBezTo>
                  <a:cubicBezTo>
                    <a:pt x="11" y="28"/>
                    <a:pt x="8" y="29"/>
                    <a:pt x="4" y="21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íśļiďé">
              <a:extLst>
                <a:ext uri="{FF2B5EF4-FFF2-40B4-BE49-F238E27FC236}">
                  <a16:creationId xmlns:a16="http://schemas.microsoft.com/office/drawing/2014/main" id="{80E6BC07-DB49-46A1-BA31-E3C607F2CFB1}"/>
                </a:ext>
              </a:extLst>
            </p:cNvPr>
            <p:cNvSpPr/>
            <p:nvPr/>
          </p:nvSpPr>
          <p:spPr bwMode="auto">
            <a:xfrm>
              <a:off x="16054388" y="5400676"/>
              <a:ext cx="3700463" cy="4260850"/>
            </a:xfrm>
            <a:custGeom>
              <a:avLst/>
              <a:gdLst/>
              <a:ahLst/>
              <a:cxnLst>
                <a:cxn ang="0">
                  <a:pos x="26" y="29"/>
                </a:cxn>
                <a:cxn ang="0">
                  <a:pos x="32" y="13"/>
                </a:cxn>
                <a:cxn ang="0">
                  <a:pos x="13" y="2"/>
                </a:cxn>
                <a:cxn ang="0">
                  <a:pos x="1" y="20"/>
                </a:cxn>
                <a:cxn ang="0">
                  <a:pos x="13" y="32"/>
                </a:cxn>
                <a:cxn ang="0">
                  <a:pos x="13" y="34"/>
                </a:cxn>
                <a:cxn ang="0">
                  <a:pos x="18" y="37"/>
                </a:cxn>
                <a:cxn ang="0">
                  <a:pos x="24" y="36"/>
                </a:cxn>
                <a:cxn ang="0">
                  <a:pos x="27" y="31"/>
                </a:cxn>
                <a:cxn ang="0">
                  <a:pos x="26" y="29"/>
                </a:cxn>
              </a:cxnLst>
              <a:rect l="0" t="0" r="r" b="b"/>
              <a:pathLst>
                <a:path w="33" h="38">
                  <a:moveTo>
                    <a:pt x="26" y="29"/>
                  </a:moveTo>
                  <a:cubicBezTo>
                    <a:pt x="30" y="25"/>
                    <a:pt x="33" y="19"/>
                    <a:pt x="32" y="13"/>
                  </a:cubicBezTo>
                  <a:cubicBezTo>
                    <a:pt x="30" y="5"/>
                    <a:pt x="22" y="0"/>
                    <a:pt x="13" y="2"/>
                  </a:cubicBezTo>
                  <a:cubicBezTo>
                    <a:pt x="5" y="3"/>
                    <a:pt x="0" y="12"/>
                    <a:pt x="1" y="20"/>
                  </a:cubicBezTo>
                  <a:cubicBezTo>
                    <a:pt x="3" y="26"/>
                    <a:pt x="7" y="30"/>
                    <a:pt x="13" y="32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6"/>
                    <a:pt x="16" y="38"/>
                    <a:pt x="18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6" y="36"/>
                    <a:pt x="27" y="34"/>
                    <a:pt x="27" y="31"/>
                  </a:cubicBezTo>
                  <a:lnTo>
                    <a:pt x="26" y="29"/>
                  </a:lnTo>
                  <a:close/>
                </a:path>
              </a:pathLst>
            </a:custGeom>
            <a:solidFill>
              <a:srgbClr val="FED6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îśľîḍe">
              <a:extLst>
                <a:ext uri="{FF2B5EF4-FFF2-40B4-BE49-F238E27FC236}">
                  <a16:creationId xmlns:a16="http://schemas.microsoft.com/office/drawing/2014/main" id="{7A8228C4-322F-47A5-8FDD-DDC2863D3144}"/>
                </a:ext>
              </a:extLst>
            </p:cNvPr>
            <p:cNvSpPr/>
            <p:nvPr/>
          </p:nvSpPr>
          <p:spPr bwMode="auto">
            <a:xfrm>
              <a:off x="17399001" y="8764588"/>
              <a:ext cx="2019300" cy="1570038"/>
            </a:xfrm>
            <a:custGeom>
              <a:avLst/>
              <a:gdLst/>
              <a:ahLst/>
              <a:cxnLst>
                <a:cxn ang="0">
                  <a:pos x="17" y="8"/>
                </a:cxn>
                <a:cxn ang="0">
                  <a:pos x="15" y="7"/>
                </a:cxn>
                <a:cxn ang="0">
                  <a:pos x="17" y="5"/>
                </a:cxn>
                <a:cxn ang="0">
                  <a:pos x="14" y="4"/>
                </a:cxn>
                <a:cxn ang="0">
                  <a:pos x="16" y="2"/>
                </a:cxn>
                <a:cxn ang="0">
                  <a:pos x="14" y="1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1" y="11"/>
                </a:cxn>
                <a:cxn ang="0">
                  <a:pos x="4" y="12"/>
                </a:cxn>
                <a:cxn ang="0">
                  <a:pos x="5" y="12"/>
                </a:cxn>
                <a:cxn ang="0">
                  <a:pos x="10" y="14"/>
                </a:cxn>
                <a:cxn ang="0">
                  <a:pos x="14" y="10"/>
                </a:cxn>
                <a:cxn ang="0">
                  <a:pos x="16" y="10"/>
                </a:cxn>
                <a:cxn ang="0">
                  <a:pos x="17" y="8"/>
                </a:cxn>
              </a:cxnLst>
              <a:rect l="0" t="0" r="r" b="b"/>
              <a:pathLst>
                <a:path w="18" h="14">
                  <a:moveTo>
                    <a:pt x="17" y="8"/>
                  </a:moveTo>
                  <a:cubicBezTo>
                    <a:pt x="17" y="7"/>
                    <a:pt x="16" y="7"/>
                    <a:pt x="15" y="7"/>
                  </a:cubicBezTo>
                  <a:cubicBezTo>
                    <a:pt x="16" y="7"/>
                    <a:pt x="17" y="6"/>
                    <a:pt x="17" y="5"/>
                  </a:cubicBezTo>
                  <a:cubicBezTo>
                    <a:pt x="17" y="4"/>
                    <a:pt x="15" y="3"/>
                    <a:pt x="14" y="4"/>
                  </a:cubicBezTo>
                  <a:cubicBezTo>
                    <a:pt x="15" y="3"/>
                    <a:pt x="16" y="3"/>
                    <a:pt x="16" y="2"/>
                  </a:cubicBezTo>
                  <a:cubicBezTo>
                    <a:pt x="16" y="1"/>
                    <a:pt x="15" y="0"/>
                    <a:pt x="14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6"/>
                    <a:pt x="1" y="7"/>
                    <a:pt x="3" y="6"/>
                  </a:cubicBezTo>
                  <a:cubicBezTo>
                    <a:pt x="1" y="7"/>
                    <a:pt x="1" y="7"/>
                    <a:pt x="1" y="8"/>
                  </a:cubicBezTo>
                  <a:cubicBezTo>
                    <a:pt x="1" y="9"/>
                    <a:pt x="2" y="10"/>
                    <a:pt x="3" y="9"/>
                  </a:cubicBezTo>
                  <a:cubicBezTo>
                    <a:pt x="2" y="10"/>
                    <a:pt x="1" y="10"/>
                    <a:pt x="1" y="11"/>
                  </a:cubicBezTo>
                  <a:cubicBezTo>
                    <a:pt x="2" y="12"/>
                    <a:pt x="3" y="13"/>
                    <a:pt x="4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4"/>
                    <a:pt x="8" y="14"/>
                    <a:pt x="10" y="14"/>
                  </a:cubicBezTo>
                  <a:cubicBezTo>
                    <a:pt x="13" y="13"/>
                    <a:pt x="15" y="12"/>
                    <a:pt x="14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9"/>
                    <a:pt x="17" y="8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íṧľiďe">
              <a:extLst>
                <a:ext uri="{FF2B5EF4-FFF2-40B4-BE49-F238E27FC236}">
                  <a16:creationId xmlns:a16="http://schemas.microsoft.com/office/drawing/2014/main" id="{A37DC1E1-A519-47D5-8708-6546A83B76C4}"/>
                </a:ext>
              </a:extLst>
            </p:cNvPr>
            <p:cNvSpPr/>
            <p:nvPr/>
          </p:nvSpPr>
          <p:spPr bwMode="auto">
            <a:xfrm>
              <a:off x="13811251" y="7307263"/>
              <a:ext cx="447675" cy="1457325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2"/>
                </a:cxn>
                <a:cxn ang="0">
                  <a:pos x="2" y="6"/>
                </a:cxn>
                <a:cxn ang="0">
                  <a:pos x="1" y="9"/>
                </a:cxn>
                <a:cxn ang="0">
                  <a:pos x="1" y="10"/>
                </a:cxn>
                <a:cxn ang="0">
                  <a:pos x="2" y="11"/>
                </a:cxn>
                <a:cxn ang="0">
                  <a:pos x="2" y="12"/>
                </a:cxn>
                <a:cxn ang="0">
                  <a:pos x="2" y="13"/>
                </a:cxn>
                <a:cxn ang="0">
                  <a:pos x="1" y="11"/>
                </a:cxn>
                <a:cxn ang="0">
                  <a:pos x="1" y="10"/>
                </a:cxn>
                <a:cxn ang="0">
                  <a:pos x="0" y="9"/>
                </a:cxn>
                <a:cxn ang="0">
                  <a:pos x="1" y="6"/>
                </a:cxn>
                <a:cxn ang="0">
                  <a:pos x="1" y="4"/>
                </a:cxn>
                <a:cxn ang="0">
                  <a:pos x="2" y="2"/>
                </a:cxn>
                <a:cxn ang="0">
                  <a:pos x="4" y="0"/>
                </a:cxn>
              </a:cxnLst>
              <a:rect l="0" t="0" r="r" b="b"/>
              <a:pathLst>
                <a:path w="4" h="13">
                  <a:moveTo>
                    <a:pt x="4" y="0"/>
                  </a:moveTo>
                  <a:cubicBezTo>
                    <a:pt x="4" y="0"/>
                    <a:pt x="3" y="1"/>
                    <a:pt x="3" y="2"/>
                  </a:cubicBezTo>
                  <a:cubicBezTo>
                    <a:pt x="2" y="3"/>
                    <a:pt x="2" y="5"/>
                    <a:pt x="2" y="6"/>
                  </a:cubicBezTo>
                  <a:cubicBezTo>
                    <a:pt x="1" y="7"/>
                    <a:pt x="1" y="8"/>
                    <a:pt x="1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1" y="12"/>
                    <a:pt x="1" y="11"/>
                  </a:cubicBezTo>
                  <a:cubicBezTo>
                    <a:pt x="1" y="11"/>
                    <a:pt x="1" y="10"/>
                    <a:pt x="1" y="10"/>
                  </a:cubicBezTo>
                  <a:cubicBezTo>
                    <a:pt x="0" y="10"/>
                    <a:pt x="0" y="9"/>
                    <a:pt x="0" y="9"/>
                  </a:cubicBezTo>
                  <a:cubicBezTo>
                    <a:pt x="0" y="8"/>
                    <a:pt x="0" y="7"/>
                    <a:pt x="1" y="6"/>
                  </a:cubicBezTo>
                  <a:cubicBezTo>
                    <a:pt x="1" y="5"/>
                    <a:pt x="1" y="5"/>
                    <a:pt x="1" y="4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3" y="1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iṩľïḑe">
              <a:extLst>
                <a:ext uri="{FF2B5EF4-FFF2-40B4-BE49-F238E27FC236}">
                  <a16:creationId xmlns:a16="http://schemas.microsoft.com/office/drawing/2014/main" id="{F8512CED-D00E-4290-AD2F-77378BA83344}"/>
                </a:ext>
              </a:extLst>
            </p:cNvPr>
            <p:cNvSpPr/>
            <p:nvPr/>
          </p:nvSpPr>
          <p:spPr bwMode="auto">
            <a:xfrm>
              <a:off x="13474701" y="7418388"/>
              <a:ext cx="336550" cy="112236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2" y="4"/>
                </a:cxn>
                <a:cxn ang="0">
                  <a:pos x="1" y="5"/>
                </a:cxn>
                <a:cxn ang="0">
                  <a:pos x="1" y="7"/>
                </a:cxn>
                <a:cxn ang="0">
                  <a:pos x="1" y="8"/>
                </a:cxn>
                <a:cxn ang="0">
                  <a:pos x="1" y="10"/>
                </a:cxn>
                <a:cxn ang="0">
                  <a:pos x="1" y="8"/>
                </a:cxn>
                <a:cxn ang="0">
                  <a:pos x="0" y="7"/>
                </a:cxn>
                <a:cxn ang="0">
                  <a:pos x="0" y="5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2" y="2"/>
                </a:cxn>
                <a:cxn ang="0">
                  <a:pos x="3" y="0"/>
                </a:cxn>
              </a:cxnLst>
              <a:rect l="0" t="0" r="r" b="b"/>
              <a:pathLst>
                <a:path w="3" h="10">
                  <a:moveTo>
                    <a:pt x="3" y="0"/>
                  </a:moveTo>
                  <a:cubicBezTo>
                    <a:pt x="3" y="0"/>
                    <a:pt x="3" y="1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6"/>
                    <a:pt x="1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1" y="10"/>
                    <a:pt x="1" y="9"/>
                    <a:pt x="1" y="8"/>
                  </a:cubicBezTo>
                  <a:cubicBezTo>
                    <a:pt x="1" y="8"/>
                    <a:pt x="0" y="7"/>
                    <a:pt x="0" y="7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íŝḻîḓe">
              <a:extLst>
                <a:ext uri="{FF2B5EF4-FFF2-40B4-BE49-F238E27FC236}">
                  <a16:creationId xmlns:a16="http://schemas.microsoft.com/office/drawing/2014/main" id="{6E798C41-9EA4-4EF0-A8A9-DEF4404C052C}"/>
                </a:ext>
              </a:extLst>
            </p:cNvPr>
            <p:cNvSpPr/>
            <p:nvPr/>
          </p:nvSpPr>
          <p:spPr bwMode="auto">
            <a:xfrm>
              <a:off x="20875626" y="5737226"/>
              <a:ext cx="1122363" cy="784225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9" y="6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4" y="1"/>
                </a:cxn>
                <a:cxn ang="0">
                  <a:pos x="6" y="2"/>
                </a:cxn>
                <a:cxn ang="0">
                  <a:pos x="8" y="4"/>
                </a:cxn>
                <a:cxn ang="0">
                  <a:pos x="9" y="5"/>
                </a:cxn>
                <a:cxn ang="0">
                  <a:pos x="10" y="7"/>
                </a:cxn>
              </a:cxnLst>
              <a:rect l="0" t="0" r="r" b="b"/>
              <a:pathLst>
                <a:path w="10" h="7">
                  <a:moveTo>
                    <a:pt x="10" y="7"/>
                  </a:moveTo>
                  <a:cubicBezTo>
                    <a:pt x="10" y="7"/>
                    <a:pt x="10" y="7"/>
                    <a:pt x="9" y="6"/>
                  </a:cubicBezTo>
                  <a:cubicBezTo>
                    <a:pt x="8" y="5"/>
                    <a:pt x="7" y="4"/>
                    <a:pt x="5" y="3"/>
                  </a:cubicBezTo>
                  <a:cubicBezTo>
                    <a:pt x="5" y="2"/>
                    <a:pt x="4" y="2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0"/>
                    <a:pt x="4" y="1"/>
                  </a:cubicBezTo>
                  <a:cubicBezTo>
                    <a:pt x="5" y="1"/>
                    <a:pt x="5" y="1"/>
                    <a:pt x="6" y="2"/>
                  </a:cubicBezTo>
                  <a:cubicBezTo>
                    <a:pt x="7" y="2"/>
                    <a:pt x="7" y="3"/>
                    <a:pt x="8" y="4"/>
                  </a:cubicBezTo>
                  <a:cubicBezTo>
                    <a:pt x="9" y="4"/>
                    <a:pt x="9" y="5"/>
                    <a:pt x="9" y="5"/>
                  </a:cubicBezTo>
                  <a:cubicBezTo>
                    <a:pt x="10" y="6"/>
                    <a:pt x="10" y="7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íṥliďé">
              <a:extLst>
                <a:ext uri="{FF2B5EF4-FFF2-40B4-BE49-F238E27FC236}">
                  <a16:creationId xmlns:a16="http://schemas.microsoft.com/office/drawing/2014/main" id="{4972D51A-50F4-4F34-AF1F-0C3FEEBBF3BF}"/>
                </a:ext>
              </a:extLst>
            </p:cNvPr>
            <p:cNvSpPr/>
            <p:nvPr/>
          </p:nvSpPr>
          <p:spPr bwMode="auto">
            <a:xfrm>
              <a:off x="21212176" y="5511801"/>
              <a:ext cx="896938" cy="561975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7" y="4"/>
                </a:cxn>
                <a:cxn ang="0">
                  <a:pos x="6" y="3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7" y="4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cubicBezTo>
                    <a:pt x="8" y="5"/>
                    <a:pt x="7" y="5"/>
                    <a:pt x="7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4" y="0"/>
                    <a:pt x="4" y="1"/>
                    <a:pt x="5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ïŝļîḍê">
              <a:extLst>
                <a:ext uri="{FF2B5EF4-FFF2-40B4-BE49-F238E27FC236}">
                  <a16:creationId xmlns:a16="http://schemas.microsoft.com/office/drawing/2014/main" id="{1E08A63F-39C8-48F5-B696-93F90FABCF46}"/>
                </a:ext>
              </a:extLst>
            </p:cNvPr>
            <p:cNvSpPr/>
            <p:nvPr/>
          </p:nvSpPr>
          <p:spPr bwMode="auto">
            <a:xfrm>
              <a:off x="18184813" y="10671176"/>
              <a:ext cx="447675" cy="1906588"/>
            </a:xfrm>
            <a:custGeom>
              <a:avLst/>
              <a:gdLst/>
              <a:ahLst/>
              <a:cxnLst>
                <a:cxn ang="0">
                  <a:pos x="4" y="17"/>
                </a:cxn>
                <a:cxn ang="0">
                  <a:pos x="3" y="14"/>
                </a:cxn>
                <a:cxn ang="0">
                  <a:pos x="1" y="9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2" y="8"/>
                </a:cxn>
                <a:cxn ang="0">
                  <a:pos x="3" y="14"/>
                </a:cxn>
                <a:cxn ang="0">
                  <a:pos x="4" y="17"/>
                </a:cxn>
              </a:cxnLst>
              <a:rect l="0" t="0" r="r" b="b"/>
              <a:pathLst>
                <a:path w="4" h="17">
                  <a:moveTo>
                    <a:pt x="4" y="17"/>
                  </a:moveTo>
                  <a:cubicBezTo>
                    <a:pt x="4" y="17"/>
                    <a:pt x="3" y="16"/>
                    <a:pt x="3" y="14"/>
                  </a:cubicBezTo>
                  <a:cubicBezTo>
                    <a:pt x="2" y="13"/>
                    <a:pt x="2" y="11"/>
                    <a:pt x="1" y="9"/>
                  </a:cubicBezTo>
                  <a:cubicBezTo>
                    <a:pt x="1" y="7"/>
                    <a:pt x="0" y="4"/>
                    <a:pt x="0" y="3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1"/>
                    <a:pt x="1" y="3"/>
                  </a:cubicBezTo>
                  <a:cubicBezTo>
                    <a:pt x="1" y="4"/>
                    <a:pt x="2" y="6"/>
                    <a:pt x="2" y="8"/>
                  </a:cubicBezTo>
                  <a:cubicBezTo>
                    <a:pt x="3" y="10"/>
                    <a:pt x="3" y="13"/>
                    <a:pt x="3" y="14"/>
                  </a:cubicBezTo>
                  <a:cubicBezTo>
                    <a:pt x="3" y="16"/>
                    <a:pt x="4" y="17"/>
                    <a:pt x="4" y="1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ïşlíďé">
              <a:extLst>
                <a:ext uri="{FF2B5EF4-FFF2-40B4-BE49-F238E27FC236}">
                  <a16:creationId xmlns:a16="http://schemas.microsoft.com/office/drawing/2014/main" id="{9D1757B1-B1D7-47BA-A12A-6E96D0B48E91}"/>
                </a:ext>
              </a:extLst>
            </p:cNvPr>
            <p:cNvSpPr/>
            <p:nvPr/>
          </p:nvSpPr>
          <p:spPr bwMode="auto">
            <a:xfrm>
              <a:off x="18632488" y="10558463"/>
              <a:ext cx="673100" cy="2692400"/>
            </a:xfrm>
            <a:custGeom>
              <a:avLst/>
              <a:gdLst/>
              <a:ahLst/>
              <a:cxnLst>
                <a:cxn ang="0">
                  <a:pos x="6" y="24"/>
                </a:cxn>
                <a:cxn ang="0">
                  <a:pos x="5" y="21"/>
                </a:cxn>
                <a:cxn ang="0">
                  <a:pos x="2" y="12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" y="4"/>
                </a:cxn>
                <a:cxn ang="0">
                  <a:pos x="4" y="12"/>
                </a:cxn>
                <a:cxn ang="0">
                  <a:pos x="5" y="20"/>
                </a:cxn>
                <a:cxn ang="0">
                  <a:pos x="6" y="24"/>
                </a:cxn>
              </a:cxnLst>
              <a:rect l="0" t="0" r="r" b="b"/>
              <a:pathLst>
                <a:path w="6" h="24">
                  <a:moveTo>
                    <a:pt x="6" y="24"/>
                  </a:moveTo>
                  <a:cubicBezTo>
                    <a:pt x="6" y="24"/>
                    <a:pt x="5" y="23"/>
                    <a:pt x="5" y="21"/>
                  </a:cubicBezTo>
                  <a:cubicBezTo>
                    <a:pt x="4" y="18"/>
                    <a:pt x="3" y="15"/>
                    <a:pt x="2" y="12"/>
                  </a:cubicBezTo>
                  <a:cubicBezTo>
                    <a:pt x="2" y="9"/>
                    <a:pt x="1" y="6"/>
                    <a:pt x="1" y="4"/>
                  </a:cubicBezTo>
                  <a:cubicBezTo>
                    <a:pt x="0" y="2"/>
                    <a:pt x="0" y="0"/>
                    <a:pt x="0" y="0"/>
                  </a:cubicBezTo>
                  <a:cubicBezTo>
                    <a:pt x="0" y="0"/>
                    <a:pt x="1" y="2"/>
                    <a:pt x="1" y="4"/>
                  </a:cubicBezTo>
                  <a:cubicBezTo>
                    <a:pt x="2" y="6"/>
                    <a:pt x="3" y="9"/>
                    <a:pt x="4" y="12"/>
                  </a:cubicBezTo>
                  <a:cubicBezTo>
                    <a:pt x="4" y="15"/>
                    <a:pt x="5" y="18"/>
                    <a:pt x="5" y="20"/>
                  </a:cubicBezTo>
                  <a:cubicBezTo>
                    <a:pt x="6" y="23"/>
                    <a:pt x="6" y="24"/>
                    <a:pt x="6" y="2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ïS1íďé">
              <a:extLst>
                <a:ext uri="{FF2B5EF4-FFF2-40B4-BE49-F238E27FC236}">
                  <a16:creationId xmlns:a16="http://schemas.microsoft.com/office/drawing/2014/main" id="{71F05552-DF32-46B1-8B20-56A7411E2C76}"/>
                </a:ext>
              </a:extLst>
            </p:cNvPr>
            <p:cNvSpPr/>
            <p:nvPr/>
          </p:nvSpPr>
          <p:spPr bwMode="auto">
            <a:xfrm>
              <a:off x="19194463" y="10334626"/>
              <a:ext cx="447675" cy="1906588"/>
            </a:xfrm>
            <a:custGeom>
              <a:avLst/>
              <a:gdLst/>
              <a:ahLst/>
              <a:cxnLst>
                <a:cxn ang="0">
                  <a:pos x="4" y="17"/>
                </a:cxn>
                <a:cxn ang="0">
                  <a:pos x="3" y="15"/>
                </a:cxn>
                <a:cxn ang="0">
                  <a:pos x="1" y="9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3" y="8"/>
                </a:cxn>
                <a:cxn ang="0">
                  <a:pos x="4" y="15"/>
                </a:cxn>
                <a:cxn ang="0">
                  <a:pos x="4" y="17"/>
                </a:cxn>
              </a:cxnLst>
              <a:rect l="0" t="0" r="r" b="b"/>
              <a:pathLst>
                <a:path w="4" h="17">
                  <a:moveTo>
                    <a:pt x="4" y="17"/>
                  </a:moveTo>
                  <a:cubicBezTo>
                    <a:pt x="4" y="17"/>
                    <a:pt x="4" y="16"/>
                    <a:pt x="3" y="15"/>
                  </a:cubicBezTo>
                  <a:cubicBezTo>
                    <a:pt x="3" y="13"/>
                    <a:pt x="2" y="11"/>
                    <a:pt x="1" y="9"/>
                  </a:cubicBezTo>
                  <a:cubicBezTo>
                    <a:pt x="1" y="7"/>
                    <a:pt x="0" y="4"/>
                    <a:pt x="0" y="3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1"/>
                    <a:pt x="1" y="3"/>
                  </a:cubicBezTo>
                  <a:cubicBezTo>
                    <a:pt x="1" y="4"/>
                    <a:pt x="2" y="6"/>
                    <a:pt x="3" y="8"/>
                  </a:cubicBezTo>
                  <a:cubicBezTo>
                    <a:pt x="3" y="11"/>
                    <a:pt x="4" y="13"/>
                    <a:pt x="4" y="15"/>
                  </a:cubicBezTo>
                  <a:cubicBezTo>
                    <a:pt x="4" y="16"/>
                    <a:pt x="4" y="17"/>
                    <a:pt x="4" y="1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iṣḷíḓè">
              <a:extLst>
                <a:ext uri="{FF2B5EF4-FFF2-40B4-BE49-F238E27FC236}">
                  <a16:creationId xmlns:a16="http://schemas.microsoft.com/office/drawing/2014/main" id="{C1F03FB4-527D-44F1-BEEC-2A216C924933}"/>
                </a:ext>
              </a:extLst>
            </p:cNvPr>
            <p:cNvSpPr/>
            <p:nvPr/>
          </p:nvSpPr>
          <p:spPr bwMode="auto">
            <a:xfrm>
              <a:off x="13138151" y="16725901"/>
              <a:ext cx="4037013" cy="3813175"/>
            </a:xfrm>
            <a:custGeom>
              <a:avLst/>
              <a:gdLst/>
              <a:ahLst/>
              <a:cxnLst>
                <a:cxn ang="0">
                  <a:pos x="30" y="3"/>
                </a:cxn>
                <a:cxn ang="0">
                  <a:pos x="12" y="28"/>
                </a:cxn>
                <a:cxn ang="0">
                  <a:pos x="18" y="20"/>
                </a:cxn>
                <a:cxn ang="0">
                  <a:pos x="22" y="27"/>
                </a:cxn>
                <a:cxn ang="0">
                  <a:pos x="25" y="18"/>
                </a:cxn>
                <a:cxn ang="0">
                  <a:pos x="32" y="25"/>
                </a:cxn>
                <a:cxn ang="0">
                  <a:pos x="32" y="11"/>
                </a:cxn>
                <a:cxn ang="0">
                  <a:pos x="34" y="9"/>
                </a:cxn>
                <a:cxn ang="0">
                  <a:pos x="30" y="3"/>
                </a:cxn>
              </a:cxnLst>
              <a:rect l="0" t="0" r="r" b="b"/>
              <a:pathLst>
                <a:path w="36" h="34">
                  <a:moveTo>
                    <a:pt x="30" y="3"/>
                  </a:moveTo>
                  <a:cubicBezTo>
                    <a:pt x="30" y="3"/>
                    <a:pt x="0" y="0"/>
                    <a:pt x="12" y="28"/>
                  </a:cubicBezTo>
                  <a:cubicBezTo>
                    <a:pt x="12" y="28"/>
                    <a:pt x="18" y="34"/>
                    <a:pt x="18" y="20"/>
                  </a:cubicBezTo>
                  <a:cubicBezTo>
                    <a:pt x="18" y="20"/>
                    <a:pt x="20" y="26"/>
                    <a:pt x="22" y="27"/>
                  </a:cubicBezTo>
                  <a:cubicBezTo>
                    <a:pt x="22" y="27"/>
                    <a:pt x="28" y="31"/>
                    <a:pt x="25" y="18"/>
                  </a:cubicBezTo>
                  <a:cubicBezTo>
                    <a:pt x="25" y="18"/>
                    <a:pt x="28" y="26"/>
                    <a:pt x="32" y="25"/>
                  </a:cubicBezTo>
                  <a:cubicBezTo>
                    <a:pt x="32" y="25"/>
                    <a:pt x="36" y="23"/>
                    <a:pt x="32" y="11"/>
                  </a:cubicBezTo>
                  <a:cubicBezTo>
                    <a:pt x="34" y="9"/>
                    <a:pt x="34" y="9"/>
                    <a:pt x="34" y="9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îsľíḋê">
              <a:extLst>
                <a:ext uri="{FF2B5EF4-FFF2-40B4-BE49-F238E27FC236}">
                  <a16:creationId xmlns:a16="http://schemas.microsoft.com/office/drawing/2014/main" id="{2707CB57-106C-4A1A-AD75-762AC85188F7}"/>
                </a:ext>
              </a:extLst>
            </p:cNvPr>
            <p:cNvSpPr/>
            <p:nvPr/>
          </p:nvSpPr>
          <p:spPr bwMode="auto">
            <a:xfrm>
              <a:off x="20539076" y="11455401"/>
              <a:ext cx="3700463" cy="4710113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30" y="22"/>
                </a:cxn>
                <a:cxn ang="0">
                  <a:pos x="20" y="24"/>
                </a:cxn>
                <a:cxn ang="0">
                  <a:pos x="25" y="31"/>
                </a:cxn>
                <a:cxn ang="0">
                  <a:pos x="15" y="30"/>
                </a:cxn>
                <a:cxn ang="0">
                  <a:pos x="19" y="39"/>
                </a:cxn>
                <a:cxn ang="0">
                  <a:pos x="6" y="34"/>
                </a:cxn>
                <a:cxn ang="0">
                  <a:pos x="3" y="35"/>
                </a:cxn>
                <a:cxn ang="0">
                  <a:pos x="0" y="29"/>
                </a:cxn>
              </a:cxnLst>
              <a:rect l="0" t="0" r="r" b="b"/>
              <a:pathLst>
                <a:path w="33" h="42">
                  <a:moveTo>
                    <a:pt x="0" y="29"/>
                  </a:moveTo>
                  <a:cubicBezTo>
                    <a:pt x="0" y="29"/>
                    <a:pt x="9" y="0"/>
                    <a:pt x="30" y="22"/>
                  </a:cubicBezTo>
                  <a:cubicBezTo>
                    <a:pt x="30" y="22"/>
                    <a:pt x="33" y="31"/>
                    <a:pt x="20" y="24"/>
                  </a:cubicBezTo>
                  <a:cubicBezTo>
                    <a:pt x="20" y="24"/>
                    <a:pt x="24" y="29"/>
                    <a:pt x="25" y="31"/>
                  </a:cubicBezTo>
                  <a:cubicBezTo>
                    <a:pt x="25" y="32"/>
                    <a:pt x="26" y="39"/>
                    <a:pt x="15" y="30"/>
                  </a:cubicBezTo>
                  <a:cubicBezTo>
                    <a:pt x="15" y="30"/>
                    <a:pt x="22" y="37"/>
                    <a:pt x="19" y="39"/>
                  </a:cubicBezTo>
                  <a:cubicBezTo>
                    <a:pt x="19" y="39"/>
                    <a:pt x="15" y="42"/>
                    <a:pt x="6" y="34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ïśḷîde">
              <a:extLst>
                <a:ext uri="{FF2B5EF4-FFF2-40B4-BE49-F238E27FC236}">
                  <a16:creationId xmlns:a16="http://schemas.microsoft.com/office/drawing/2014/main" id="{A66A156B-B832-41B2-8624-28A921A48F99}"/>
                </a:ext>
              </a:extLst>
            </p:cNvPr>
            <p:cNvSpPr/>
            <p:nvPr/>
          </p:nvSpPr>
          <p:spPr bwMode="auto">
            <a:xfrm>
              <a:off x="15828963" y="13250863"/>
              <a:ext cx="5383213" cy="5943600"/>
            </a:xfrm>
            <a:custGeom>
              <a:avLst/>
              <a:gdLst/>
              <a:ahLst/>
              <a:cxnLst>
                <a:cxn ang="0">
                  <a:pos x="44" y="36"/>
                </a:cxn>
                <a:cxn ang="0">
                  <a:pos x="43" y="13"/>
                </a:cxn>
                <a:cxn ang="0">
                  <a:pos x="13" y="7"/>
                </a:cxn>
                <a:cxn ang="0">
                  <a:pos x="7" y="37"/>
                </a:cxn>
                <a:cxn ang="0">
                  <a:pos x="28" y="47"/>
                </a:cxn>
                <a:cxn ang="0">
                  <a:pos x="30" y="50"/>
                </a:cxn>
                <a:cxn ang="0">
                  <a:pos x="37" y="52"/>
                </a:cxn>
                <a:cxn ang="0">
                  <a:pos x="44" y="47"/>
                </a:cxn>
                <a:cxn ang="0">
                  <a:pos x="46" y="40"/>
                </a:cxn>
                <a:cxn ang="0">
                  <a:pos x="44" y="36"/>
                </a:cxn>
              </a:cxnLst>
              <a:rect l="0" t="0" r="r" b="b"/>
              <a:pathLst>
                <a:path w="48" h="53">
                  <a:moveTo>
                    <a:pt x="44" y="36"/>
                  </a:moveTo>
                  <a:cubicBezTo>
                    <a:pt x="48" y="30"/>
                    <a:pt x="48" y="21"/>
                    <a:pt x="43" y="13"/>
                  </a:cubicBezTo>
                  <a:cubicBezTo>
                    <a:pt x="37" y="3"/>
                    <a:pt x="23" y="0"/>
                    <a:pt x="13" y="7"/>
                  </a:cubicBezTo>
                  <a:cubicBezTo>
                    <a:pt x="3" y="13"/>
                    <a:pt x="0" y="27"/>
                    <a:pt x="7" y="37"/>
                  </a:cubicBezTo>
                  <a:cubicBezTo>
                    <a:pt x="11" y="44"/>
                    <a:pt x="20" y="48"/>
                    <a:pt x="28" y="47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52"/>
                    <a:pt x="35" y="53"/>
                    <a:pt x="37" y="52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6" y="46"/>
                    <a:pt x="47" y="42"/>
                    <a:pt x="46" y="40"/>
                  </a:cubicBezTo>
                  <a:lnTo>
                    <a:pt x="44" y="36"/>
                  </a:lnTo>
                  <a:close/>
                </a:path>
              </a:pathLst>
            </a:custGeom>
            <a:solidFill>
              <a:srgbClr val="FED6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îṩ1îďé">
              <a:extLst>
                <a:ext uri="{FF2B5EF4-FFF2-40B4-BE49-F238E27FC236}">
                  <a16:creationId xmlns:a16="http://schemas.microsoft.com/office/drawing/2014/main" id="{C7DEEAD3-3CD7-4203-B128-0EDB2F9D39BA}"/>
                </a:ext>
              </a:extLst>
            </p:cNvPr>
            <p:cNvSpPr/>
            <p:nvPr/>
          </p:nvSpPr>
          <p:spPr bwMode="auto">
            <a:xfrm>
              <a:off x="18969038" y="17511713"/>
              <a:ext cx="2803525" cy="2466975"/>
            </a:xfrm>
            <a:custGeom>
              <a:avLst/>
              <a:gdLst/>
              <a:ahLst/>
              <a:cxnLst>
                <a:cxn ang="0">
                  <a:pos x="25" y="9"/>
                </a:cxn>
                <a:cxn ang="0">
                  <a:pos x="21" y="9"/>
                </a:cxn>
                <a:cxn ang="0">
                  <a:pos x="22" y="5"/>
                </a:cxn>
                <a:cxn ang="0">
                  <a:pos x="18" y="5"/>
                </a:cxn>
                <a:cxn ang="0">
                  <a:pos x="20" y="1"/>
                </a:cxn>
                <a:cxn ang="0">
                  <a:pos x="16" y="1"/>
                </a:cxn>
                <a:cxn ang="0">
                  <a:pos x="2" y="10"/>
                </a:cxn>
                <a:cxn ang="0">
                  <a:pos x="0" y="14"/>
                </a:cxn>
                <a:cxn ang="0">
                  <a:pos x="4" y="14"/>
                </a:cxn>
                <a:cxn ang="0">
                  <a:pos x="3" y="18"/>
                </a:cxn>
                <a:cxn ang="0">
                  <a:pos x="7" y="18"/>
                </a:cxn>
                <a:cxn ang="0">
                  <a:pos x="5" y="21"/>
                </a:cxn>
                <a:cxn ang="0">
                  <a:pos x="9" y="21"/>
                </a:cxn>
                <a:cxn ang="0">
                  <a:pos x="10" y="20"/>
                </a:cxn>
                <a:cxn ang="0">
                  <a:pos x="18" y="20"/>
                </a:cxn>
                <a:cxn ang="0">
                  <a:pos x="22" y="13"/>
                </a:cxn>
                <a:cxn ang="0">
                  <a:pos x="23" y="12"/>
                </a:cxn>
                <a:cxn ang="0">
                  <a:pos x="25" y="9"/>
                </a:cxn>
              </a:cxnLst>
              <a:rect l="0" t="0" r="r" b="b"/>
              <a:pathLst>
                <a:path w="25" h="22">
                  <a:moveTo>
                    <a:pt x="25" y="9"/>
                  </a:moveTo>
                  <a:cubicBezTo>
                    <a:pt x="24" y="8"/>
                    <a:pt x="22" y="8"/>
                    <a:pt x="21" y="9"/>
                  </a:cubicBezTo>
                  <a:cubicBezTo>
                    <a:pt x="22" y="8"/>
                    <a:pt x="23" y="6"/>
                    <a:pt x="22" y="5"/>
                  </a:cubicBezTo>
                  <a:cubicBezTo>
                    <a:pt x="22" y="4"/>
                    <a:pt x="20" y="4"/>
                    <a:pt x="18" y="5"/>
                  </a:cubicBezTo>
                  <a:cubicBezTo>
                    <a:pt x="20" y="4"/>
                    <a:pt x="21" y="2"/>
                    <a:pt x="20" y="1"/>
                  </a:cubicBezTo>
                  <a:cubicBezTo>
                    <a:pt x="19" y="0"/>
                    <a:pt x="17" y="0"/>
                    <a:pt x="16" y="1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1" y="15"/>
                    <a:pt x="3" y="15"/>
                    <a:pt x="4" y="14"/>
                  </a:cubicBezTo>
                  <a:cubicBezTo>
                    <a:pt x="3" y="15"/>
                    <a:pt x="2" y="16"/>
                    <a:pt x="3" y="18"/>
                  </a:cubicBezTo>
                  <a:cubicBezTo>
                    <a:pt x="3" y="19"/>
                    <a:pt x="5" y="19"/>
                    <a:pt x="7" y="18"/>
                  </a:cubicBezTo>
                  <a:cubicBezTo>
                    <a:pt x="5" y="19"/>
                    <a:pt x="4" y="20"/>
                    <a:pt x="5" y="21"/>
                  </a:cubicBezTo>
                  <a:cubicBezTo>
                    <a:pt x="6" y="22"/>
                    <a:pt x="7" y="22"/>
                    <a:pt x="9" y="21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1" y="22"/>
                    <a:pt x="15" y="22"/>
                    <a:pt x="18" y="20"/>
                  </a:cubicBezTo>
                  <a:cubicBezTo>
                    <a:pt x="21" y="18"/>
                    <a:pt x="23" y="15"/>
                    <a:pt x="22" y="13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5" y="11"/>
                    <a:pt x="25" y="10"/>
                    <a:pt x="25" y="9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ïSḷíḑê">
              <a:extLst>
                <a:ext uri="{FF2B5EF4-FFF2-40B4-BE49-F238E27FC236}">
                  <a16:creationId xmlns:a16="http://schemas.microsoft.com/office/drawing/2014/main" id="{795CBA87-F54C-47E9-B18B-E834AB5D26AA}"/>
                </a:ext>
              </a:extLst>
            </p:cNvPr>
            <p:cNvSpPr/>
            <p:nvPr/>
          </p:nvSpPr>
          <p:spPr bwMode="auto">
            <a:xfrm>
              <a:off x="13698538" y="17960976"/>
              <a:ext cx="560388" cy="19050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1" y="9"/>
                </a:cxn>
                <a:cxn ang="0">
                  <a:pos x="2" y="12"/>
                </a:cxn>
                <a:cxn ang="0">
                  <a:pos x="3" y="14"/>
                </a:cxn>
                <a:cxn ang="0">
                  <a:pos x="3" y="15"/>
                </a:cxn>
                <a:cxn ang="0">
                  <a:pos x="4" y="17"/>
                </a:cxn>
                <a:cxn ang="0">
                  <a:pos x="5" y="17"/>
                </a:cxn>
                <a:cxn ang="0">
                  <a:pos x="3" y="16"/>
                </a:cxn>
                <a:cxn ang="0">
                  <a:pos x="2" y="14"/>
                </a:cxn>
                <a:cxn ang="0">
                  <a:pos x="1" y="13"/>
                </a:cxn>
                <a:cxn ang="0">
                  <a:pos x="0" y="9"/>
                </a:cxn>
                <a:cxn ang="0">
                  <a:pos x="0" y="6"/>
                </a:cxn>
                <a:cxn ang="0">
                  <a:pos x="0" y="3"/>
                </a:cxn>
                <a:cxn ang="0">
                  <a:pos x="1" y="0"/>
                </a:cxn>
              </a:cxnLst>
              <a:rect l="0" t="0" r="r" b="b"/>
              <a:pathLst>
                <a:path w="5" h="17">
                  <a:moveTo>
                    <a:pt x="1" y="0"/>
                  </a:moveTo>
                  <a:cubicBezTo>
                    <a:pt x="1" y="0"/>
                    <a:pt x="1" y="1"/>
                    <a:pt x="1" y="3"/>
                  </a:cubicBezTo>
                  <a:cubicBezTo>
                    <a:pt x="1" y="5"/>
                    <a:pt x="1" y="7"/>
                    <a:pt x="1" y="9"/>
                  </a:cubicBezTo>
                  <a:cubicBezTo>
                    <a:pt x="1" y="10"/>
                    <a:pt x="2" y="11"/>
                    <a:pt x="2" y="12"/>
                  </a:cubicBezTo>
                  <a:cubicBezTo>
                    <a:pt x="2" y="13"/>
                    <a:pt x="2" y="13"/>
                    <a:pt x="3" y="14"/>
                  </a:cubicBezTo>
                  <a:cubicBezTo>
                    <a:pt x="3" y="14"/>
                    <a:pt x="3" y="15"/>
                    <a:pt x="3" y="15"/>
                  </a:cubicBezTo>
                  <a:cubicBezTo>
                    <a:pt x="4" y="16"/>
                    <a:pt x="4" y="16"/>
                    <a:pt x="4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4" y="17"/>
                    <a:pt x="3" y="16"/>
                  </a:cubicBezTo>
                  <a:cubicBezTo>
                    <a:pt x="2" y="15"/>
                    <a:pt x="2" y="15"/>
                    <a:pt x="2" y="14"/>
                  </a:cubicBezTo>
                  <a:cubicBezTo>
                    <a:pt x="1" y="14"/>
                    <a:pt x="1" y="13"/>
                    <a:pt x="1" y="13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ïšļîḋè">
              <a:extLst>
                <a:ext uri="{FF2B5EF4-FFF2-40B4-BE49-F238E27FC236}">
                  <a16:creationId xmlns:a16="http://schemas.microsoft.com/office/drawing/2014/main" id="{0163799C-F1E5-4528-B63F-35B1870D57C7}"/>
                </a:ext>
              </a:extLst>
            </p:cNvPr>
            <p:cNvSpPr/>
            <p:nvPr/>
          </p:nvSpPr>
          <p:spPr bwMode="auto">
            <a:xfrm>
              <a:off x="13138151" y="18295938"/>
              <a:ext cx="449263" cy="145891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7"/>
                </a:cxn>
                <a:cxn ang="0">
                  <a:pos x="2" y="9"/>
                </a:cxn>
                <a:cxn ang="0">
                  <a:pos x="3" y="11"/>
                </a:cxn>
                <a:cxn ang="0">
                  <a:pos x="4" y="13"/>
                </a:cxn>
                <a:cxn ang="0">
                  <a:pos x="2" y="12"/>
                </a:cxn>
                <a:cxn ang="0">
                  <a:pos x="1" y="10"/>
                </a:cxn>
                <a:cxn ang="0">
                  <a:pos x="0" y="7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4" h="13">
                  <a:moveTo>
                    <a:pt x="1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1" y="3"/>
                    <a:pt x="2" y="4"/>
                    <a:pt x="2" y="5"/>
                  </a:cubicBezTo>
                  <a:cubicBezTo>
                    <a:pt x="2" y="5"/>
                    <a:pt x="2" y="5"/>
                    <a:pt x="2" y="6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2" y="8"/>
                    <a:pt x="2" y="9"/>
                    <a:pt x="2" y="9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4" y="12"/>
                    <a:pt x="4" y="13"/>
                    <a:pt x="4" y="13"/>
                  </a:cubicBezTo>
                  <a:cubicBezTo>
                    <a:pt x="4" y="13"/>
                    <a:pt x="3" y="13"/>
                    <a:pt x="2" y="12"/>
                  </a:cubicBezTo>
                  <a:cubicBezTo>
                    <a:pt x="2" y="11"/>
                    <a:pt x="2" y="10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7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ïṣ1ídè">
              <a:extLst>
                <a:ext uri="{FF2B5EF4-FFF2-40B4-BE49-F238E27FC236}">
                  <a16:creationId xmlns:a16="http://schemas.microsoft.com/office/drawing/2014/main" id="{42065635-8171-4C11-A182-D95598C01BC6}"/>
                </a:ext>
              </a:extLst>
            </p:cNvPr>
            <p:cNvSpPr/>
            <p:nvPr/>
          </p:nvSpPr>
          <p:spPr bwMode="auto">
            <a:xfrm>
              <a:off x="21772563" y="12465051"/>
              <a:ext cx="1906588" cy="560388"/>
            </a:xfrm>
            <a:custGeom>
              <a:avLst/>
              <a:gdLst/>
              <a:ahLst/>
              <a:cxnLst>
                <a:cxn ang="0">
                  <a:pos x="17" y="5"/>
                </a:cxn>
                <a:cxn ang="0">
                  <a:pos x="15" y="4"/>
                </a:cxn>
                <a:cxn ang="0">
                  <a:pos x="9" y="2"/>
                </a:cxn>
                <a:cxn ang="0">
                  <a:pos x="6" y="1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9" y="0"/>
                </a:cxn>
                <a:cxn ang="0">
                  <a:pos x="13" y="2"/>
                </a:cxn>
                <a:cxn ang="0">
                  <a:pos x="15" y="3"/>
                </a:cxn>
                <a:cxn ang="0">
                  <a:pos x="17" y="5"/>
                </a:cxn>
              </a:cxnLst>
              <a:rect l="0" t="0" r="r" b="b"/>
              <a:pathLst>
                <a:path w="17" h="5">
                  <a:moveTo>
                    <a:pt x="17" y="5"/>
                  </a:moveTo>
                  <a:cubicBezTo>
                    <a:pt x="17" y="5"/>
                    <a:pt x="16" y="5"/>
                    <a:pt x="15" y="4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8" y="2"/>
                    <a:pt x="7" y="1"/>
                    <a:pt x="6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1" y="1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5" y="0"/>
                    <a:pt x="5" y="0"/>
                    <a:pt x="6" y="0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1" y="1"/>
                    <a:pt x="12" y="1"/>
                    <a:pt x="13" y="2"/>
                  </a:cubicBezTo>
                  <a:cubicBezTo>
                    <a:pt x="14" y="2"/>
                    <a:pt x="15" y="3"/>
                    <a:pt x="15" y="3"/>
                  </a:cubicBezTo>
                  <a:cubicBezTo>
                    <a:pt x="17" y="4"/>
                    <a:pt x="17" y="5"/>
                    <a:pt x="17" y="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ṩḷíḍé">
              <a:extLst>
                <a:ext uri="{FF2B5EF4-FFF2-40B4-BE49-F238E27FC236}">
                  <a16:creationId xmlns:a16="http://schemas.microsoft.com/office/drawing/2014/main" id="{01CD5A41-89AD-4FD7-862D-86478D0FA351}"/>
                </a:ext>
              </a:extLst>
            </p:cNvPr>
            <p:cNvSpPr/>
            <p:nvPr/>
          </p:nvSpPr>
          <p:spPr bwMode="auto">
            <a:xfrm>
              <a:off x="22221826" y="12017376"/>
              <a:ext cx="1346200" cy="447675"/>
            </a:xfrm>
            <a:custGeom>
              <a:avLst/>
              <a:gdLst/>
              <a:ahLst/>
              <a:cxnLst>
                <a:cxn ang="0">
                  <a:pos x="12" y="4"/>
                </a:cxn>
                <a:cxn ang="0">
                  <a:pos x="10" y="3"/>
                </a:cxn>
                <a:cxn ang="0">
                  <a:pos x="8" y="2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8" y="0"/>
                </a:cxn>
                <a:cxn ang="0">
                  <a:pos x="9" y="1"/>
                </a:cxn>
                <a:cxn ang="0">
                  <a:pos x="11" y="2"/>
                </a:cxn>
                <a:cxn ang="0">
                  <a:pos x="12" y="4"/>
                </a:cxn>
              </a:cxnLst>
              <a:rect l="0" t="0" r="r" b="b"/>
              <a:pathLst>
                <a:path w="12" h="4">
                  <a:moveTo>
                    <a:pt x="12" y="4"/>
                  </a:moveTo>
                  <a:cubicBezTo>
                    <a:pt x="12" y="4"/>
                    <a:pt x="12" y="3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7" y="2"/>
                    <a:pt x="7" y="2"/>
                    <a:pt x="6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2" y="0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1"/>
                    <a:pt x="9" y="1"/>
                    <a:pt x="9" y="1"/>
                  </a:cubicBezTo>
                  <a:cubicBezTo>
                    <a:pt x="10" y="1"/>
                    <a:pt x="10" y="2"/>
                    <a:pt x="11" y="2"/>
                  </a:cubicBezTo>
                  <a:cubicBezTo>
                    <a:pt x="12" y="3"/>
                    <a:pt x="12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ïś1ïďè">
              <a:extLst>
                <a:ext uri="{FF2B5EF4-FFF2-40B4-BE49-F238E27FC236}">
                  <a16:creationId xmlns:a16="http://schemas.microsoft.com/office/drawing/2014/main" id="{34E61A32-437B-407F-A51E-ABCFBEA278B6}"/>
                </a:ext>
              </a:extLst>
            </p:cNvPr>
            <p:cNvSpPr/>
            <p:nvPr/>
          </p:nvSpPr>
          <p:spPr bwMode="auto">
            <a:xfrm>
              <a:off x="20539076" y="20315238"/>
              <a:ext cx="1570038" cy="2579688"/>
            </a:xfrm>
            <a:custGeom>
              <a:avLst/>
              <a:gdLst/>
              <a:ahLst/>
              <a:cxnLst>
                <a:cxn ang="0">
                  <a:pos x="14" y="23"/>
                </a:cxn>
                <a:cxn ang="0">
                  <a:pos x="11" y="20"/>
                </a:cxn>
                <a:cxn ang="0">
                  <a:pos x="6" y="12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8" y="11"/>
                </a:cxn>
                <a:cxn ang="0">
                  <a:pos x="12" y="19"/>
                </a:cxn>
                <a:cxn ang="0">
                  <a:pos x="14" y="23"/>
                </a:cxn>
              </a:cxnLst>
              <a:rect l="0" t="0" r="r" b="b"/>
              <a:pathLst>
                <a:path w="14" h="23">
                  <a:moveTo>
                    <a:pt x="14" y="23"/>
                  </a:moveTo>
                  <a:cubicBezTo>
                    <a:pt x="14" y="23"/>
                    <a:pt x="12" y="22"/>
                    <a:pt x="11" y="20"/>
                  </a:cubicBezTo>
                  <a:cubicBezTo>
                    <a:pt x="9" y="18"/>
                    <a:pt x="8" y="15"/>
                    <a:pt x="6" y="12"/>
                  </a:cubicBezTo>
                  <a:cubicBezTo>
                    <a:pt x="4" y="9"/>
                    <a:pt x="3" y="6"/>
                    <a:pt x="1" y="4"/>
                  </a:cubicBezTo>
                  <a:cubicBezTo>
                    <a:pt x="0" y="2"/>
                    <a:pt x="0" y="0"/>
                    <a:pt x="0" y="0"/>
                  </a:cubicBezTo>
                  <a:cubicBezTo>
                    <a:pt x="0" y="0"/>
                    <a:pt x="1" y="1"/>
                    <a:pt x="2" y="3"/>
                  </a:cubicBezTo>
                  <a:cubicBezTo>
                    <a:pt x="4" y="5"/>
                    <a:pt x="6" y="8"/>
                    <a:pt x="8" y="11"/>
                  </a:cubicBezTo>
                  <a:cubicBezTo>
                    <a:pt x="9" y="14"/>
                    <a:pt x="11" y="17"/>
                    <a:pt x="12" y="19"/>
                  </a:cubicBezTo>
                  <a:cubicBezTo>
                    <a:pt x="13" y="22"/>
                    <a:pt x="14" y="23"/>
                    <a:pt x="14" y="2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îṡḷiḍé">
              <a:extLst>
                <a:ext uri="{FF2B5EF4-FFF2-40B4-BE49-F238E27FC236}">
                  <a16:creationId xmlns:a16="http://schemas.microsoft.com/office/drawing/2014/main" id="{E8165FD1-7251-47BA-829C-52E1D9DC8AE8}"/>
                </a:ext>
              </a:extLst>
            </p:cNvPr>
            <p:cNvSpPr/>
            <p:nvPr/>
          </p:nvSpPr>
          <p:spPr bwMode="auto">
            <a:xfrm>
              <a:off x="21099463" y="19978688"/>
              <a:ext cx="2132013" cy="3363913"/>
            </a:xfrm>
            <a:custGeom>
              <a:avLst/>
              <a:gdLst/>
              <a:ahLst/>
              <a:cxnLst>
                <a:cxn ang="0">
                  <a:pos x="19" y="30"/>
                </a:cxn>
                <a:cxn ang="0">
                  <a:pos x="16" y="25"/>
                </a:cxn>
                <a:cxn ang="0">
                  <a:pos x="9" y="16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3" y="5"/>
                </a:cxn>
                <a:cxn ang="0">
                  <a:pos x="10" y="14"/>
                </a:cxn>
                <a:cxn ang="0">
                  <a:pos x="17" y="25"/>
                </a:cxn>
                <a:cxn ang="0">
                  <a:pos x="19" y="30"/>
                </a:cxn>
              </a:cxnLst>
              <a:rect l="0" t="0" r="r" b="b"/>
              <a:pathLst>
                <a:path w="19" h="30">
                  <a:moveTo>
                    <a:pt x="19" y="30"/>
                  </a:moveTo>
                  <a:cubicBezTo>
                    <a:pt x="19" y="30"/>
                    <a:pt x="18" y="28"/>
                    <a:pt x="16" y="25"/>
                  </a:cubicBezTo>
                  <a:cubicBezTo>
                    <a:pt x="14" y="23"/>
                    <a:pt x="11" y="19"/>
                    <a:pt x="9" y="16"/>
                  </a:cubicBezTo>
                  <a:cubicBezTo>
                    <a:pt x="6" y="12"/>
                    <a:pt x="4" y="8"/>
                    <a:pt x="2" y="5"/>
                  </a:cubicBezTo>
                  <a:cubicBezTo>
                    <a:pt x="1" y="2"/>
                    <a:pt x="0" y="0"/>
                    <a:pt x="0" y="0"/>
                  </a:cubicBezTo>
                  <a:cubicBezTo>
                    <a:pt x="0" y="0"/>
                    <a:pt x="1" y="2"/>
                    <a:pt x="3" y="5"/>
                  </a:cubicBezTo>
                  <a:cubicBezTo>
                    <a:pt x="5" y="7"/>
                    <a:pt x="8" y="11"/>
                    <a:pt x="10" y="14"/>
                  </a:cubicBezTo>
                  <a:cubicBezTo>
                    <a:pt x="13" y="18"/>
                    <a:pt x="15" y="22"/>
                    <a:pt x="17" y="25"/>
                  </a:cubicBezTo>
                  <a:cubicBezTo>
                    <a:pt x="18" y="28"/>
                    <a:pt x="19" y="30"/>
                    <a:pt x="19" y="3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ṡľîḑè">
              <a:extLst>
                <a:ext uri="{FF2B5EF4-FFF2-40B4-BE49-F238E27FC236}">
                  <a16:creationId xmlns:a16="http://schemas.microsoft.com/office/drawing/2014/main" id="{DAE0C4EB-DCD5-48E3-8EFC-9CAF2CCD317F}"/>
                </a:ext>
              </a:extLst>
            </p:cNvPr>
            <p:cNvSpPr/>
            <p:nvPr/>
          </p:nvSpPr>
          <p:spPr bwMode="auto">
            <a:xfrm>
              <a:off x="21548726" y="19754851"/>
              <a:ext cx="1682750" cy="2354263"/>
            </a:xfrm>
            <a:custGeom>
              <a:avLst/>
              <a:gdLst/>
              <a:ahLst/>
              <a:cxnLst>
                <a:cxn ang="0">
                  <a:pos x="15" y="21"/>
                </a:cxn>
                <a:cxn ang="0">
                  <a:pos x="13" y="18"/>
                </a:cxn>
                <a:cxn ang="0">
                  <a:pos x="7" y="1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9" y="9"/>
                </a:cxn>
                <a:cxn ang="0">
                  <a:pos x="14" y="17"/>
                </a:cxn>
                <a:cxn ang="0">
                  <a:pos x="15" y="21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5" y="21"/>
                    <a:pt x="14" y="19"/>
                    <a:pt x="13" y="18"/>
                  </a:cubicBezTo>
                  <a:cubicBezTo>
                    <a:pt x="11" y="16"/>
                    <a:pt x="9" y="13"/>
                    <a:pt x="7" y="11"/>
                  </a:cubicBezTo>
                  <a:cubicBezTo>
                    <a:pt x="5" y="8"/>
                    <a:pt x="4" y="5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2" y="1"/>
                    <a:pt x="3" y="2"/>
                  </a:cubicBezTo>
                  <a:cubicBezTo>
                    <a:pt x="5" y="4"/>
                    <a:pt x="7" y="7"/>
                    <a:pt x="9" y="9"/>
                  </a:cubicBezTo>
                  <a:cubicBezTo>
                    <a:pt x="11" y="12"/>
                    <a:pt x="12" y="15"/>
                    <a:pt x="14" y="17"/>
                  </a:cubicBezTo>
                  <a:cubicBezTo>
                    <a:pt x="15" y="19"/>
                    <a:pt x="15" y="21"/>
                    <a:pt x="15" y="2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íś1îḓè">
              <a:extLst>
                <a:ext uri="{FF2B5EF4-FFF2-40B4-BE49-F238E27FC236}">
                  <a16:creationId xmlns:a16="http://schemas.microsoft.com/office/drawing/2014/main" id="{2950BCC6-E6F3-4ECE-B972-D6D847907164}"/>
                </a:ext>
              </a:extLst>
            </p:cNvPr>
            <p:cNvSpPr/>
            <p:nvPr/>
          </p:nvSpPr>
          <p:spPr bwMode="auto">
            <a:xfrm>
              <a:off x="30745113" y="13361988"/>
              <a:ext cx="5830888" cy="482282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8" y="37"/>
                </a:cxn>
                <a:cxn ang="0">
                  <a:pos x="23" y="24"/>
                </a:cxn>
                <a:cxn ang="0">
                  <a:pos x="16" y="32"/>
                </a:cxn>
                <a:cxn ang="0">
                  <a:pos x="15" y="20"/>
                </a:cxn>
                <a:cxn ang="0">
                  <a:pos x="4" y="26"/>
                </a:cxn>
                <a:cxn ang="0">
                  <a:pos x="9" y="9"/>
                </a:cxn>
                <a:cxn ang="0">
                  <a:pos x="7" y="6"/>
                </a:cxn>
                <a:cxn ang="0">
                  <a:pos x="13" y="0"/>
                </a:cxn>
              </a:cxnLst>
              <a:rect l="0" t="0" r="r" b="b"/>
              <a:pathLst>
                <a:path w="52" h="43">
                  <a:moveTo>
                    <a:pt x="13" y="0"/>
                  </a:moveTo>
                  <a:cubicBezTo>
                    <a:pt x="13" y="0"/>
                    <a:pt x="52" y="6"/>
                    <a:pt x="28" y="37"/>
                  </a:cubicBezTo>
                  <a:cubicBezTo>
                    <a:pt x="28" y="37"/>
                    <a:pt x="18" y="43"/>
                    <a:pt x="23" y="24"/>
                  </a:cubicBezTo>
                  <a:cubicBezTo>
                    <a:pt x="23" y="24"/>
                    <a:pt x="18" y="31"/>
                    <a:pt x="16" y="32"/>
                  </a:cubicBezTo>
                  <a:cubicBezTo>
                    <a:pt x="15" y="32"/>
                    <a:pt x="7" y="35"/>
                    <a:pt x="15" y="20"/>
                  </a:cubicBezTo>
                  <a:cubicBezTo>
                    <a:pt x="15" y="20"/>
                    <a:pt x="8" y="29"/>
                    <a:pt x="4" y="26"/>
                  </a:cubicBezTo>
                  <a:cubicBezTo>
                    <a:pt x="4" y="26"/>
                    <a:pt x="0" y="22"/>
                    <a:pt x="9" y="9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7F8F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iśľîḋè">
              <a:extLst>
                <a:ext uri="{FF2B5EF4-FFF2-40B4-BE49-F238E27FC236}">
                  <a16:creationId xmlns:a16="http://schemas.microsoft.com/office/drawing/2014/main" id="{38061206-B34F-43CC-864F-FD021F35401C}"/>
                </a:ext>
              </a:extLst>
            </p:cNvPr>
            <p:cNvSpPr/>
            <p:nvPr/>
          </p:nvSpPr>
          <p:spPr bwMode="auto">
            <a:xfrm>
              <a:off x="24128413" y="4840288"/>
              <a:ext cx="4933950" cy="5157788"/>
            </a:xfrm>
            <a:custGeom>
              <a:avLst/>
              <a:gdLst/>
              <a:ahLst/>
              <a:cxnLst>
                <a:cxn ang="0">
                  <a:pos x="40" y="39"/>
                </a:cxn>
                <a:cxn ang="0">
                  <a:pos x="8" y="15"/>
                </a:cxn>
                <a:cxn ang="0">
                  <a:pos x="19" y="23"/>
                </a:cxn>
                <a:cxn ang="0">
                  <a:pos x="10" y="28"/>
                </a:cxn>
                <a:cxn ang="0">
                  <a:pos x="21" y="32"/>
                </a:cxn>
                <a:cxn ang="0">
                  <a:pos x="12" y="41"/>
                </a:cxn>
                <a:cxn ang="0">
                  <a:pos x="29" y="41"/>
                </a:cxn>
                <a:cxn ang="0">
                  <a:pos x="32" y="44"/>
                </a:cxn>
                <a:cxn ang="0">
                  <a:pos x="40" y="39"/>
                </a:cxn>
              </a:cxnLst>
              <a:rect l="0" t="0" r="r" b="b"/>
              <a:pathLst>
                <a:path w="44" h="46">
                  <a:moveTo>
                    <a:pt x="40" y="39"/>
                  </a:moveTo>
                  <a:cubicBezTo>
                    <a:pt x="40" y="39"/>
                    <a:pt x="44" y="0"/>
                    <a:pt x="8" y="15"/>
                  </a:cubicBezTo>
                  <a:cubicBezTo>
                    <a:pt x="8" y="15"/>
                    <a:pt x="0" y="23"/>
                    <a:pt x="19" y="23"/>
                  </a:cubicBezTo>
                  <a:cubicBezTo>
                    <a:pt x="19" y="23"/>
                    <a:pt x="11" y="26"/>
                    <a:pt x="10" y="28"/>
                  </a:cubicBezTo>
                  <a:cubicBezTo>
                    <a:pt x="9" y="28"/>
                    <a:pt x="4" y="36"/>
                    <a:pt x="21" y="32"/>
                  </a:cubicBezTo>
                  <a:cubicBezTo>
                    <a:pt x="21" y="32"/>
                    <a:pt x="10" y="36"/>
                    <a:pt x="12" y="41"/>
                  </a:cubicBezTo>
                  <a:cubicBezTo>
                    <a:pt x="12" y="41"/>
                    <a:pt x="15" y="46"/>
                    <a:pt x="29" y="41"/>
                  </a:cubicBezTo>
                  <a:cubicBezTo>
                    <a:pt x="32" y="44"/>
                    <a:pt x="32" y="44"/>
                    <a:pt x="32" y="44"/>
                  </a:cubicBezTo>
                  <a:lnTo>
                    <a:pt x="40" y="39"/>
                  </a:lnTo>
                  <a:close/>
                </a:path>
              </a:pathLst>
            </a:custGeom>
            <a:solidFill>
              <a:srgbClr val="F7F8F8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ïṩļiḍè">
              <a:extLst>
                <a:ext uri="{FF2B5EF4-FFF2-40B4-BE49-F238E27FC236}">
                  <a16:creationId xmlns:a16="http://schemas.microsoft.com/office/drawing/2014/main" id="{928884DC-3755-4F52-9B13-CE3547E2BA8B}"/>
                </a:ext>
              </a:extLst>
            </p:cNvPr>
            <p:cNvSpPr/>
            <p:nvPr/>
          </p:nvSpPr>
          <p:spPr bwMode="auto">
            <a:xfrm>
              <a:off x="24576088" y="8651876"/>
              <a:ext cx="10093325" cy="7739063"/>
            </a:xfrm>
            <a:custGeom>
              <a:avLst/>
              <a:gdLst/>
              <a:ahLst/>
              <a:cxnLst>
                <a:cxn ang="0">
                  <a:pos x="69" y="10"/>
                </a:cxn>
                <a:cxn ang="0">
                  <a:pos x="48" y="6"/>
                </a:cxn>
                <a:cxn ang="0">
                  <a:pos x="29" y="10"/>
                </a:cxn>
                <a:cxn ang="0">
                  <a:pos x="18" y="38"/>
                </a:cxn>
                <a:cxn ang="0">
                  <a:pos x="18" y="39"/>
                </a:cxn>
                <a:cxn ang="0">
                  <a:pos x="22" y="48"/>
                </a:cxn>
                <a:cxn ang="0">
                  <a:pos x="25" y="52"/>
                </a:cxn>
                <a:cxn ang="0">
                  <a:pos x="29" y="64"/>
                </a:cxn>
                <a:cxn ang="0">
                  <a:pos x="29" y="64"/>
                </a:cxn>
                <a:cxn ang="0">
                  <a:pos x="34" y="52"/>
                </a:cxn>
                <a:cxn ang="0">
                  <a:pos x="42" y="45"/>
                </a:cxn>
                <a:cxn ang="0">
                  <a:pos x="42" y="45"/>
                </a:cxn>
                <a:cxn ang="0">
                  <a:pos x="62" y="47"/>
                </a:cxn>
                <a:cxn ang="0">
                  <a:pos x="69" y="10"/>
                </a:cxn>
              </a:cxnLst>
              <a:rect l="0" t="0" r="r" b="b"/>
              <a:pathLst>
                <a:path w="90" h="69">
                  <a:moveTo>
                    <a:pt x="69" y="10"/>
                  </a:moveTo>
                  <a:cubicBezTo>
                    <a:pt x="69" y="10"/>
                    <a:pt x="60" y="0"/>
                    <a:pt x="48" y="6"/>
                  </a:cubicBezTo>
                  <a:cubicBezTo>
                    <a:pt x="48" y="6"/>
                    <a:pt x="33" y="0"/>
                    <a:pt x="29" y="10"/>
                  </a:cubicBezTo>
                  <a:cubicBezTo>
                    <a:pt x="29" y="10"/>
                    <a:pt x="0" y="27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40"/>
                    <a:pt x="17" y="46"/>
                    <a:pt x="22" y="48"/>
                  </a:cubicBezTo>
                  <a:cubicBezTo>
                    <a:pt x="24" y="50"/>
                    <a:pt x="25" y="52"/>
                    <a:pt x="25" y="52"/>
                  </a:cubicBezTo>
                  <a:cubicBezTo>
                    <a:pt x="20" y="69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1" y="64"/>
                    <a:pt x="34" y="52"/>
                    <a:pt x="34" y="52"/>
                  </a:cubicBezTo>
                  <a:cubicBezTo>
                    <a:pt x="38" y="51"/>
                    <a:pt x="41" y="48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2" y="45"/>
                    <a:pt x="48" y="55"/>
                    <a:pt x="62" y="47"/>
                  </a:cubicBezTo>
                  <a:cubicBezTo>
                    <a:pt x="75" y="38"/>
                    <a:pt x="90" y="30"/>
                    <a:pt x="69" y="10"/>
                  </a:cubicBezTo>
                  <a:close/>
                </a:path>
              </a:pathLst>
            </a:custGeom>
            <a:solidFill>
              <a:srgbClr val="EC707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şḻiďê">
              <a:extLst>
                <a:ext uri="{FF2B5EF4-FFF2-40B4-BE49-F238E27FC236}">
                  <a16:creationId xmlns:a16="http://schemas.microsoft.com/office/drawing/2014/main" id="{5D2250D4-9156-485C-9E71-BF763486B8DB}"/>
                </a:ext>
              </a:extLst>
            </p:cNvPr>
            <p:cNvSpPr/>
            <p:nvPr/>
          </p:nvSpPr>
          <p:spPr bwMode="auto">
            <a:xfrm>
              <a:off x="25698451" y="8877301"/>
              <a:ext cx="7961313" cy="7177088"/>
            </a:xfrm>
            <a:custGeom>
              <a:avLst/>
              <a:gdLst/>
              <a:ahLst/>
              <a:cxnLst>
                <a:cxn ang="0">
                  <a:pos x="69" y="18"/>
                </a:cxn>
                <a:cxn ang="0">
                  <a:pos x="45" y="0"/>
                </a:cxn>
                <a:cxn ang="0">
                  <a:pos x="29" y="0"/>
                </a:cxn>
                <a:cxn ang="0">
                  <a:pos x="0" y="27"/>
                </a:cxn>
                <a:cxn ang="0">
                  <a:pos x="8" y="45"/>
                </a:cxn>
                <a:cxn ang="0">
                  <a:pos x="13" y="50"/>
                </a:cxn>
                <a:cxn ang="0">
                  <a:pos x="17" y="64"/>
                </a:cxn>
                <a:cxn ang="0">
                  <a:pos x="20" y="64"/>
                </a:cxn>
                <a:cxn ang="0">
                  <a:pos x="32" y="46"/>
                </a:cxn>
                <a:cxn ang="0">
                  <a:pos x="53" y="46"/>
                </a:cxn>
                <a:cxn ang="0">
                  <a:pos x="71" y="27"/>
                </a:cxn>
                <a:cxn ang="0">
                  <a:pos x="24" y="49"/>
                </a:cxn>
                <a:cxn ang="0">
                  <a:pos x="18" y="61"/>
                </a:cxn>
                <a:cxn ang="0">
                  <a:pos x="17" y="61"/>
                </a:cxn>
                <a:cxn ang="0">
                  <a:pos x="17" y="50"/>
                </a:cxn>
                <a:cxn ang="0">
                  <a:pos x="16" y="48"/>
                </a:cxn>
                <a:cxn ang="0">
                  <a:pos x="29" y="45"/>
                </a:cxn>
                <a:cxn ang="0">
                  <a:pos x="53" y="42"/>
                </a:cxn>
                <a:cxn ang="0">
                  <a:pos x="51" y="43"/>
                </a:cxn>
                <a:cxn ang="0">
                  <a:pos x="50" y="31"/>
                </a:cxn>
                <a:cxn ang="0">
                  <a:pos x="59" y="27"/>
                </a:cxn>
                <a:cxn ang="0">
                  <a:pos x="44" y="27"/>
                </a:cxn>
                <a:cxn ang="0">
                  <a:pos x="41" y="28"/>
                </a:cxn>
                <a:cxn ang="0">
                  <a:pos x="48" y="45"/>
                </a:cxn>
                <a:cxn ang="0">
                  <a:pos x="33" y="42"/>
                </a:cxn>
                <a:cxn ang="0">
                  <a:pos x="29" y="41"/>
                </a:cxn>
                <a:cxn ang="0">
                  <a:pos x="39" y="38"/>
                </a:cxn>
                <a:cxn ang="0">
                  <a:pos x="41" y="35"/>
                </a:cxn>
                <a:cxn ang="0">
                  <a:pos x="34" y="29"/>
                </a:cxn>
                <a:cxn ang="0">
                  <a:pos x="42" y="21"/>
                </a:cxn>
                <a:cxn ang="0">
                  <a:pos x="30" y="28"/>
                </a:cxn>
                <a:cxn ang="0">
                  <a:pos x="30" y="35"/>
                </a:cxn>
                <a:cxn ang="0">
                  <a:pos x="11" y="43"/>
                </a:cxn>
                <a:cxn ang="0">
                  <a:pos x="22" y="32"/>
                </a:cxn>
                <a:cxn ang="0">
                  <a:pos x="23" y="30"/>
                </a:cxn>
                <a:cxn ang="0">
                  <a:pos x="29" y="21"/>
                </a:cxn>
                <a:cxn ang="0">
                  <a:pos x="28" y="13"/>
                </a:cxn>
                <a:cxn ang="0">
                  <a:pos x="19" y="13"/>
                </a:cxn>
                <a:cxn ang="0">
                  <a:pos x="25" y="16"/>
                </a:cxn>
                <a:cxn ang="0">
                  <a:pos x="22" y="21"/>
                </a:cxn>
                <a:cxn ang="0">
                  <a:pos x="8" y="23"/>
                </a:cxn>
                <a:cxn ang="0">
                  <a:pos x="9" y="26"/>
                </a:cxn>
                <a:cxn ang="0">
                  <a:pos x="20" y="23"/>
                </a:cxn>
                <a:cxn ang="0">
                  <a:pos x="20" y="29"/>
                </a:cxn>
                <a:cxn ang="0">
                  <a:pos x="4" y="27"/>
                </a:cxn>
                <a:cxn ang="0">
                  <a:pos x="21" y="8"/>
                </a:cxn>
                <a:cxn ang="0">
                  <a:pos x="37" y="16"/>
                </a:cxn>
                <a:cxn ang="0">
                  <a:pos x="39" y="17"/>
                </a:cxn>
                <a:cxn ang="0">
                  <a:pos x="25" y="4"/>
                </a:cxn>
                <a:cxn ang="0">
                  <a:pos x="37" y="5"/>
                </a:cxn>
                <a:cxn ang="0">
                  <a:pos x="45" y="4"/>
                </a:cxn>
                <a:cxn ang="0">
                  <a:pos x="45" y="9"/>
                </a:cxn>
                <a:cxn ang="0">
                  <a:pos x="45" y="15"/>
                </a:cxn>
                <a:cxn ang="0">
                  <a:pos x="47" y="13"/>
                </a:cxn>
                <a:cxn ang="0">
                  <a:pos x="56" y="8"/>
                </a:cxn>
                <a:cxn ang="0">
                  <a:pos x="63" y="15"/>
                </a:cxn>
                <a:cxn ang="0">
                  <a:pos x="48" y="16"/>
                </a:cxn>
                <a:cxn ang="0">
                  <a:pos x="48" y="20"/>
                </a:cxn>
                <a:cxn ang="0">
                  <a:pos x="51" y="22"/>
                </a:cxn>
                <a:cxn ang="0">
                  <a:pos x="52" y="24"/>
                </a:cxn>
                <a:cxn ang="0">
                  <a:pos x="54" y="20"/>
                </a:cxn>
                <a:cxn ang="0">
                  <a:pos x="68" y="27"/>
                </a:cxn>
              </a:cxnLst>
              <a:rect l="0" t="0" r="r" b="b"/>
              <a:pathLst>
                <a:path w="71" h="64">
                  <a:moveTo>
                    <a:pt x="69" y="18"/>
                  </a:moveTo>
                  <a:cubicBezTo>
                    <a:pt x="69" y="18"/>
                    <a:pt x="69" y="18"/>
                    <a:pt x="69" y="18"/>
                  </a:cubicBezTo>
                  <a:cubicBezTo>
                    <a:pt x="67" y="15"/>
                    <a:pt x="64" y="11"/>
                    <a:pt x="60" y="7"/>
                  </a:cubicBezTo>
                  <a:cubicBezTo>
                    <a:pt x="60" y="7"/>
                    <a:pt x="54" y="0"/>
                    <a:pt x="45" y="0"/>
                  </a:cubicBezTo>
                  <a:cubicBezTo>
                    <a:pt x="43" y="0"/>
                    <a:pt x="40" y="1"/>
                    <a:pt x="38" y="2"/>
                  </a:cubicBezTo>
                  <a:cubicBezTo>
                    <a:pt x="36" y="1"/>
                    <a:pt x="32" y="0"/>
                    <a:pt x="29" y="0"/>
                  </a:cubicBezTo>
                  <a:cubicBezTo>
                    <a:pt x="23" y="0"/>
                    <a:pt x="20" y="2"/>
                    <a:pt x="18" y="6"/>
                  </a:cubicBezTo>
                  <a:cubicBezTo>
                    <a:pt x="15" y="8"/>
                    <a:pt x="1" y="18"/>
                    <a:pt x="0" y="27"/>
                  </a:cubicBezTo>
                  <a:cubicBezTo>
                    <a:pt x="0" y="31"/>
                    <a:pt x="2" y="34"/>
                    <a:pt x="6" y="37"/>
                  </a:cubicBezTo>
                  <a:cubicBezTo>
                    <a:pt x="6" y="39"/>
                    <a:pt x="6" y="42"/>
                    <a:pt x="8" y="45"/>
                  </a:cubicBezTo>
                  <a:cubicBezTo>
                    <a:pt x="9" y="46"/>
                    <a:pt x="10" y="46"/>
                    <a:pt x="11" y="47"/>
                  </a:cubicBezTo>
                  <a:cubicBezTo>
                    <a:pt x="12" y="48"/>
                    <a:pt x="13" y="49"/>
                    <a:pt x="13" y="50"/>
                  </a:cubicBezTo>
                  <a:cubicBezTo>
                    <a:pt x="12" y="57"/>
                    <a:pt x="12" y="61"/>
                    <a:pt x="13" y="63"/>
                  </a:cubicBezTo>
                  <a:cubicBezTo>
                    <a:pt x="14" y="64"/>
                    <a:pt x="15" y="64"/>
                    <a:pt x="17" y="64"/>
                  </a:cubicBezTo>
                  <a:cubicBezTo>
                    <a:pt x="18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3"/>
                    <a:pt x="22" y="63"/>
                    <a:pt x="26" y="52"/>
                  </a:cubicBezTo>
                  <a:cubicBezTo>
                    <a:pt x="29" y="50"/>
                    <a:pt x="31" y="48"/>
                    <a:pt x="32" y="46"/>
                  </a:cubicBezTo>
                  <a:cubicBezTo>
                    <a:pt x="34" y="48"/>
                    <a:pt x="37" y="50"/>
                    <a:pt x="42" y="50"/>
                  </a:cubicBezTo>
                  <a:cubicBezTo>
                    <a:pt x="45" y="50"/>
                    <a:pt x="49" y="49"/>
                    <a:pt x="53" y="46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63" y="40"/>
                    <a:pt x="70" y="35"/>
                    <a:pt x="71" y="27"/>
                  </a:cubicBezTo>
                  <a:cubicBezTo>
                    <a:pt x="71" y="24"/>
                    <a:pt x="71" y="21"/>
                    <a:pt x="69" y="18"/>
                  </a:cubicBezTo>
                  <a:close/>
                  <a:moveTo>
                    <a:pt x="24" y="49"/>
                  </a:moveTo>
                  <a:cubicBezTo>
                    <a:pt x="23" y="49"/>
                    <a:pt x="23" y="49"/>
                    <a:pt x="23" y="50"/>
                  </a:cubicBezTo>
                  <a:cubicBezTo>
                    <a:pt x="21" y="54"/>
                    <a:pt x="19" y="59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7" y="61"/>
                    <a:pt x="17" y="61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60"/>
                    <a:pt x="15" y="58"/>
                    <a:pt x="17" y="50"/>
                  </a:cubicBezTo>
                  <a:cubicBezTo>
                    <a:pt x="17" y="50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9" y="48"/>
                    <a:pt x="23" y="47"/>
                    <a:pt x="27" y="45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8" y="46"/>
                    <a:pt x="26" y="48"/>
                    <a:pt x="24" y="49"/>
                  </a:cubicBezTo>
                  <a:close/>
                  <a:moveTo>
                    <a:pt x="53" y="42"/>
                  </a:moveTo>
                  <a:cubicBezTo>
                    <a:pt x="51" y="43"/>
                    <a:pt x="51" y="43"/>
                    <a:pt x="51" y="43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1" y="43"/>
                    <a:pt x="46" y="36"/>
                    <a:pt x="49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2" y="31"/>
                    <a:pt x="54" y="30"/>
                    <a:pt x="58" y="29"/>
                  </a:cubicBezTo>
                  <a:cubicBezTo>
                    <a:pt x="59" y="29"/>
                    <a:pt x="59" y="28"/>
                    <a:pt x="59" y="27"/>
                  </a:cubicBezTo>
                  <a:cubicBezTo>
                    <a:pt x="58" y="26"/>
                    <a:pt x="57" y="26"/>
                    <a:pt x="56" y="26"/>
                  </a:cubicBezTo>
                  <a:cubicBezTo>
                    <a:pt x="46" y="30"/>
                    <a:pt x="44" y="27"/>
                    <a:pt x="44" y="27"/>
                  </a:cubicBezTo>
                  <a:cubicBezTo>
                    <a:pt x="43" y="26"/>
                    <a:pt x="42" y="26"/>
                    <a:pt x="41" y="26"/>
                  </a:cubicBezTo>
                  <a:cubicBezTo>
                    <a:pt x="41" y="26"/>
                    <a:pt x="40" y="27"/>
                    <a:pt x="41" y="28"/>
                  </a:cubicBezTo>
                  <a:cubicBezTo>
                    <a:pt x="41" y="28"/>
                    <a:pt x="42" y="31"/>
                    <a:pt x="46" y="31"/>
                  </a:cubicBezTo>
                  <a:cubicBezTo>
                    <a:pt x="43" y="37"/>
                    <a:pt x="47" y="43"/>
                    <a:pt x="48" y="45"/>
                  </a:cubicBezTo>
                  <a:cubicBezTo>
                    <a:pt x="46" y="46"/>
                    <a:pt x="44" y="46"/>
                    <a:pt x="42" y="46"/>
                  </a:cubicBezTo>
                  <a:cubicBezTo>
                    <a:pt x="36" y="46"/>
                    <a:pt x="34" y="42"/>
                    <a:pt x="33" y="42"/>
                  </a:cubicBezTo>
                  <a:cubicBezTo>
                    <a:pt x="33" y="42"/>
                    <a:pt x="33" y="41"/>
                    <a:pt x="32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1" y="39"/>
                    <a:pt x="32" y="38"/>
                  </a:cubicBezTo>
                  <a:cubicBezTo>
                    <a:pt x="35" y="37"/>
                    <a:pt x="39" y="38"/>
                    <a:pt x="39" y="38"/>
                  </a:cubicBezTo>
                  <a:cubicBezTo>
                    <a:pt x="40" y="39"/>
                    <a:pt x="41" y="38"/>
                    <a:pt x="42" y="37"/>
                  </a:cubicBezTo>
                  <a:cubicBezTo>
                    <a:pt x="42" y="37"/>
                    <a:pt x="42" y="36"/>
                    <a:pt x="41" y="35"/>
                  </a:cubicBezTo>
                  <a:cubicBezTo>
                    <a:pt x="41" y="35"/>
                    <a:pt x="38" y="34"/>
                    <a:pt x="34" y="34"/>
                  </a:cubicBezTo>
                  <a:cubicBezTo>
                    <a:pt x="34" y="33"/>
                    <a:pt x="33" y="31"/>
                    <a:pt x="34" y="29"/>
                  </a:cubicBezTo>
                  <a:cubicBezTo>
                    <a:pt x="34" y="25"/>
                    <a:pt x="36" y="23"/>
                    <a:pt x="40" y="23"/>
                  </a:cubicBezTo>
                  <a:cubicBezTo>
                    <a:pt x="41" y="23"/>
                    <a:pt x="42" y="22"/>
                    <a:pt x="42" y="21"/>
                  </a:cubicBezTo>
                  <a:cubicBezTo>
                    <a:pt x="41" y="20"/>
                    <a:pt x="41" y="20"/>
                    <a:pt x="40" y="20"/>
                  </a:cubicBezTo>
                  <a:cubicBezTo>
                    <a:pt x="34" y="20"/>
                    <a:pt x="31" y="23"/>
                    <a:pt x="30" y="28"/>
                  </a:cubicBezTo>
                  <a:cubicBezTo>
                    <a:pt x="30" y="31"/>
                    <a:pt x="30" y="34"/>
                    <a:pt x="3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8" y="37"/>
                    <a:pt x="26" y="39"/>
                    <a:pt x="25" y="42"/>
                  </a:cubicBezTo>
                  <a:cubicBezTo>
                    <a:pt x="18" y="45"/>
                    <a:pt x="13" y="45"/>
                    <a:pt x="11" y="43"/>
                  </a:cubicBezTo>
                  <a:cubicBezTo>
                    <a:pt x="9" y="41"/>
                    <a:pt x="9" y="38"/>
                    <a:pt x="9" y="37"/>
                  </a:cubicBezTo>
                  <a:cubicBezTo>
                    <a:pt x="11" y="36"/>
                    <a:pt x="15" y="33"/>
                    <a:pt x="22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4" y="31"/>
                    <a:pt x="24" y="30"/>
                    <a:pt x="23" y="30"/>
                  </a:cubicBezTo>
                  <a:cubicBezTo>
                    <a:pt x="23" y="30"/>
                    <a:pt x="23" y="27"/>
                    <a:pt x="24" y="24"/>
                  </a:cubicBezTo>
                  <a:cubicBezTo>
                    <a:pt x="25" y="23"/>
                    <a:pt x="26" y="21"/>
                    <a:pt x="29" y="21"/>
                  </a:cubicBezTo>
                  <a:cubicBezTo>
                    <a:pt x="29" y="21"/>
                    <a:pt x="30" y="20"/>
                    <a:pt x="30" y="19"/>
                  </a:cubicBezTo>
                  <a:cubicBezTo>
                    <a:pt x="30" y="19"/>
                    <a:pt x="30" y="15"/>
                    <a:pt x="28" y="13"/>
                  </a:cubicBezTo>
                  <a:cubicBezTo>
                    <a:pt x="26" y="12"/>
                    <a:pt x="24" y="11"/>
                    <a:pt x="21" y="11"/>
                  </a:cubicBezTo>
                  <a:cubicBezTo>
                    <a:pt x="20" y="12"/>
                    <a:pt x="19" y="12"/>
                    <a:pt x="19" y="13"/>
                  </a:cubicBezTo>
                  <a:cubicBezTo>
                    <a:pt x="20" y="14"/>
                    <a:pt x="20" y="15"/>
                    <a:pt x="21" y="15"/>
                  </a:cubicBezTo>
                  <a:cubicBezTo>
                    <a:pt x="23" y="15"/>
                    <a:pt x="24" y="15"/>
                    <a:pt x="25" y="16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5" y="19"/>
                    <a:pt x="23" y="19"/>
                    <a:pt x="22" y="21"/>
                  </a:cubicBezTo>
                  <a:cubicBezTo>
                    <a:pt x="22" y="20"/>
                    <a:pt x="22" y="20"/>
                    <a:pt x="21" y="20"/>
                  </a:cubicBezTo>
                  <a:cubicBezTo>
                    <a:pt x="17" y="19"/>
                    <a:pt x="9" y="22"/>
                    <a:pt x="8" y="23"/>
                  </a:cubicBezTo>
                  <a:cubicBezTo>
                    <a:pt x="7" y="23"/>
                    <a:pt x="7" y="24"/>
                    <a:pt x="8" y="25"/>
                  </a:cubicBezTo>
                  <a:cubicBezTo>
                    <a:pt x="8" y="26"/>
                    <a:pt x="8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3" y="24"/>
                    <a:pt x="18" y="23"/>
                    <a:pt x="20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0" y="25"/>
                    <a:pt x="20" y="28"/>
                    <a:pt x="20" y="29"/>
                  </a:cubicBezTo>
                  <a:cubicBezTo>
                    <a:pt x="14" y="30"/>
                    <a:pt x="10" y="33"/>
                    <a:pt x="8" y="34"/>
                  </a:cubicBezTo>
                  <a:cubicBezTo>
                    <a:pt x="5" y="32"/>
                    <a:pt x="4" y="30"/>
                    <a:pt x="4" y="27"/>
                  </a:cubicBezTo>
                  <a:cubicBezTo>
                    <a:pt x="4" y="20"/>
                    <a:pt x="16" y="12"/>
                    <a:pt x="20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6" y="8"/>
                    <a:pt x="35" y="10"/>
                    <a:pt x="37" y="16"/>
                  </a:cubicBezTo>
                  <a:cubicBezTo>
                    <a:pt x="37" y="16"/>
                    <a:pt x="38" y="17"/>
                    <a:pt x="39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0" y="16"/>
                    <a:pt x="41" y="15"/>
                    <a:pt x="40" y="14"/>
                  </a:cubicBezTo>
                  <a:cubicBezTo>
                    <a:pt x="38" y="8"/>
                    <a:pt x="30" y="5"/>
                    <a:pt x="25" y="4"/>
                  </a:cubicBezTo>
                  <a:cubicBezTo>
                    <a:pt x="26" y="4"/>
                    <a:pt x="27" y="4"/>
                    <a:pt x="29" y="4"/>
                  </a:cubicBezTo>
                  <a:cubicBezTo>
                    <a:pt x="33" y="4"/>
                    <a:pt x="37" y="5"/>
                    <a:pt x="37" y="5"/>
                  </a:cubicBezTo>
                  <a:cubicBezTo>
                    <a:pt x="37" y="5"/>
                    <a:pt x="38" y="5"/>
                    <a:pt x="38" y="5"/>
                  </a:cubicBezTo>
                  <a:cubicBezTo>
                    <a:pt x="41" y="4"/>
                    <a:pt x="43" y="4"/>
                    <a:pt x="45" y="4"/>
                  </a:cubicBezTo>
                  <a:cubicBezTo>
                    <a:pt x="48" y="4"/>
                    <a:pt x="50" y="4"/>
                    <a:pt x="52" y="5"/>
                  </a:cubicBezTo>
                  <a:cubicBezTo>
                    <a:pt x="49" y="6"/>
                    <a:pt x="46" y="7"/>
                    <a:pt x="45" y="9"/>
                  </a:cubicBezTo>
                  <a:cubicBezTo>
                    <a:pt x="44" y="10"/>
                    <a:pt x="43" y="12"/>
                    <a:pt x="44" y="14"/>
                  </a:cubicBezTo>
                  <a:cubicBezTo>
                    <a:pt x="44" y="14"/>
                    <a:pt x="45" y="15"/>
                    <a:pt x="45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7" y="15"/>
                    <a:pt x="47" y="14"/>
                    <a:pt x="47" y="13"/>
                  </a:cubicBezTo>
                  <a:cubicBezTo>
                    <a:pt x="47" y="12"/>
                    <a:pt x="47" y="11"/>
                    <a:pt x="47" y="11"/>
                  </a:cubicBezTo>
                  <a:cubicBezTo>
                    <a:pt x="49" y="9"/>
                    <a:pt x="53" y="8"/>
                    <a:pt x="56" y="8"/>
                  </a:cubicBezTo>
                  <a:cubicBezTo>
                    <a:pt x="57" y="9"/>
                    <a:pt x="57" y="10"/>
                    <a:pt x="57" y="10"/>
                  </a:cubicBezTo>
                  <a:cubicBezTo>
                    <a:pt x="59" y="12"/>
                    <a:pt x="61" y="13"/>
                    <a:pt x="63" y="15"/>
                  </a:cubicBezTo>
                  <a:cubicBezTo>
                    <a:pt x="58" y="15"/>
                    <a:pt x="53" y="17"/>
                    <a:pt x="52" y="18"/>
                  </a:cubicBezTo>
                  <a:cubicBezTo>
                    <a:pt x="50" y="17"/>
                    <a:pt x="49" y="16"/>
                    <a:pt x="48" y="16"/>
                  </a:cubicBezTo>
                  <a:cubicBezTo>
                    <a:pt x="47" y="16"/>
                    <a:pt x="47" y="17"/>
                    <a:pt x="46" y="18"/>
                  </a:cubicBezTo>
                  <a:cubicBezTo>
                    <a:pt x="46" y="19"/>
                    <a:pt x="47" y="20"/>
                    <a:pt x="48" y="20"/>
                  </a:cubicBezTo>
                  <a:cubicBezTo>
                    <a:pt x="48" y="20"/>
                    <a:pt x="50" y="20"/>
                    <a:pt x="50" y="21"/>
                  </a:cubicBezTo>
                  <a:cubicBezTo>
                    <a:pt x="50" y="21"/>
                    <a:pt x="51" y="22"/>
                    <a:pt x="51" y="22"/>
                  </a:cubicBezTo>
                  <a:cubicBezTo>
                    <a:pt x="50" y="23"/>
                    <a:pt x="51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3" y="24"/>
                    <a:pt x="54" y="24"/>
                    <a:pt x="54" y="23"/>
                  </a:cubicBezTo>
                  <a:cubicBezTo>
                    <a:pt x="54" y="22"/>
                    <a:pt x="54" y="21"/>
                    <a:pt x="54" y="20"/>
                  </a:cubicBezTo>
                  <a:cubicBezTo>
                    <a:pt x="56" y="19"/>
                    <a:pt x="62" y="17"/>
                    <a:pt x="66" y="20"/>
                  </a:cubicBezTo>
                  <a:cubicBezTo>
                    <a:pt x="67" y="22"/>
                    <a:pt x="68" y="25"/>
                    <a:pt x="68" y="27"/>
                  </a:cubicBezTo>
                  <a:cubicBezTo>
                    <a:pt x="67" y="33"/>
                    <a:pt x="60" y="37"/>
                    <a:pt x="53" y="42"/>
                  </a:cubicBezTo>
                  <a:close/>
                </a:path>
              </a:pathLst>
            </a:custGeom>
            <a:solidFill>
              <a:srgbClr val="E60012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îŝlíďé">
              <a:extLst>
                <a:ext uri="{FF2B5EF4-FFF2-40B4-BE49-F238E27FC236}">
                  <a16:creationId xmlns:a16="http://schemas.microsoft.com/office/drawing/2014/main" id="{76749B04-9452-4C97-81D1-4FD55E56AD52}"/>
                </a:ext>
              </a:extLst>
            </p:cNvPr>
            <p:cNvSpPr/>
            <p:nvPr/>
          </p:nvSpPr>
          <p:spPr bwMode="auto">
            <a:xfrm>
              <a:off x="25249188" y="5511801"/>
              <a:ext cx="2579688" cy="561975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19" y="3"/>
                </a:cxn>
                <a:cxn ang="0">
                  <a:pos x="11" y="2"/>
                </a:cxn>
                <a:cxn ang="0">
                  <a:pos x="9" y="2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1" y="4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5" y="1"/>
                </a:cxn>
                <a:cxn ang="0">
                  <a:pos x="7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9" y="2"/>
                </a:cxn>
                <a:cxn ang="0">
                  <a:pos x="23" y="4"/>
                </a:cxn>
              </a:cxnLst>
              <a:rect l="0" t="0" r="r" b="b"/>
              <a:pathLst>
                <a:path w="23" h="5">
                  <a:moveTo>
                    <a:pt x="23" y="4"/>
                  </a:moveTo>
                  <a:cubicBezTo>
                    <a:pt x="23" y="4"/>
                    <a:pt x="21" y="4"/>
                    <a:pt x="19" y="3"/>
                  </a:cubicBezTo>
                  <a:cubicBezTo>
                    <a:pt x="17" y="3"/>
                    <a:pt x="14" y="2"/>
                    <a:pt x="11" y="2"/>
                  </a:cubicBezTo>
                  <a:cubicBezTo>
                    <a:pt x="11" y="2"/>
                    <a:pt x="10" y="2"/>
                    <a:pt x="9" y="2"/>
                  </a:cubicBezTo>
                  <a:cubicBezTo>
                    <a:pt x="9" y="2"/>
                    <a:pt x="8" y="2"/>
                    <a:pt x="7" y="2"/>
                  </a:cubicBezTo>
                  <a:cubicBezTo>
                    <a:pt x="7" y="3"/>
                    <a:pt x="6" y="3"/>
                    <a:pt x="5" y="3"/>
                  </a:cubicBezTo>
                  <a:cubicBezTo>
                    <a:pt x="5" y="3"/>
                    <a:pt x="4" y="3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1" y="3"/>
                    <a:pt x="3" y="2"/>
                  </a:cubicBezTo>
                  <a:cubicBezTo>
                    <a:pt x="4" y="2"/>
                    <a:pt x="4" y="2"/>
                    <a:pt x="5" y="1"/>
                  </a:cubicBezTo>
                  <a:cubicBezTo>
                    <a:pt x="6" y="1"/>
                    <a:pt x="6" y="1"/>
                    <a:pt x="7" y="1"/>
                  </a:cubicBezTo>
                  <a:cubicBezTo>
                    <a:pt x="8" y="0"/>
                    <a:pt x="10" y="0"/>
                    <a:pt x="11" y="0"/>
                  </a:cubicBezTo>
                  <a:cubicBezTo>
                    <a:pt x="13" y="0"/>
                    <a:pt x="14" y="1"/>
                    <a:pt x="16" y="1"/>
                  </a:cubicBezTo>
                  <a:cubicBezTo>
                    <a:pt x="17" y="1"/>
                    <a:pt x="18" y="2"/>
                    <a:pt x="19" y="2"/>
                  </a:cubicBezTo>
                  <a:cubicBezTo>
                    <a:pt x="22" y="3"/>
                    <a:pt x="23" y="4"/>
                    <a:pt x="23" y="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ïṥḻíde">
              <a:extLst>
                <a:ext uri="{FF2B5EF4-FFF2-40B4-BE49-F238E27FC236}">
                  <a16:creationId xmlns:a16="http://schemas.microsoft.com/office/drawing/2014/main" id="{5B5659AE-7B2E-406B-9B73-A40BCAE83A66}"/>
                </a:ext>
              </a:extLst>
            </p:cNvPr>
            <p:cNvSpPr/>
            <p:nvPr/>
          </p:nvSpPr>
          <p:spPr bwMode="auto">
            <a:xfrm>
              <a:off x="25585738" y="4951413"/>
              <a:ext cx="1906588" cy="336550"/>
            </a:xfrm>
            <a:custGeom>
              <a:avLst/>
              <a:gdLst/>
              <a:ahLst/>
              <a:cxnLst>
                <a:cxn ang="0">
                  <a:pos x="17" y="3"/>
                </a:cxn>
                <a:cxn ang="0">
                  <a:pos x="16" y="3"/>
                </a:cxn>
                <a:cxn ang="0">
                  <a:pos x="14" y="2"/>
                </a:cxn>
                <a:cxn ang="0">
                  <a:pos x="12" y="2"/>
                </a:cxn>
                <a:cxn ang="0">
                  <a:pos x="10" y="2"/>
                </a:cxn>
                <a:cxn ang="0">
                  <a:pos x="9" y="2"/>
                </a:cxn>
                <a:cxn ang="0">
                  <a:pos x="6" y="2"/>
                </a:cxn>
                <a:cxn ang="0">
                  <a:pos x="3" y="2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7" y="0"/>
                </a:cxn>
                <a:cxn ang="0">
                  <a:pos x="9" y="0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7" y="3"/>
                </a:cxn>
              </a:cxnLst>
              <a:rect l="0" t="0" r="r" b="b"/>
              <a:pathLst>
                <a:path w="17" h="3">
                  <a:moveTo>
                    <a:pt x="17" y="3"/>
                  </a:moveTo>
                  <a:cubicBezTo>
                    <a:pt x="17" y="3"/>
                    <a:pt x="17" y="3"/>
                    <a:pt x="16" y="3"/>
                  </a:cubicBezTo>
                  <a:cubicBezTo>
                    <a:pt x="16" y="2"/>
                    <a:pt x="15" y="2"/>
                    <a:pt x="14" y="2"/>
                  </a:cubicBezTo>
                  <a:cubicBezTo>
                    <a:pt x="13" y="2"/>
                    <a:pt x="12" y="2"/>
                    <a:pt x="12" y="2"/>
                  </a:cubicBezTo>
                  <a:cubicBezTo>
                    <a:pt x="11" y="2"/>
                    <a:pt x="11" y="2"/>
                    <a:pt x="10" y="2"/>
                  </a:cubicBezTo>
                  <a:cubicBezTo>
                    <a:pt x="10" y="2"/>
                    <a:pt x="9" y="2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5" y="2"/>
                    <a:pt x="4" y="2"/>
                    <a:pt x="3" y="2"/>
                  </a:cubicBezTo>
                  <a:cubicBezTo>
                    <a:pt x="2" y="3"/>
                    <a:pt x="0" y="3"/>
                    <a:pt x="0" y="3"/>
                  </a:cubicBezTo>
                  <a:cubicBezTo>
                    <a:pt x="0" y="3"/>
                    <a:pt x="1" y="2"/>
                    <a:pt x="3" y="1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1" y="0"/>
                    <a:pt x="11" y="0"/>
                    <a:pt x="12" y="0"/>
                  </a:cubicBezTo>
                  <a:cubicBezTo>
                    <a:pt x="13" y="0"/>
                    <a:pt x="14" y="1"/>
                    <a:pt x="15" y="1"/>
                  </a:cubicBezTo>
                  <a:cubicBezTo>
                    <a:pt x="16" y="2"/>
                    <a:pt x="17" y="3"/>
                    <a:pt x="17" y="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ṡľîḓé">
              <a:extLst>
                <a:ext uri="{FF2B5EF4-FFF2-40B4-BE49-F238E27FC236}">
                  <a16:creationId xmlns:a16="http://schemas.microsoft.com/office/drawing/2014/main" id="{DABA6C8A-5E30-4298-97EB-260B6C25EA6B}"/>
                </a:ext>
              </a:extLst>
            </p:cNvPr>
            <p:cNvSpPr/>
            <p:nvPr/>
          </p:nvSpPr>
          <p:spPr bwMode="auto">
            <a:xfrm>
              <a:off x="34893251" y="14258926"/>
              <a:ext cx="673100" cy="2466975"/>
            </a:xfrm>
            <a:custGeom>
              <a:avLst/>
              <a:gdLst/>
              <a:ahLst/>
              <a:cxnLst>
                <a:cxn ang="0">
                  <a:pos x="4" y="22"/>
                </a:cxn>
                <a:cxn ang="0">
                  <a:pos x="4" y="18"/>
                </a:cxn>
                <a:cxn ang="0">
                  <a:pos x="4" y="10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4" y="4"/>
                </a:cxn>
                <a:cxn ang="0">
                  <a:pos x="5" y="6"/>
                </a:cxn>
                <a:cxn ang="0">
                  <a:pos x="6" y="10"/>
                </a:cxn>
                <a:cxn ang="0">
                  <a:pos x="6" y="15"/>
                </a:cxn>
                <a:cxn ang="0">
                  <a:pos x="6" y="18"/>
                </a:cxn>
                <a:cxn ang="0">
                  <a:pos x="4" y="22"/>
                </a:cxn>
              </a:cxnLst>
              <a:rect l="0" t="0" r="r" b="b"/>
              <a:pathLst>
                <a:path w="6" h="22">
                  <a:moveTo>
                    <a:pt x="4" y="22"/>
                  </a:moveTo>
                  <a:cubicBezTo>
                    <a:pt x="4" y="22"/>
                    <a:pt x="4" y="21"/>
                    <a:pt x="4" y="18"/>
                  </a:cubicBezTo>
                  <a:cubicBezTo>
                    <a:pt x="5" y="16"/>
                    <a:pt x="4" y="13"/>
                    <a:pt x="4" y="10"/>
                  </a:cubicBezTo>
                  <a:cubicBezTo>
                    <a:pt x="4" y="10"/>
                    <a:pt x="4" y="9"/>
                    <a:pt x="4" y="8"/>
                  </a:cubicBezTo>
                  <a:cubicBezTo>
                    <a:pt x="4" y="8"/>
                    <a:pt x="3" y="7"/>
                    <a:pt x="3" y="6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2"/>
                    <a:pt x="1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3" y="2"/>
                  </a:cubicBezTo>
                  <a:cubicBezTo>
                    <a:pt x="3" y="3"/>
                    <a:pt x="3" y="3"/>
                    <a:pt x="4" y="4"/>
                  </a:cubicBezTo>
                  <a:cubicBezTo>
                    <a:pt x="4" y="5"/>
                    <a:pt x="5" y="5"/>
                    <a:pt x="5" y="6"/>
                  </a:cubicBezTo>
                  <a:cubicBezTo>
                    <a:pt x="5" y="7"/>
                    <a:pt x="6" y="9"/>
                    <a:pt x="6" y="10"/>
                  </a:cubicBezTo>
                  <a:cubicBezTo>
                    <a:pt x="6" y="12"/>
                    <a:pt x="6" y="13"/>
                    <a:pt x="6" y="15"/>
                  </a:cubicBezTo>
                  <a:cubicBezTo>
                    <a:pt x="6" y="16"/>
                    <a:pt x="6" y="17"/>
                    <a:pt x="6" y="18"/>
                  </a:cubicBezTo>
                  <a:cubicBezTo>
                    <a:pt x="5" y="21"/>
                    <a:pt x="4" y="22"/>
                    <a:pt x="4" y="2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iş1íḍê">
              <a:extLst>
                <a:ext uri="{FF2B5EF4-FFF2-40B4-BE49-F238E27FC236}">
                  <a16:creationId xmlns:a16="http://schemas.microsoft.com/office/drawing/2014/main" id="{42D2266E-8361-4823-ACDE-8E71BB451970}"/>
                </a:ext>
              </a:extLst>
            </p:cNvPr>
            <p:cNvSpPr/>
            <p:nvPr/>
          </p:nvSpPr>
          <p:spPr bwMode="auto">
            <a:xfrm>
              <a:off x="35679063" y="14484351"/>
              <a:ext cx="560388" cy="1793875"/>
            </a:xfrm>
            <a:custGeom>
              <a:avLst/>
              <a:gdLst/>
              <a:ahLst/>
              <a:cxnLst>
                <a:cxn ang="0">
                  <a:pos x="3" y="16"/>
                </a:cxn>
                <a:cxn ang="0">
                  <a:pos x="3" y="15"/>
                </a:cxn>
                <a:cxn ang="0">
                  <a:pos x="3" y="13"/>
                </a:cxn>
                <a:cxn ang="0">
                  <a:pos x="3" y="11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2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4" y="4"/>
                </a:cxn>
                <a:cxn ang="0">
                  <a:pos x="4" y="6"/>
                </a:cxn>
                <a:cxn ang="0">
                  <a:pos x="5" y="7"/>
                </a:cxn>
                <a:cxn ang="0">
                  <a:pos x="5" y="9"/>
                </a:cxn>
                <a:cxn ang="0">
                  <a:pos x="5" y="11"/>
                </a:cxn>
                <a:cxn ang="0">
                  <a:pos x="4" y="13"/>
                </a:cxn>
                <a:cxn ang="0">
                  <a:pos x="3" y="16"/>
                </a:cxn>
              </a:cxnLst>
              <a:rect l="0" t="0" r="r" b="b"/>
              <a:pathLst>
                <a:path w="5" h="16">
                  <a:moveTo>
                    <a:pt x="3" y="16"/>
                  </a:moveTo>
                  <a:cubicBezTo>
                    <a:pt x="3" y="16"/>
                    <a:pt x="3" y="16"/>
                    <a:pt x="3" y="15"/>
                  </a:cubicBezTo>
                  <a:cubicBezTo>
                    <a:pt x="3" y="15"/>
                    <a:pt x="3" y="14"/>
                    <a:pt x="3" y="13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3" y="10"/>
                    <a:pt x="3" y="10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2" y="7"/>
                    <a:pt x="2" y="6"/>
                    <a:pt x="2" y="5"/>
                  </a:cubicBezTo>
                  <a:cubicBezTo>
                    <a:pt x="2" y="4"/>
                    <a:pt x="2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1" y="1"/>
                    <a:pt x="2" y="2"/>
                  </a:cubicBezTo>
                  <a:cubicBezTo>
                    <a:pt x="3" y="2"/>
                    <a:pt x="3" y="3"/>
                    <a:pt x="4" y="4"/>
                  </a:cubicBezTo>
                  <a:cubicBezTo>
                    <a:pt x="4" y="5"/>
                    <a:pt x="4" y="5"/>
                    <a:pt x="4" y="6"/>
                  </a:cubicBezTo>
                  <a:cubicBezTo>
                    <a:pt x="4" y="6"/>
                    <a:pt x="5" y="7"/>
                    <a:pt x="5" y="7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5" y="10"/>
                    <a:pt x="5" y="10"/>
                    <a:pt x="5" y="11"/>
                  </a:cubicBezTo>
                  <a:cubicBezTo>
                    <a:pt x="5" y="12"/>
                    <a:pt x="4" y="13"/>
                    <a:pt x="4" y="13"/>
                  </a:cubicBezTo>
                  <a:cubicBezTo>
                    <a:pt x="4" y="15"/>
                    <a:pt x="3" y="16"/>
                    <a:pt x="3" y="1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śḻidé">
              <a:extLst>
                <a:ext uri="{FF2B5EF4-FFF2-40B4-BE49-F238E27FC236}">
                  <a16:creationId xmlns:a16="http://schemas.microsoft.com/office/drawing/2014/main" id="{91ACB2AC-EA30-4C57-AFEA-EFBFA9421AEF}"/>
                </a:ext>
              </a:extLst>
            </p:cNvPr>
            <p:cNvSpPr/>
            <p:nvPr/>
          </p:nvSpPr>
          <p:spPr bwMode="auto">
            <a:xfrm>
              <a:off x="25922288" y="17399001"/>
              <a:ext cx="1009650" cy="3140075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1" y="24"/>
                </a:cxn>
                <a:cxn ang="0">
                  <a:pos x="3" y="14"/>
                </a:cxn>
                <a:cxn ang="0">
                  <a:pos x="7" y="4"/>
                </a:cxn>
                <a:cxn ang="0">
                  <a:pos x="9" y="0"/>
                </a:cxn>
                <a:cxn ang="0">
                  <a:pos x="8" y="5"/>
                </a:cxn>
                <a:cxn ang="0">
                  <a:pos x="5" y="15"/>
                </a:cxn>
                <a:cxn ang="0">
                  <a:pos x="2" y="24"/>
                </a:cxn>
                <a:cxn ang="0">
                  <a:pos x="0" y="28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0" y="28"/>
                    <a:pt x="0" y="27"/>
                    <a:pt x="1" y="24"/>
                  </a:cubicBezTo>
                  <a:cubicBezTo>
                    <a:pt x="1" y="21"/>
                    <a:pt x="2" y="18"/>
                    <a:pt x="3" y="14"/>
                  </a:cubicBezTo>
                  <a:cubicBezTo>
                    <a:pt x="4" y="10"/>
                    <a:pt x="6" y="7"/>
                    <a:pt x="7" y="4"/>
                  </a:cubicBezTo>
                  <a:cubicBezTo>
                    <a:pt x="8" y="2"/>
                    <a:pt x="9" y="0"/>
                    <a:pt x="9" y="0"/>
                  </a:cubicBezTo>
                  <a:cubicBezTo>
                    <a:pt x="9" y="0"/>
                    <a:pt x="8" y="2"/>
                    <a:pt x="8" y="5"/>
                  </a:cubicBezTo>
                  <a:cubicBezTo>
                    <a:pt x="7" y="7"/>
                    <a:pt x="6" y="11"/>
                    <a:pt x="5" y="15"/>
                  </a:cubicBezTo>
                  <a:cubicBezTo>
                    <a:pt x="4" y="18"/>
                    <a:pt x="3" y="22"/>
                    <a:pt x="2" y="24"/>
                  </a:cubicBezTo>
                  <a:cubicBezTo>
                    <a:pt x="1" y="27"/>
                    <a:pt x="0" y="28"/>
                    <a:pt x="0" y="28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líďe">
              <a:extLst>
                <a:ext uri="{FF2B5EF4-FFF2-40B4-BE49-F238E27FC236}">
                  <a16:creationId xmlns:a16="http://schemas.microsoft.com/office/drawing/2014/main" id="{40129EB1-1883-4636-98F3-7F84159B8E82}"/>
                </a:ext>
              </a:extLst>
            </p:cNvPr>
            <p:cNvSpPr/>
            <p:nvPr/>
          </p:nvSpPr>
          <p:spPr bwMode="auto">
            <a:xfrm>
              <a:off x="26258838" y="16390938"/>
              <a:ext cx="1906588" cy="5718175"/>
            </a:xfrm>
            <a:custGeom>
              <a:avLst/>
              <a:gdLst/>
              <a:ahLst/>
              <a:cxnLst>
                <a:cxn ang="0">
                  <a:pos x="0" y="51"/>
                </a:cxn>
                <a:cxn ang="0">
                  <a:pos x="2" y="43"/>
                </a:cxn>
                <a:cxn ang="0">
                  <a:pos x="8" y="25"/>
                </a:cxn>
                <a:cxn ang="0">
                  <a:pos x="14" y="8"/>
                </a:cxn>
                <a:cxn ang="0">
                  <a:pos x="17" y="0"/>
                </a:cxn>
                <a:cxn ang="0">
                  <a:pos x="15" y="8"/>
                </a:cxn>
                <a:cxn ang="0">
                  <a:pos x="10" y="26"/>
                </a:cxn>
                <a:cxn ang="0">
                  <a:pos x="3" y="43"/>
                </a:cxn>
                <a:cxn ang="0">
                  <a:pos x="0" y="51"/>
                </a:cxn>
              </a:cxnLst>
              <a:rect l="0" t="0" r="r" b="b"/>
              <a:pathLst>
                <a:path w="17" h="51">
                  <a:moveTo>
                    <a:pt x="0" y="51"/>
                  </a:moveTo>
                  <a:cubicBezTo>
                    <a:pt x="0" y="51"/>
                    <a:pt x="1" y="47"/>
                    <a:pt x="2" y="43"/>
                  </a:cubicBezTo>
                  <a:cubicBezTo>
                    <a:pt x="4" y="38"/>
                    <a:pt x="5" y="31"/>
                    <a:pt x="8" y="25"/>
                  </a:cubicBezTo>
                  <a:cubicBezTo>
                    <a:pt x="10" y="19"/>
                    <a:pt x="12" y="12"/>
                    <a:pt x="14" y="8"/>
                  </a:cubicBezTo>
                  <a:cubicBezTo>
                    <a:pt x="16" y="3"/>
                    <a:pt x="17" y="0"/>
                    <a:pt x="17" y="0"/>
                  </a:cubicBezTo>
                  <a:cubicBezTo>
                    <a:pt x="17" y="0"/>
                    <a:pt x="16" y="3"/>
                    <a:pt x="15" y="8"/>
                  </a:cubicBezTo>
                  <a:cubicBezTo>
                    <a:pt x="14" y="13"/>
                    <a:pt x="12" y="19"/>
                    <a:pt x="10" y="26"/>
                  </a:cubicBezTo>
                  <a:cubicBezTo>
                    <a:pt x="7" y="32"/>
                    <a:pt x="5" y="38"/>
                    <a:pt x="3" y="43"/>
                  </a:cubicBezTo>
                  <a:cubicBezTo>
                    <a:pt x="1" y="48"/>
                    <a:pt x="0" y="51"/>
                    <a:pt x="0" y="5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iṧľïḓé">
              <a:extLst>
                <a:ext uri="{FF2B5EF4-FFF2-40B4-BE49-F238E27FC236}">
                  <a16:creationId xmlns:a16="http://schemas.microsoft.com/office/drawing/2014/main" id="{BD67DAAE-B9F8-4D4E-B6C4-AA294BDE3F20}"/>
                </a:ext>
              </a:extLst>
            </p:cNvPr>
            <p:cNvSpPr/>
            <p:nvPr/>
          </p:nvSpPr>
          <p:spPr bwMode="auto">
            <a:xfrm>
              <a:off x="27492326" y="17062451"/>
              <a:ext cx="1457325" cy="4598988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1" y="35"/>
                </a:cxn>
                <a:cxn ang="0">
                  <a:pos x="5" y="20"/>
                </a:cxn>
                <a:cxn ang="0">
                  <a:pos x="10" y="6"/>
                </a:cxn>
                <a:cxn ang="0">
                  <a:pos x="13" y="0"/>
                </a:cxn>
                <a:cxn ang="0">
                  <a:pos x="11" y="7"/>
                </a:cxn>
                <a:cxn ang="0">
                  <a:pos x="7" y="21"/>
                </a:cxn>
                <a:cxn ang="0">
                  <a:pos x="2" y="35"/>
                </a:cxn>
                <a:cxn ang="0">
                  <a:pos x="0" y="41"/>
                </a:cxn>
              </a:cxnLst>
              <a:rect l="0" t="0" r="r" b="b"/>
              <a:pathLst>
                <a:path w="13" h="41">
                  <a:moveTo>
                    <a:pt x="0" y="41"/>
                  </a:moveTo>
                  <a:cubicBezTo>
                    <a:pt x="0" y="41"/>
                    <a:pt x="0" y="39"/>
                    <a:pt x="1" y="35"/>
                  </a:cubicBezTo>
                  <a:cubicBezTo>
                    <a:pt x="2" y="31"/>
                    <a:pt x="4" y="26"/>
                    <a:pt x="5" y="20"/>
                  </a:cubicBezTo>
                  <a:cubicBezTo>
                    <a:pt x="7" y="15"/>
                    <a:pt x="9" y="10"/>
                    <a:pt x="10" y="6"/>
                  </a:cubicBezTo>
                  <a:cubicBezTo>
                    <a:pt x="12" y="3"/>
                    <a:pt x="13" y="0"/>
                    <a:pt x="13" y="0"/>
                  </a:cubicBezTo>
                  <a:cubicBezTo>
                    <a:pt x="13" y="0"/>
                    <a:pt x="12" y="3"/>
                    <a:pt x="11" y="7"/>
                  </a:cubicBezTo>
                  <a:cubicBezTo>
                    <a:pt x="10" y="11"/>
                    <a:pt x="9" y="16"/>
                    <a:pt x="7" y="21"/>
                  </a:cubicBezTo>
                  <a:cubicBezTo>
                    <a:pt x="6" y="26"/>
                    <a:pt x="4" y="31"/>
                    <a:pt x="2" y="35"/>
                  </a:cubicBezTo>
                  <a:cubicBezTo>
                    <a:pt x="1" y="39"/>
                    <a:pt x="0" y="41"/>
                    <a:pt x="0" y="4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íṡľíḑe">
              <a:extLst>
                <a:ext uri="{FF2B5EF4-FFF2-40B4-BE49-F238E27FC236}">
                  <a16:creationId xmlns:a16="http://schemas.microsoft.com/office/drawing/2014/main" id="{F384B70B-2BE0-497A-96B1-E5C6A6F3D448}"/>
                </a:ext>
              </a:extLst>
            </p:cNvPr>
            <p:cNvSpPr/>
            <p:nvPr/>
          </p:nvSpPr>
          <p:spPr bwMode="auto">
            <a:xfrm>
              <a:off x="36015613" y="4951413"/>
              <a:ext cx="2690813" cy="3252788"/>
            </a:xfrm>
            <a:custGeom>
              <a:avLst/>
              <a:gdLst/>
              <a:ahLst/>
              <a:cxnLst>
                <a:cxn ang="0">
                  <a:pos x="24" y="21"/>
                </a:cxn>
                <a:cxn ang="0">
                  <a:pos x="3" y="16"/>
                </a:cxn>
                <a:cxn ang="0">
                  <a:pos x="10" y="17"/>
                </a:cxn>
                <a:cxn ang="0">
                  <a:pos x="6" y="22"/>
                </a:cxn>
                <a:cxn ang="0">
                  <a:pos x="13" y="21"/>
                </a:cxn>
                <a:cxn ang="0">
                  <a:pos x="11" y="27"/>
                </a:cxn>
                <a:cxn ang="0">
                  <a:pos x="19" y="24"/>
                </a:cxn>
                <a:cxn ang="0">
                  <a:pos x="21" y="25"/>
                </a:cxn>
                <a:cxn ang="0">
                  <a:pos x="24" y="21"/>
                </a:cxn>
              </a:cxnLst>
              <a:rect l="0" t="0" r="r" b="b"/>
              <a:pathLst>
                <a:path w="24" h="29">
                  <a:moveTo>
                    <a:pt x="24" y="21"/>
                  </a:moveTo>
                  <a:cubicBezTo>
                    <a:pt x="24" y="21"/>
                    <a:pt x="18" y="0"/>
                    <a:pt x="3" y="16"/>
                  </a:cubicBezTo>
                  <a:cubicBezTo>
                    <a:pt x="3" y="16"/>
                    <a:pt x="0" y="22"/>
                    <a:pt x="10" y="17"/>
                  </a:cubicBezTo>
                  <a:cubicBezTo>
                    <a:pt x="10" y="17"/>
                    <a:pt x="7" y="21"/>
                    <a:pt x="6" y="22"/>
                  </a:cubicBezTo>
                  <a:cubicBezTo>
                    <a:pt x="6" y="22"/>
                    <a:pt x="5" y="27"/>
                    <a:pt x="13" y="21"/>
                  </a:cubicBezTo>
                  <a:cubicBezTo>
                    <a:pt x="13" y="21"/>
                    <a:pt x="9" y="26"/>
                    <a:pt x="11" y="27"/>
                  </a:cubicBezTo>
                  <a:cubicBezTo>
                    <a:pt x="11" y="27"/>
                    <a:pt x="13" y="29"/>
                    <a:pt x="19" y="24"/>
                  </a:cubicBezTo>
                  <a:cubicBezTo>
                    <a:pt x="21" y="25"/>
                    <a:pt x="21" y="25"/>
                    <a:pt x="21" y="25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ïS1íde">
              <a:extLst>
                <a:ext uri="{FF2B5EF4-FFF2-40B4-BE49-F238E27FC236}">
                  <a16:creationId xmlns:a16="http://schemas.microsoft.com/office/drawing/2014/main" id="{E5AF5836-276B-42DC-85CC-4D2A4D9212C5}"/>
                </a:ext>
              </a:extLst>
            </p:cNvPr>
            <p:cNvSpPr/>
            <p:nvPr/>
          </p:nvSpPr>
          <p:spPr bwMode="auto">
            <a:xfrm>
              <a:off x="40949563" y="8877301"/>
              <a:ext cx="2803525" cy="2690813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7" y="19"/>
                </a:cxn>
                <a:cxn ang="0">
                  <a:pos x="12" y="14"/>
                </a:cxn>
                <a:cxn ang="0">
                  <a:pos x="10" y="19"/>
                </a:cxn>
                <a:cxn ang="0">
                  <a:pos x="7" y="12"/>
                </a:cxn>
                <a:cxn ang="0">
                  <a:pos x="3" y="17"/>
                </a:cxn>
                <a:cxn ang="0">
                  <a:pos x="3" y="8"/>
                </a:cxn>
                <a:cxn ang="0">
                  <a:pos x="1" y="6"/>
                </a:cxn>
                <a:cxn ang="0">
                  <a:pos x="4" y="2"/>
                </a:cxn>
              </a:cxnLst>
              <a:rect l="0" t="0" r="r" b="b"/>
              <a:pathLst>
                <a:path w="25" h="24">
                  <a:moveTo>
                    <a:pt x="4" y="2"/>
                  </a:moveTo>
                  <a:cubicBezTo>
                    <a:pt x="4" y="2"/>
                    <a:pt x="25" y="0"/>
                    <a:pt x="17" y="19"/>
                  </a:cubicBezTo>
                  <a:cubicBezTo>
                    <a:pt x="17" y="19"/>
                    <a:pt x="12" y="24"/>
                    <a:pt x="12" y="14"/>
                  </a:cubicBezTo>
                  <a:cubicBezTo>
                    <a:pt x="12" y="14"/>
                    <a:pt x="11" y="18"/>
                    <a:pt x="10" y="19"/>
                  </a:cubicBezTo>
                  <a:cubicBezTo>
                    <a:pt x="9" y="19"/>
                    <a:pt x="5" y="22"/>
                    <a:pt x="7" y="12"/>
                  </a:cubicBezTo>
                  <a:cubicBezTo>
                    <a:pt x="7" y="12"/>
                    <a:pt x="5" y="18"/>
                    <a:pt x="3" y="17"/>
                  </a:cubicBezTo>
                  <a:cubicBezTo>
                    <a:pt x="3" y="17"/>
                    <a:pt x="0" y="16"/>
                    <a:pt x="3" y="8"/>
                  </a:cubicBezTo>
                  <a:cubicBezTo>
                    <a:pt x="1" y="6"/>
                    <a:pt x="1" y="6"/>
                    <a:pt x="1" y="6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îsľíḋé">
              <a:extLst>
                <a:ext uri="{FF2B5EF4-FFF2-40B4-BE49-F238E27FC236}">
                  <a16:creationId xmlns:a16="http://schemas.microsoft.com/office/drawing/2014/main" id="{E0F85685-A83F-4825-A17D-DD1D5743A918}"/>
                </a:ext>
              </a:extLst>
            </p:cNvPr>
            <p:cNvSpPr/>
            <p:nvPr/>
          </p:nvSpPr>
          <p:spPr bwMode="auto">
            <a:xfrm>
              <a:off x="38146038" y="6410326"/>
              <a:ext cx="3700463" cy="4037013"/>
            </a:xfrm>
            <a:custGeom>
              <a:avLst/>
              <a:gdLst/>
              <a:ahLst/>
              <a:cxnLst>
                <a:cxn ang="0">
                  <a:pos x="14" y="32"/>
                </a:cxn>
                <a:cxn ang="0">
                  <a:pos x="29" y="25"/>
                </a:cxn>
                <a:cxn ang="0">
                  <a:pos x="25" y="4"/>
                </a:cxn>
                <a:cxn ang="0">
                  <a:pos x="3" y="9"/>
                </a:cxn>
                <a:cxn ang="0">
                  <a:pos x="3" y="25"/>
                </a:cxn>
                <a:cxn ang="0">
                  <a:pos x="2" y="27"/>
                </a:cxn>
                <a:cxn ang="0">
                  <a:pos x="3" y="32"/>
                </a:cxn>
                <a:cxn ang="0">
                  <a:pos x="7" y="35"/>
                </a:cxn>
                <a:cxn ang="0">
                  <a:pos x="13" y="34"/>
                </a:cxn>
                <a:cxn ang="0">
                  <a:pos x="14" y="32"/>
                </a:cxn>
              </a:cxnLst>
              <a:rect l="0" t="0" r="r" b="b"/>
              <a:pathLst>
                <a:path w="33" h="36">
                  <a:moveTo>
                    <a:pt x="14" y="32"/>
                  </a:moveTo>
                  <a:cubicBezTo>
                    <a:pt x="20" y="33"/>
                    <a:pt x="26" y="30"/>
                    <a:pt x="29" y="25"/>
                  </a:cubicBezTo>
                  <a:cubicBezTo>
                    <a:pt x="33" y="18"/>
                    <a:pt x="32" y="9"/>
                    <a:pt x="25" y="4"/>
                  </a:cubicBezTo>
                  <a:cubicBezTo>
                    <a:pt x="17" y="0"/>
                    <a:pt x="8" y="2"/>
                    <a:pt x="3" y="9"/>
                  </a:cubicBezTo>
                  <a:cubicBezTo>
                    <a:pt x="0" y="14"/>
                    <a:pt x="0" y="20"/>
                    <a:pt x="3" y="25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0" y="29"/>
                    <a:pt x="1" y="31"/>
                    <a:pt x="3" y="32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6"/>
                    <a:pt x="12" y="36"/>
                    <a:pt x="13" y="34"/>
                  </a:cubicBezTo>
                  <a:lnTo>
                    <a:pt x="14" y="32"/>
                  </a:lnTo>
                  <a:close/>
                </a:path>
              </a:pathLst>
            </a:custGeom>
            <a:solidFill>
              <a:srgbClr val="FED60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îṧļídê">
              <a:extLst>
                <a:ext uri="{FF2B5EF4-FFF2-40B4-BE49-F238E27FC236}">
                  <a16:creationId xmlns:a16="http://schemas.microsoft.com/office/drawing/2014/main" id="{B967F89E-2B71-46A0-AFF5-5B791D7254B2}"/>
                </a:ext>
              </a:extLst>
            </p:cNvPr>
            <p:cNvSpPr/>
            <p:nvPr/>
          </p:nvSpPr>
          <p:spPr bwMode="auto">
            <a:xfrm>
              <a:off x="37696776" y="9324976"/>
              <a:ext cx="2019300" cy="1682750"/>
            </a:xfrm>
            <a:custGeom>
              <a:avLst/>
              <a:gdLst/>
              <a:ahLst/>
              <a:cxnLst>
                <a:cxn ang="0">
                  <a:pos x="14" y="15"/>
                </a:cxn>
                <a:cxn ang="0">
                  <a:pos x="13" y="12"/>
                </a:cxn>
                <a:cxn ang="0">
                  <a:pos x="16" y="12"/>
                </a:cxn>
                <a:cxn ang="0">
                  <a:pos x="15" y="10"/>
                </a:cxn>
                <a:cxn ang="0">
                  <a:pos x="18" y="10"/>
                </a:cxn>
                <a:cxn ang="0">
                  <a:pos x="17" y="7"/>
                </a:cxn>
                <a:cxn ang="0">
                  <a:pos x="7" y="1"/>
                </a:cxn>
                <a:cxn ang="0">
                  <a:pos x="4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6"/>
                </a:cxn>
                <a:cxn ang="0">
                  <a:pos x="1" y="6"/>
                </a:cxn>
                <a:cxn ang="0">
                  <a:pos x="2" y="8"/>
                </a:cxn>
                <a:cxn ang="0">
                  <a:pos x="3" y="9"/>
                </a:cxn>
                <a:cxn ang="0">
                  <a:pos x="5" y="14"/>
                </a:cxn>
                <a:cxn ang="0">
                  <a:pos x="11" y="14"/>
                </a:cxn>
                <a:cxn ang="0">
                  <a:pos x="12" y="15"/>
                </a:cxn>
                <a:cxn ang="0">
                  <a:pos x="14" y="15"/>
                </a:cxn>
              </a:cxnLst>
              <a:rect l="0" t="0" r="r" b="b"/>
              <a:pathLst>
                <a:path w="18" h="15">
                  <a:moveTo>
                    <a:pt x="14" y="15"/>
                  </a:moveTo>
                  <a:cubicBezTo>
                    <a:pt x="15" y="14"/>
                    <a:pt x="14" y="13"/>
                    <a:pt x="13" y="12"/>
                  </a:cubicBezTo>
                  <a:cubicBezTo>
                    <a:pt x="14" y="13"/>
                    <a:pt x="16" y="13"/>
                    <a:pt x="16" y="12"/>
                  </a:cubicBezTo>
                  <a:cubicBezTo>
                    <a:pt x="16" y="11"/>
                    <a:pt x="16" y="10"/>
                    <a:pt x="15" y="10"/>
                  </a:cubicBezTo>
                  <a:cubicBezTo>
                    <a:pt x="16" y="10"/>
                    <a:pt x="17" y="10"/>
                    <a:pt x="18" y="10"/>
                  </a:cubicBezTo>
                  <a:cubicBezTo>
                    <a:pt x="18" y="9"/>
                    <a:pt x="18" y="8"/>
                    <a:pt x="17" y="7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0"/>
                    <a:pt x="5" y="0"/>
                    <a:pt x="4" y="1"/>
                  </a:cubicBezTo>
                  <a:cubicBezTo>
                    <a:pt x="4" y="1"/>
                    <a:pt x="4" y="2"/>
                    <a:pt x="5" y="3"/>
                  </a:cubicBezTo>
                  <a:cubicBezTo>
                    <a:pt x="4" y="2"/>
                    <a:pt x="3" y="2"/>
                    <a:pt x="2" y="3"/>
                  </a:cubicBezTo>
                  <a:cubicBezTo>
                    <a:pt x="2" y="4"/>
                    <a:pt x="2" y="5"/>
                    <a:pt x="3" y="6"/>
                  </a:cubicBezTo>
                  <a:cubicBezTo>
                    <a:pt x="2" y="5"/>
                    <a:pt x="1" y="5"/>
                    <a:pt x="1" y="6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10"/>
                    <a:pt x="3" y="12"/>
                    <a:pt x="5" y="14"/>
                  </a:cubicBezTo>
                  <a:cubicBezTo>
                    <a:pt x="7" y="15"/>
                    <a:pt x="10" y="15"/>
                    <a:pt x="11" y="14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5"/>
                    <a:pt x="14" y="15"/>
                    <a:pt x="14" y="15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ïśľíḑe">
              <a:extLst>
                <a:ext uri="{FF2B5EF4-FFF2-40B4-BE49-F238E27FC236}">
                  <a16:creationId xmlns:a16="http://schemas.microsoft.com/office/drawing/2014/main" id="{9B59BC39-60ED-4E8E-91D6-A5D56D6E909C}"/>
                </a:ext>
              </a:extLst>
            </p:cNvPr>
            <p:cNvSpPr/>
            <p:nvPr/>
          </p:nvSpPr>
          <p:spPr bwMode="auto">
            <a:xfrm>
              <a:off x="36239451" y="5737226"/>
              <a:ext cx="1120775" cy="896938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1" y="6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2" y="4"/>
                </a:cxn>
                <a:cxn ang="0">
                  <a:pos x="4" y="2"/>
                </a:cxn>
                <a:cxn ang="0">
                  <a:pos x="6" y="1"/>
                </a:cxn>
                <a:cxn ang="0">
                  <a:pos x="8" y="0"/>
                </a:cxn>
                <a:cxn ang="0">
                  <a:pos x="10" y="0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10" y="0"/>
                    <a:pt x="9" y="1"/>
                    <a:pt x="8" y="1"/>
                  </a:cubicBezTo>
                  <a:cubicBezTo>
                    <a:pt x="7" y="2"/>
                    <a:pt x="6" y="2"/>
                    <a:pt x="4" y="3"/>
                  </a:cubicBezTo>
                  <a:cubicBezTo>
                    <a:pt x="4" y="4"/>
                    <a:pt x="3" y="4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7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3" y="3"/>
                    <a:pt x="4" y="2"/>
                  </a:cubicBezTo>
                  <a:cubicBezTo>
                    <a:pt x="4" y="2"/>
                    <a:pt x="5" y="1"/>
                    <a:pt x="6" y="1"/>
                  </a:cubicBezTo>
                  <a:cubicBezTo>
                    <a:pt x="7" y="1"/>
                    <a:pt x="7" y="1"/>
                    <a:pt x="8" y="0"/>
                  </a:cubicBezTo>
                  <a:cubicBezTo>
                    <a:pt x="9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ślíďê">
              <a:extLst>
                <a:ext uri="{FF2B5EF4-FFF2-40B4-BE49-F238E27FC236}">
                  <a16:creationId xmlns:a16="http://schemas.microsoft.com/office/drawing/2014/main" id="{4F5DA94D-758C-4BB2-9EA7-9331BB091F12}"/>
                </a:ext>
              </a:extLst>
            </p:cNvPr>
            <p:cNvSpPr/>
            <p:nvPr/>
          </p:nvSpPr>
          <p:spPr bwMode="auto">
            <a:xfrm>
              <a:off x="36126738" y="5511801"/>
              <a:ext cx="896938" cy="67310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5" y="1"/>
                </a:cxn>
                <a:cxn ang="0">
                  <a:pos x="6" y="0"/>
                </a:cxn>
                <a:cxn ang="0">
                  <a:pos x="8" y="0"/>
                </a:cxn>
              </a:cxnLst>
              <a:rect l="0" t="0" r="r" b="b"/>
              <a:pathLst>
                <a:path w="8" h="6">
                  <a:moveTo>
                    <a:pt x="8" y="0"/>
                  </a:moveTo>
                  <a:cubicBezTo>
                    <a:pt x="8" y="0"/>
                    <a:pt x="7" y="1"/>
                    <a:pt x="6" y="1"/>
                  </a:cubicBezTo>
                  <a:cubicBezTo>
                    <a:pt x="6" y="1"/>
                    <a:pt x="5" y="1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5"/>
                    <a:pt x="0" y="6"/>
                    <a:pt x="0" y="6"/>
                  </a:cubicBezTo>
                  <a:cubicBezTo>
                    <a:pt x="0" y="6"/>
                    <a:pt x="0" y="5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6" y="0"/>
                    <a:pt x="6" y="0"/>
                  </a:cubicBezTo>
                  <a:cubicBezTo>
                    <a:pt x="7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îŝļïḋe">
              <a:extLst>
                <a:ext uri="{FF2B5EF4-FFF2-40B4-BE49-F238E27FC236}">
                  <a16:creationId xmlns:a16="http://schemas.microsoft.com/office/drawing/2014/main" id="{24E479A6-E3AC-436B-A496-9C3F9B5FA754}"/>
                </a:ext>
              </a:extLst>
            </p:cNvPr>
            <p:cNvSpPr/>
            <p:nvPr/>
          </p:nvSpPr>
          <p:spPr bwMode="auto">
            <a:xfrm>
              <a:off x="43079988" y="9324976"/>
              <a:ext cx="336550" cy="1346200"/>
            </a:xfrm>
            <a:custGeom>
              <a:avLst/>
              <a:gdLst/>
              <a:ahLst/>
              <a:cxnLst>
                <a:cxn ang="0">
                  <a:pos x="2" y="12"/>
                </a:cxn>
                <a:cxn ang="0">
                  <a:pos x="2" y="10"/>
                </a:cxn>
                <a:cxn ang="0">
                  <a:pos x="2" y="6"/>
                </a:cxn>
                <a:cxn ang="0">
                  <a:pos x="2" y="4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3" y="6"/>
                </a:cxn>
                <a:cxn ang="0">
                  <a:pos x="3" y="8"/>
                </a:cxn>
                <a:cxn ang="0">
                  <a:pos x="3" y="10"/>
                </a:cxn>
                <a:cxn ang="0">
                  <a:pos x="2" y="12"/>
                </a:cxn>
              </a:cxnLst>
              <a:rect l="0" t="0" r="r" b="b"/>
              <a:pathLst>
                <a:path w="3" h="12">
                  <a:moveTo>
                    <a:pt x="2" y="12"/>
                  </a:moveTo>
                  <a:cubicBezTo>
                    <a:pt x="2" y="12"/>
                    <a:pt x="2" y="11"/>
                    <a:pt x="2" y="10"/>
                  </a:cubicBezTo>
                  <a:cubicBezTo>
                    <a:pt x="2" y="9"/>
                    <a:pt x="2" y="7"/>
                    <a:pt x="2" y="6"/>
                  </a:cubicBezTo>
                  <a:cubicBezTo>
                    <a:pt x="2" y="5"/>
                    <a:pt x="2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3" y="4"/>
                    <a:pt x="3" y="5"/>
                    <a:pt x="3" y="6"/>
                  </a:cubicBezTo>
                  <a:cubicBezTo>
                    <a:pt x="3" y="6"/>
                    <a:pt x="3" y="7"/>
                    <a:pt x="3" y="8"/>
                  </a:cubicBezTo>
                  <a:cubicBezTo>
                    <a:pt x="3" y="9"/>
                    <a:pt x="3" y="10"/>
                    <a:pt x="3" y="10"/>
                  </a:cubicBezTo>
                  <a:cubicBezTo>
                    <a:pt x="3" y="11"/>
                    <a:pt x="2" y="12"/>
                    <a:pt x="2" y="1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íš1iḑê">
              <a:extLst>
                <a:ext uri="{FF2B5EF4-FFF2-40B4-BE49-F238E27FC236}">
                  <a16:creationId xmlns:a16="http://schemas.microsoft.com/office/drawing/2014/main" id="{2E709BBC-D1C1-44B2-8148-36EA293EA5BD}"/>
                </a:ext>
              </a:extLst>
            </p:cNvPr>
            <p:cNvSpPr/>
            <p:nvPr/>
          </p:nvSpPr>
          <p:spPr bwMode="auto">
            <a:xfrm>
              <a:off x="43529251" y="9437688"/>
              <a:ext cx="223838" cy="1009650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1" y="7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1" y="4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7"/>
                </a:cxn>
                <a:cxn ang="0">
                  <a:pos x="1" y="9"/>
                </a:cxn>
              </a:cxnLst>
              <a:rect l="0" t="0" r="r" b="b"/>
              <a:pathLst>
                <a:path w="2" h="9">
                  <a:moveTo>
                    <a:pt x="1" y="9"/>
                  </a:moveTo>
                  <a:cubicBezTo>
                    <a:pt x="1" y="9"/>
                    <a:pt x="1" y="8"/>
                    <a:pt x="1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2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îšľïdê">
              <a:extLst>
                <a:ext uri="{FF2B5EF4-FFF2-40B4-BE49-F238E27FC236}">
                  <a16:creationId xmlns:a16="http://schemas.microsoft.com/office/drawing/2014/main" id="{5DA3434B-3C28-4CAC-87D9-14FF0F71ECD0}"/>
                </a:ext>
              </a:extLst>
            </p:cNvPr>
            <p:cNvSpPr/>
            <p:nvPr/>
          </p:nvSpPr>
          <p:spPr bwMode="auto">
            <a:xfrm>
              <a:off x="36126738" y="11007726"/>
              <a:ext cx="1233488" cy="1681163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1" y="12"/>
                </a:cxn>
                <a:cxn ang="0">
                  <a:pos x="5" y="7"/>
                </a:cxn>
                <a:cxn ang="0">
                  <a:pos x="9" y="2"/>
                </a:cxn>
                <a:cxn ang="0">
                  <a:pos x="11" y="0"/>
                </a:cxn>
                <a:cxn ang="0">
                  <a:pos x="9" y="3"/>
                </a:cxn>
                <a:cxn ang="0">
                  <a:pos x="6" y="8"/>
                </a:cxn>
                <a:cxn ang="0">
                  <a:pos x="2" y="13"/>
                </a:cxn>
                <a:cxn ang="0">
                  <a:pos x="0" y="15"/>
                </a:cxn>
              </a:cxnLst>
              <a:rect l="0" t="0" r="r" b="b"/>
              <a:pathLst>
                <a:path w="11" h="15">
                  <a:moveTo>
                    <a:pt x="0" y="15"/>
                  </a:moveTo>
                  <a:cubicBezTo>
                    <a:pt x="0" y="15"/>
                    <a:pt x="0" y="14"/>
                    <a:pt x="1" y="12"/>
                  </a:cubicBezTo>
                  <a:cubicBezTo>
                    <a:pt x="2" y="11"/>
                    <a:pt x="3" y="9"/>
                    <a:pt x="5" y="7"/>
                  </a:cubicBezTo>
                  <a:cubicBezTo>
                    <a:pt x="6" y="5"/>
                    <a:pt x="7" y="4"/>
                    <a:pt x="9" y="2"/>
                  </a:cubicBezTo>
                  <a:cubicBezTo>
                    <a:pt x="10" y="1"/>
                    <a:pt x="11" y="0"/>
                    <a:pt x="11" y="0"/>
                  </a:cubicBezTo>
                  <a:cubicBezTo>
                    <a:pt x="11" y="0"/>
                    <a:pt x="10" y="1"/>
                    <a:pt x="9" y="3"/>
                  </a:cubicBezTo>
                  <a:cubicBezTo>
                    <a:pt x="8" y="4"/>
                    <a:pt x="7" y="6"/>
                    <a:pt x="6" y="8"/>
                  </a:cubicBezTo>
                  <a:cubicBezTo>
                    <a:pt x="4" y="10"/>
                    <a:pt x="3" y="11"/>
                    <a:pt x="2" y="13"/>
                  </a:cubicBezTo>
                  <a:cubicBezTo>
                    <a:pt x="0" y="14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iSlíḍè">
              <a:extLst>
                <a:ext uri="{FF2B5EF4-FFF2-40B4-BE49-F238E27FC236}">
                  <a16:creationId xmlns:a16="http://schemas.microsoft.com/office/drawing/2014/main" id="{3BD745EE-55B6-4F10-8DF2-BE6D4698E63A}"/>
                </a:ext>
              </a:extLst>
            </p:cNvPr>
            <p:cNvSpPr/>
            <p:nvPr/>
          </p:nvSpPr>
          <p:spPr bwMode="auto">
            <a:xfrm>
              <a:off x="35790188" y="11007726"/>
              <a:ext cx="2243138" cy="291465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3" y="22"/>
                </a:cxn>
                <a:cxn ang="0">
                  <a:pos x="10" y="13"/>
                </a:cxn>
                <a:cxn ang="0">
                  <a:pos x="17" y="4"/>
                </a:cxn>
                <a:cxn ang="0">
                  <a:pos x="20" y="0"/>
                </a:cxn>
                <a:cxn ang="0">
                  <a:pos x="17" y="5"/>
                </a:cxn>
                <a:cxn ang="0">
                  <a:pos x="11" y="14"/>
                </a:cxn>
                <a:cxn ang="0">
                  <a:pos x="4" y="22"/>
                </a:cxn>
                <a:cxn ang="0">
                  <a:pos x="0" y="26"/>
                </a:cxn>
              </a:cxnLst>
              <a:rect l="0" t="0" r="r" b="b"/>
              <a:pathLst>
                <a:path w="20" h="26">
                  <a:moveTo>
                    <a:pt x="0" y="26"/>
                  </a:moveTo>
                  <a:cubicBezTo>
                    <a:pt x="0" y="26"/>
                    <a:pt x="1" y="25"/>
                    <a:pt x="3" y="22"/>
                  </a:cubicBezTo>
                  <a:cubicBezTo>
                    <a:pt x="5" y="19"/>
                    <a:pt x="7" y="16"/>
                    <a:pt x="10" y="13"/>
                  </a:cubicBezTo>
                  <a:cubicBezTo>
                    <a:pt x="12" y="10"/>
                    <a:pt x="15" y="7"/>
                    <a:pt x="17" y="4"/>
                  </a:cubicBezTo>
                  <a:cubicBezTo>
                    <a:pt x="19" y="2"/>
                    <a:pt x="20" y="0"/>
                    <a:pt x="20" y="0"/>
                  </a:cubicBezTo>
                  <a:cubicBezTo>
                    <a:pt x="20" y="0"/>
                    <a:pt x="19" y="2"/>
                    <a:pt x="17" y="5"/>
                  </a:cubicBezTo>
                  <a:cubicBezTo>
                    <a:pt x="16" y="7"/>
                    <a:pt x="13" y="10"/>
                    <a:pt x="11" y="14"/>
                  </a:cubicBezTo>
                  <a:cubicBezTo>
                    <a:pt x="8" y="17"/>
                    <a:pt x="6" y="20"/>
                    <a:pt x="4" y="22"/>
                  </a:cubicBezTo>
                  <a:cubicBezTo>
                    <a:pt x="2" y="25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ṥļiḋê">
              <a:extLst>
                <a:ext uri="{FF2B5EF4-FFF2-40B4-BE49-F238E27FC236}">
                  <a16:creationId xmlns:a16="http://schemas.microsoft.com/office/drawing/2014/main" id="{854BE940-9CA9-4131-8BEE-90BFDC9BB7D3}"/>
                </a:ext>
              </a:extLst>
            </p:cNvPr>
            <p:cNvSpPr/>
            <p:nvPr/>
          </p:nvSpPr>
          <p:spPr bwMode="auto">
            <a:xfrm>
              <a:off x="37360226" y="11455401"/>
              <a:ext cx="1122363" cy="168275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1" y="12"/>
                </a:cxn>
                <a:cxn ang="0">
                  <a:pos x="5" y="7"/>
                </a:cxn>
                <a:cxn ang="0">
                  <a:pos x="8" y="2"/>
                </a:cxn>
                <a:cxn ang="0">
                  <a:pos x="10" y="0"/>
                </a:cxn>
                <a:cxn ang="0">
                  <a:pos x="9" y="3"/>
                </a:cxn>
                <a:cxn ang="0">
                  <a:pos x="6" y="8"/>
                </a:cxn>
                <a:cxn ang="0">
                  <a:pos x="2" y="12"/>
                </a:cxn>
                <a:cxn ang="0">
                  <a:pos x="0" y="15"/>
                </a:cxn>
              </a:cxnLst>
              <a:rect l="0" t="0" r="r" b="b"/>
              <a:pathLst>
                <a:path w="10" h="15">
                  <a:moveTo>
                    <a:pt x="0" y="15"/>
                  </a:moveTo>
                  <a:cubicBezTo>
                    <a:pt x="0" y="15"/>
                    <a:pt x="0" y="14"/>
                    <a:pt x="1" y="12"/>
                  </a:cubicBezTo>
                  <a:cubicBezTo>
                    <a:pt x="2" y="11"/>
                    <a:pt x="3" y="9"/>
                    <a:pt x="5" y="7"/>
                  </a:cubicBezTo>
                  <a:cubicBezTo>
                    <a:pt x="6" y="5"/>
                    <a:pt x="7" y="3"/>
                    <a:pt x="8" y="2"/>
                  </a:cubicBezTo>
                  <a:cubicBezTo>
                    <a:pt x="10" y="1"/>
                    <a:pt x="10" y="0"/>
                    <a:pt x="10" y="0"/>
                  </a:cubicBezTo>
                  <a:cubicBezTo>
                    <a:pt x="10" y="0"/>
                    <a:pt x="10" y="1"/>
                    <a:pt x="9" y="3"/>
                  </a:cubicBezTo>
                  <a:cubicBezTo>
                    <a:pt x="8" y="4"/>
                    <a:pt x="7" y="6"/>
                    <a:pt x="6" y="8"/>
                  </a:cubicBezTo>
                  <a:cubicBezTo>
                    <a:pt x="4" y="9"/>
                    <a:pt x="3" y="11"/>
                    <a:pt x="2" y="12"/>
                  </a:cubicBezTo>
                  <a:cubicBezTo>
                    <a:pt x="0" y="14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97" name="文字版面配置區 96">
            <a:extLst>
              <a:ext uri="{FF2B5EF4-FFF2-40B4-BE49-F238E27FC236}">
                <a16:creationId xmlns:a16="http://schemas.microsoft.com/office/drawing/2014/main" id="{11E86702-52EE-4E57-ABC1-28785ABFC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32739" y="2693988"/>
            <a:ext cx="6805154" cy="27305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6" name="文字版面配置區 12">
            <a:extLst>
              <a:ext uri="{FF2B5EF4-FFF2-40B4-BE49-F238E27FC236}">
                <a16:creationId xmlns:a16="http://schemas.microsoft.com/office/drawing/2014/main" id="{2C96FF53-C97D-4342-9985-F292DBC680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98111" y="6226484"/>
            <a:ext cx="4867199" cy="370077"/>
          </a:xfrm>
        </p:spPr>
        <p:txBody>
          <a:bodyPr anchor="ctr">
            <a:normAutofit/>
          </a:bodyPr>
          <a:lstStyle>
            <a:lvl1pPr algn="r">
              <a:buNone/>
              <a:defRPr sz="1600">
                <a:solidFill>
                  <a:srgbClr val="00B0F0"/>
                </a:solidFill>
              </a:defRPr>
            </a:lvl1pPr>
          </a:lstStyle>
          <a:p>
            <a:pPr lvl="0"/>
            <a:r>
              <a:rPr lang="zh-TW" altLang="en-US" dirty="0"/>
              <a:t>範本檔案名稱</a:t>
            </a:r>
          </a:p>
        </p:txBody>
      </p:sp>
    </p:spTree>
    <p:extLst>
      <p:ext uri="{BB962C8B-B14F-4D97-AF65-F5344CB8AC3E}">
        <p14:creationId xmlns:p14="http://schemas.microsoft.com/office/powerpoint/2010/main" val="371563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舉牌說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0A1EAE-C009-4DF0-9946-89CFCE0E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grpSp>
        <p:nvGrpSpPr>
          <p:cNvPr id="6" name="22209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AD1A541-96E2-445A-8100-761893531E54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0" y="685366"/>
            <a:ext cx="12192000" cy="5461434"/>
            <a:chOff x="0" y="685366"/>
            <a:chExt cx="12192000" cy="5461434"/>
          </a:xfrm>
        </p:grpSpPr>
        <p:grpSp>
          <p:nvGrpSpPr>
            <p:cNvPr id="7" name="îSḷîḍe">
              <a:extLst>
                <a:ext uri="{FF2B5EF4-FFF2-40B4-BE49-F238E27FC236}">
                  <a16:creationId xmlns:a16="http://schemas.microsoft.com/office/drawing/2014/main" id="{F7552A48-6075-44AF-86E8-9F5490E9AD2E}"/>
                </a:ext>
              </a:extLst>
            </p:cNvPr>
            <p:cNvGrpSpPr/>
            <p:nvPr/>
          </p:nvGrpSpPr>
          <p:grpSpPr>
            <a:xfrm>
              <a:off x="5602584" y="3745598"/>
              <a:ext cx="1198794" cy="2401202"/>
              <a:chOff x="5602584" y="4190532"/>
              <a:chExt cx="1198794" cy="2401202"/>
            </a:xfrm>
          </p:grpSpPr>
          <p:sp>
            <p:nvSpPr>
              <p:cNvPr id="75" name="ïŝļîde">
                <a:extLst>
                  <a:ext uri="{FF2B5EF4-FFF2-40B4-BE49-F238E27FC236}">
                    <a16:creationId xmlns:a16="http://schemas.microsoft.com/office/drawing/2014/main" id="{4AEAB177-249A-4D76-8A97-3425CA236338}"/>
                  </a:ext>
                </a:extLst>
              </p:cNvPr>
              <p:cNvSpPr/>
              <p:nvPr/>
            </p:nvSpPr>
            <p:spPr bwMode="auto">
              <a:xfrm>
                <a:off x="6494488" y="6351610"/>
                <a:ext cx="297297" cy="240124"/>
              </a:xfrm>
              <a:custGeom>
                <a:avLst/>
                <a:gdLst>
                  <a:gd name="T0" fmla="*/ 4 w 138"/>
                  <a:gd name="T1" fmla="*/ 14 h 110"/>
                  <a:gd name="T2" fmla="*/ 122 w 138"/>
                  <a:gd name="T3" fmla="*/ 71 h 110"/>
                  <a:gd name="T4" fmla="*/ 134 w 138"/>
                  <a:gd name="T5" fmla="*/ 53 h 110"/>
                  <a:gd name="T6" fmla="*/ 136 w 138"/>
                  <a:gd name="T7" fmla="*/ 76 h 110"/>
                  <a:gd name="T8" fmla="*/ 112 w 138"/>
                  <a:gd name="T9" fmla="*/ 104 h 110"/>
                  <a:gd name="T10" fmla="*/ 33 w 138"/>
                  <a:gd name="T11" fmla="*/ 84 h 110"/>
                  <a:gd name="T12" fmla="*/ 2 w 138"/>
                  <a:gd name="T13" fmla="*/ 47 h 110"/>
                  <a:gd name="T14" fmla="*/ 4 w 138"/>
                  <a:gd name="T15" fmla="*/ 1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110">
                    <a:moveTo>
                      <a:pt x="4" y="14"/>
                    </a:moveTo>
                    <a:cubicBezTo>
                      <a:pt x="4" y="14"/>
                      <a:pt x="66" y="88"/>
                      <a:pt x="122" y="71"/>
                    </a:cubicBezTo>
                    <a:cubicBezTo>
                      <a:pt x="127" y="70"/>
                      <a:pt x="134" y="53"/>
                      <a:pt x="134" y="53"/>
                    </a:cubicBezTo>
                    <a:cubicBezTo>
                      <a:pt x="134" y="53"/>
                      <a:pt x="137" y="59"/>
                      <a:pt x="136" y="76"/>
                    </a:cubicBezTo>
                    <a:cubicBezTo>
                      <a:pt x="135" y="87"/>
                      <a:pt x="123" y="99"/>
                      <a:pt x="112" y="104"/>
                    </a:cubicBezTo>
                    <a:cubicBezTo>
                      <a:pt x="102" y="109"/>
                      <a:pt x="57" y="102"/>
                      <a:pt x="33" y="84"/>
                    </a:cubicBezTo>
                    <a:cubicBezTo>
                      <a:pt x="24" y="77"/>
                      <a:pt x="7" y="65"/>
                      <a:pt x="2" y="47"/>
                    </a:cubicBezTo>
                    <a:cubicBezTo>
                      <a:pt x="0" y="42"/>
                      <a:pt x="3" y="0"/>
                      <a:pt x="4" y="1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6" name="îsļïde">
                <a:extLst>
                  <a:ext uri="{FF2B5EF4-FFF2-40B4-BE49-F238E27FC236}">
                    <a16:creationId xmlns:a16="http://schemas.microsoft.com/office/drawing/2014/main" id="{638DB2DC-C77E-43ED-940A-6611D744F55B}"/>
                  </a:ext>
                </a:extLst>
              </p:cNvPr>
              <p:cNvSpPr/>
              <p:nvPr/>
            </p:nvSpPr>
            <p:spPr bwMode="auto">
              <a:xfrm>
                <a:off x="6494488" y="6370819"/>
                <a:ext cx="306890" cy="220914"/>
              </a:xfrm>
              <a:custGeom>
                <a:avLst/>
                <a:gdLst>
                  <a:gd name="T0" fmla="*/ 6 w 141"/>
                  <a:gd name="T1" fmla="*/ 11 h 101"/>
                  <a:gd name="T2" fmla="*/ 5 w 141"/>
                  <a:gd name="T3" fmla="*/ 38 h 101"/>
                  <a:gd name="T4" fmla="*/ 34 w 141"/>
                  <a:gd name="T5" fmla="*/ 72 h 101"/>
                  <a:gd name="T6" fmla="*/ 35 w 141"/>
                  <a:gd name="T7" fmla="*/ 73 h 101"/>
                  <a:gd name="T8" fmla="*/ 102 w 141"/>
                  <a:gd name="T9" fmla="*/ 95 h 101"/>
                  <a:gd name="T10" fmla="*/ 111 w 141"/>
                  <a:gd name="T11" fmla="*/ 93 h 101"/>
                  <a:gd name="T12" fmla="*/ 133 w 141"/>
                  <a:gd name="T13" fmla="*/ 67 h 101"/>
                  <a:gd name="T14" fmla="*/ 133 w 141"/>
                  <a:gd name="T15" fmla="*/ 52 h 101"/>
                  <a:gd name="T16" fmla="*/ 123 w 141"/>
                  <a:gd name="T17" fmla="*/ 65 h 101"/>
                  <a:gd name="T18" fmla="*/ 105 w 141"/>
                  <a:gd name="T19" fmla="*/ 67 h 101"/>
                  <a:gd name="T20" fmla="*/ 6 w 141"/>
                  <a:gd name="T21" fmla="*/ 11 h 101"/>
                  <a:gd name="T22" fmla="*/ 102 w 141"/>
                  <a:gd name="T23" fmla="*/ 100 h 101"/>
                  <a:gd name="T24" fmla="*/ 33 w 141"/>
                  <a:gd name="T25" fmla="*/ 77 h 101"/>
                  <a:gd name="T26" fmla="*/ 31 w 141"/>
                  <a:gd name="T27" fmla="*/ 76 h 101"/>
                  <a:gd name="T28" fmla="*/ 1 w 141"/>
                  <a:gd name="T29" fmla="*/ 39 h 101"/>
                  <a:gd name="T30" fmla="*/ 2 w 141"/>
                  <a:gd name="T31" fmla="*/ 1 h 101"/>
                  <a:gd name="T32" fmla="*/ 4 w 141"/>
                  <a:gd name="T33" fmla="*/ 0 h 101"/>
                  <a:gd name="T34" fmla="*/ 7 w 141"/>
                  <a:gd name="T35" fmla="*/ 5 h 101"/>
                  <a:gd name="T36" fmla="*/ 105 w 141"/>
                  <a:gd name="T37" fmla="*/ 62 h 101"/>
                  <a:gd name="T38" fmla="*/ 122 w 141"/>
                  <a:gd name="T39" fmla="*/ 60 h 101"/>
                  <a:gd name="T40" fmla="*/ 132 w 141"/>
                  <a:gd name="T41" fmla="*/ 43 h 101"/>
                  <a:gd name="T42" fmla="*/ 134 w 141"/>
                  <a:gd name="T43" fmla="*/ 42 h 101"/>
                  <a:gd name="T44" fmla="*/ 136 w 141"/>
                  <a:gd name="T45" fmla="*/ 43 h 101"/>
                  <a:gd name="T46" fmla="*/ 138 w 141"/>
                  <a:gd name="T47" fmla="*/ 67 h 101"/>
                  <a:gd name="T48" fmla="*/ 114 w 141"/>
                  <a:gd name="T49" fmla="*/ 98 h 101"/>
                  <a:gd name="T50" fmla="*/ 102 w 141"/>
                  <a:gd name="T51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1" h="101">
                    <a:moveTo>
                      <a:pt x="6" y="11"/>
                    </a:moveTo>
                    <a:cubicBezTo>
                      <a:pt x="5" y="20"/>
                      <a:pt x="5" y="35"/>
                      <a:pt x="5" y="38"/>
                    </a:cubicBezTo>
                    <a:cubicBezTo>
                      <a:pt x="10" y="54"/>
                      <a:pt x="25" y="66"/>
                      <a:pt x="34" y="72"/>
                    </a:cubicBezTo>
                    <a:lnTo>
                      <a:pt x="35" y="73"/>
                    </a:lnTo>
                    <a:cubicBezTo>
                      <a:pt x="53" y="87"/>
                      <a:pt x="84" y="95"/>
                      <a:pt x="102" y="95"/>
                    </a:cubicBezTo>
                    <a:cubicBezTo>
                      <a:pt x="108" y="95"/>
                      <a:pt x="110" y="94"/>
                      <a:pt x="111" y="93"/>
                    </a:cubicBezTo>
                    <a:cubicBezTo>
                      <a:pt x="122" y="88"/>
                      <a:pt x="133" y="77"/>
                      <a:pt x="133" y="67"/>
                    </a:cubicBezTo>
                    <a:cubicBezTo>
                      <a:pt x="134" y="60"/>
                      <a:pt x="134" y="55"/>
                      <a:pt x="133" y="52"/>
                    </a:cubicBezTo>
                    <a:cubicBezTo>
                      <a:pt x="131" y="57"/>
                      <a:pt x="126" y="63"/>
                      <a:pt x="123" y="65"/>
                    </a:cubicBezTo>
                    <a:cubicBezTo>
                      <a:pt x="117" y="67"/>
                      <a:pt x="111" y="67"/>
                      <a:pt x="105" y="67"/>
                    </a:cubicBezTo>
                    <a:cubicBezTo>
                      <a:pt x="60" y="67"/>
                      <a:pt x="18" y="24"/>
                      <a:pt x="6" y="11"/>
                    </a:cubicBezTo>
                    <a:close/>
                    <a:moveTo>
                      <a:pt x="102" y="100"/>
                    </a:moveTo>
                    <a:cubicBezTo>
                      <a:pt x="83" y="100"/>
                      <a:pt x="51" y="91"/>
                      <a:pt x="33" y="77"/>
                    </a:cubicBezTo>
                    <a:lnTo>
                      <a:pt x="31" y="76"/>
                    </a:lnTo>
                    <a:cubicBezTo>
                      <a:pt x="22" y="69"/>
                      <a:pt x="5" y="57"/>
                      <a:pt x="1" y="39"/>
                    </a:cubicBezTo>
                    <a:cubicBezTo>
                      <a:pt x="0" y="36"/>
                      <a:pt x="0" y="4"/>
                      <a:pt x="2" y="1"/>
                    </a:cubicBezTo>
                    <a:cubicBezTo>
                      <a:pt x="3" y="1"/>
                      <a:pt x="4" y="0"/>
                      <a:pt x="4" y="0"/>
                    </a:cubicBezTo>
                    <a:cubicBezTo>
                      <a:pt x="7" y="0"/>
                      <a:pt x="7" y="2"/>
                      <a:pt x="7" y="5"/>
                    </a:cubicBezTo>
                    <a:cubicBezTo>
                      <a:pt x="13" y="11"/>
                      <a:pt x="59" y="62"/>
                      <a:pt x="105" y="62"/>
                    </a:cubicBezTo>
                    <a:cubicBezTo>
                      <a:pt x="110" y="62"/>
                      <a:pt x="116" y="62"/>
                      <a:pt x="122" y="60"/>
                    </a:cubicBezTo>
                    <a:cubicBezTo>
                      <a:pt x="124" y="59"/>
                      <a:pt x="128" y="51"/>
                      <a:pt x="132" y="43"/>
                    </a:cubicBezTo>
                    <a:cubicBezTo>
                      <a:pt x="132" y="42"/>
                      <a:pt x="133" y="42"/>
                      <a:pt x="134" y="42"/>
                    </a:cubicBezTo>
                    <a:cubicBezTo>
                      <a:pt x="135" y="42"/>
                      <a:pt x="136" y="42"/>
                      <a:pt x="136" y="43"/>
                    </a:cubicBezTo>
                    <a:cubicBezTo>
                      <a:pt x="137" y="43"/>
                      <a:pt x="140" y="50"/>
                      <a:pt x="138" y="67"/>
                    </a:cubicBezTo>
                    <a:cubicBezTo>
                      <a:pt x="138" y="80"/>
                      <a:pt x="125" y="92"/>
                      <a:pt x="114" y="98"/>
                    </a:cubicBezTo>
                    <a:cubicBezTo>
                      <a:pt x="111" y="99"/>
                      <a:pt x="107" y="100"/>
                      <a:pt x="102" y="10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7" name="iṥľiḑê">
                <a:extLst>
                  <a:ext uri="{FF2B5EF4-FFF2-40B4-BE49-F238E27FC236}">
                    <a16:creationId xmlns:a16="http://schemas.microsoft.com/office/drawing/2014/main" id="{01BDE69D-A112-481B-9540-36DD418EBDBE}"/>
                  </a:ext>
                </a:extLst>
              </p:cNvPr>
              <p:cNvSpPr/>
              <p:nvPr/>
            </p:nvSpPr>
            <p:spPr bwMode="auto">
              <a:xfrm>
                <a:off x="6436946" y="6197932"/>
                <a:ext cx="364432" cy="364982"/>
              </a:xfrm>
              <a:custGeom>
                <a:avLst/>
                <a:gdLst>
                  <a:gd name="T0" fmla="*/ 0 w 166"/>
                  <a:gd name="T1" fmla="*/ 12 h 166"/>
                  <a:gd name="T2" fmla="*/ 1 w 166"/>
                  <a:gd name="T3" fmla="*/ 11 h 166"/>
                  <a:gd name="T4" fmla="*/ 117 w 166"/>
                  <a:gd name="T5" fmla="*/ 5 h 166"/>
                  <a:gd name="T6" fmla="*/ 145 w 166"/>
                  <a:gd name="T7" fmla="*/ 60 h 166"/>
                  <a:gd name="T8" fmla="*/ 149 w 166"/>
                  <a:gd name="T9" fmla="*/ 66 h 166"/>
                  <a:gd name="T10" fmla="*/ 164 w 166"/>
                  <a:gd name="T11" fmla="*/ 129 h 166"/>
                  <a:gd name="T12" fmla="*/ 131 w 166"/>
                  <a:gd name="T13" fmla="*/ 162 h 166"/>
                  <a:gd name="T14" fmla="*/ 57 w 166"/>
                  <a:gd name="T15" fmla="*/ 134 h 166"/>
                  <a:gd name="T16" fmla="*/ 27 w 166"/>
                  <a:gd name="T17" fmla="*/ 69 h 166"/>
                  <a:gd name="T18" fmla="*/ 3 w 166"/>
                  <a:gd name="T19" fmla="*/ 30 h 166"/>
                  <a:gd name="T20" fmla="*/ 0 w 166"/>
                  <a:gd name="T21" fmla="*/ 1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6" h="166">
                    <a:moveTo>
                      <a:pt x="0" y="12"/>
                    </a:moveTo>
                    <a:lnTo>
                      <a:pt x="1" y="11"/>
                    </a:lnTo>
                    <a:cubicBezTo>
                      <a:pt x="1" y="11"/>
                      <a:pt x="115" y="0"/>
                      <a:pt x="117" y="5"/>
                    </a:cubicBezTo>
                    <a:cubicBezTo>
                      <a:pt x="120" y="10"/>
                      <a:pt x="135" y="44"/>
                      <a:pt x="145" y="60"/>
                    </a:cubicBezTo>
                    <a:cubicBezTo>
                      <a:pt x="147" y="62"/>
                      <a:pt x="148" y="64"/>
                      <a:pt x="149" y="66"/>
                    </a:cubicBezTo>
                    <a:cubicBezTo>
                      <a:pt x="158" y="77"/>
                      <a:pt x="165" y="114"/>
                      <a:pt x="164" y="129"/>
                    </a:cubicBezTo>
                    <a:cubicBezTo>
                      <a:pt x="163" y="144"/>
                      <a:pt x="152" y="158"/>
                      <a:pt x="131" y="162"/>
                    </a:cubicBezTo>
                    <a:cubicBezTo>
                      <a:pt x="111" y="165"/>
                      <a:pt x="84" y="155"/>
                      <a:pt x="57" y="134"/>
                    </a:cubicBezTo>
                    <a:cubicBezTo>
                      <a:pt x="34" y="116"/>
                      <a:pt x="28" y="80"/>
                      <a:pt x="27" y="69"/>
                    </a:cubicBezTo>
                    <a:cubicBezTo>
                      <a:pt x="26" y="58"/>
                      <a:pt x="4" y="31"/>
                      <a:pt x="3" y="30"/>
                    </a:cubicBezTo>
                    <a:lnTo>
                      <a:pt x="0" y="12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8" name="ïṥḷíḓê">
                <a:extLst>
                  <a:ext uri="{FF2B5EF4-FFF2-40B4-BE49-F238E27FC236}">
                    <a16:creationId xmlns:a16="http://schemas.microsoft.com/office/drawing/2014/main" id="{859C04FA-9F9D-4246-A937-136B0A346133}"/>
                  </a:ext>
                </a:extLst>
              </p:cNvPr>
              <p:cNvSpPr/>
              <p:nvPr/>
            </p:nvSpPr>
            <p:spPr bwMode="auto">
              <a:xfrm>
                <a:off x="6427352" y="6197932"/>
                <a:ext cx="374026" cy="364982"/>
              </a:xfrm>
              <a:custGeom>
                <a:avLst/>
                <a:gdLst>
                  <a:gd name="T0" fmla="*/ 8 w 170"/>
                  <a:gd name="T1" fmla="*/ 30 h 167"/>
                  <a:gd name="T2" fmla="*/ 32 w 170"/>
                  <a:gd name="T3" fmla="*/ 70 h 167"/>
                  <a:gd name="T4" fmla="*/ 61 w 170"/>
                  <a:gd name="T5" fmla="*/ 133 h 167"/>
                  <a:gd name="T6" fmla="*/ 133 w 170"/>
                  <a:gd name="T7" fmla="*/ 160 h 167"/>
                  <a:gd name="T8" fmla="*/ 164 w 170"/>
                  <a:gd name="T9" fmla="*/ 130 h 167"/>
                  <a:gd name="T10" fmla="*/ 149 w 170"/>
                  <a:gd name="T11" fmla="*/ 68 h 167"/>
                  <a:gd name="T12" fmla="*/ 145 w 170"/>
                  <a:gd name="T13" fmla="*/ 62 h 167"/>
                  <a:gd name="T14" fmla="*/ 118 w 170"/>
                  <a:gd name="T15" fmla="*/ 8 h 167"/>
                  <a:gd name="T16" fmla="*/ 5 w 170"/>
                  <a:gd name="T17" fmla="*/ 14 h 167"/>
                  <a:gd name="T18" fmla="*/ 8 w 170"/>
                  <a:gd name="T19" fmla="*/ 30 h 167"/>
                  <a:gd name="T20" fmla="*/ 125 w 170"/>
                  <a:gd name="T21" fmla="*/ 166 h 167"/>
                  <a:gd name="T22" fmla="*/ 57 w 170"/>
                  <a:gd name="T23" fmla="*/ 137 h 167"/>
                  <a:gd name="T24" fmla="*/ 28 w 170"/>
                  <a:gd name="T25" fmla="*/ 70 h 167"/>
                  <a:gd name="T26" fmla="*/ 4 w 170"/>
                  <a:gd name="T27" fmla="*/ 33 h 167"/>
                  <a:gd name="T28" fmla="*/ 4 w 170"/>
                  <a:gd name="T29" fmla="*/ 32 h 167"/>
                  <a:gd name="T30" fmla="*/ 3 w 170"/>
                  <a:gd name="T31" fmla="*/ 31 h 167"/>
                  <a:gd name="T32" fmla="*/ 1 w 170"/>
                  <a:gd name="T33" fmla="*/ 13 h 167"/>
                  <a:gd name="T34" fmla="*/ 2 w 170"/>
                  <a:gd name="T35" fmla="*/ 11 h 167"/>
                  <a:gd name="T36" fmla="*/ 4 w 170"/>
                  <a:gd name="T37" fmla="*/ 9 h 167"/>
                  <a:gd name="T38" fmla="*/ 61 w 170"/>
                  <a:gd name="T39" fmla="*/ 4 h 167"/>
                  <a:gd name="T40" fmla="*/ 122 w 170"/>
                  <a:gd name="T41" fmla="*/ 5 h 167"/>
                  <a:gd name="T42" fmla="*/ 149 w 170"/>
                  <a:gd name="T43" fmla="*/ 60 h 167"/>
                  <a:gd name="T44" fmla="*/ 153 w 170"/>
                  <a:gd name="T45" fmla="*/ 65 h 167"/>
                  <a:gd name="T46" fmla="*/ 169 w 170"/>
                  <a:gd name="T47" fmla="*/ 130 h 167"/>
                  <a:gd name="T48" fmla="*/ 134 w 170"/>
                  <a:gd name="T49" fmla="*/ 165 h 167"/>
                  <a:gd name="T50" fmla="*/ 125 w 170"/>
                  <a:gd name="T51" fmla="*/ 166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70" h="167">
                    <a:moveTo>
                      <a:pt x="8" y="30"/>
                    </a:moveTo>
                    <a:cubicBezTo>
                      <a:pt x="15" y="39"/>
                      <a:pt x="31" y="60"/>
                      <a:pt x="32" y="70"/>
                    </a:cubicBezTo>
                    <a:cubicBezTo>
                      <a:pt x="34" y="83"/>
                      <a:pt x="40" y="117"/>
                      <a:pt x="61" y="133"/>
                    </a:cubicBezTo>
                    <a:cubicBezTo>
                      <a:pt x="86" y="154"/>
                      <a:pt x="113" y="164"/>
                      <a:pt x="133" y="160"/>
                    </a:cubicBezTo>
                    <a:cubicBezTo>
                      <a:pt x="153" y="157"/>
                      <a:pt x="163" y="143"/>
                      <a:pt x="164" y="130"/>
                    </a:cubicBezTo>
                    <a:cubicBezTo>
                      <a:pt x="164" y="115"/>
                      <a:pt x="158" y="78"/>
                      <a:pt x="149" y="68"/>
                    </a:cubicBezTo>
                    <a:cubicBezTo>
                      <a:pt x="148" y="67"/>
                      <a:pt x="147" y="65"/>
                      <a:pt x="145" y="62"/>
                    </a:cubicBezTo>
                    <a:cubicBezTo>
                      <a:pt x="136" y="47"/>
                      <a:pt x="120" y="14"/>
                      <a:pt x="118" y="8"/>
                    </a:cubicBezTo>
                    <a:cubicBezTo>
                      <a:pt x="111" y="5"/>
                      <a:pt x="55" y="9"/>
                      <a:pt x="5" y="14"/>
                    </a:cubicBezTo>
                    <a:lnTo>
                      <a:pt x="8" y="30"/>
                    </a:lnTo>
                    <a:close/>
                    <a:moveTo>
                      <a:pt x="125" y="166"/>
                    </a:moveTo>
                    <a:cubicBezTo>
                      <a:pt x="105" y="166"/>
                      <a:pt x="81" y="156"/>
                      <a:pt x="57" y="137"/>
                    </a:cubicBezTo>
                    <a:cubicBezTo>
                      <a:pt x="35" y="119"/>
                      <a:pt x="29" y="85"/>
                      <a:pt x="28" y="70"/>
                    </a:cubicBezTo>
                    <a:cubicBezTo>
                      <a:pt x="27" y="63"/>
                      <a:pt x="15" y="46"/>
                      <a:pt x="4" y="33"/>
                    </a:cubicBezTo>
                    <a:lnTo>
                      <a:pt x="4" y="32"/>
                    </a:lnTo>
                    <a:cubicBezTo>
                      <a:pt x="3" y="32"/>
                      <a:pt x="3" y="32"/>
                      <a:pt x="3" y="31"/>
                    </a:cubicBezTo>
                    <a:lnTo>
                      <a:pt x="1" y="13"/>
                    </a:lnTo>
                    <a:cubicBezTo>
                      <a:pt x="0" y="12"/>
                      <a:pt x="1" y="11"/>
                      <a:pt x="2" y="11"/>
                    </a:cubicBezTo>
                    <a:cubicBezTo>
                      <a:pt x="2" y="10"/>
                      <a:pt x="3" y="9"/>
                      <a:pt x="4" y="9"/>
                    </a:cubicBezTo>
                    <a:cubicBezTo>
                      <a:pt x="4" y="9"/>
                      <a:pt x="32" y="6"/>
                      <a:pt x="61" y="4"/>
                    </a:cubicBezTo>
                    <a:cubicBezTo>
                      <a:pt x="120" y="0"/>
                      <a:pt x="121" y="3"/>
                      <a:pt x="122" y="5"/>
                    </a:cubicBezTo>
                    <a:cubicBezTo>
                      <a:pt x="124" y="10"/>
                      <a:pt x="140" y="44"/>
                      <a:pt x="149" y="60"/>
                    </a:cubicBezTo>
                    <a:cubicBezTo>
                      <a:pt x="151" y="62"/>
                      <a:pt x="152" y="64"/>
                      <a:pt x="153" y="65"/>
                    </a:cubicBezTo>
                    <a:cubicBezTo>
                      <a:pt x="162" y="77"/>
                      <a:pt x="169" y="116"/>
                      <a:pt x="169" y="130"/>
                    </a:cubicBezTo>
                    <a:cubicBezTo>
                      <a:pt x="168" y="147"/>
                      <a:pt x="154" y="162"/>
                      <a:pt x="134" y="165"/>
                    </a:cubicBezTo>
                    <a:cubicBezTo>
                      <a:pt x="131" y="166"/>
                      <a:pt x="128" y="166"/>
                      <a:pt x="125" y="166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lnSpcReduction="1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9" name="ïṥļïḑé">
                <a:extLst>
                  <a:ext uri="{FF2B5EF4-FFF2-40B4-BE49-F238E27FC236}">
                    <a16:creationId xmlns:a16="http://schemas.microsoft.com/office/drawing/2014/main" id="{53A240BA-268D-4FD9-BD41-C88A2122C825}"/>
                  </a:ext>
                </a:extLst>
              </p:cNvPr>
              <p:cNvSpPr/>
              <p:nvPr/>
            </p:nvSpPr>
            <p:spPr bwMode="auto">
              <a:xfrm>
                <a:off x="6427352" y="6245960"/>
                <a:ext cx="86316" cy="115258"/>
              </a:xfrm>
              <a:custGeom>
                <a:avLst/>
                <a:gdLst>
                  <a:gd name="T0" fmla="*/ 3 w 39"/>
                  <a:gd name="T1" fmla="*/ 0 h 55"/>
                  <a:gd name="T2" fmla="*/ 34 w 39"/>
                  <a:gd name="T3" fmla="*/ 15 h 55"/>
                  <a:gd name="T4" fmla="*/ 35 w 39"/>
                  <a:gd name="T5" fmla="*/ 51 h 55"/>
                  <a:gd name="T6" fmla="*/ 20 w 39"/>
                  <a:gd name="T7" fmla="*/ 54 h 55"/>
                  <a:gd name="T8" fmla="*/ 0 w 39"/>
                  <a:gd name="T9" fmla="*/ 29 h 55"/>
                  <a:gd name="T10" fmla="*/ 3 w 39"/>
                  <a:gd name="T1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55">
                    <a:moveTo>
                      <a:pt x="3" y="0"/>
                    </a:moveTo>
                    <a:cubicBezTo>
                      <a:pt x="3" y="0"/>
                      <a:pt x="31" y="11"/>
                      <a:pt x="34" y="15"/>
                    </a:cubicBezTo>
                    <a:cubicBezTo>
                      <a:pt x="38" y="19"/>
                      <a:pt x="38" y="48"/>
                      <a:pt x="35" y="51"/>
                    </a:cubicBezTo>
                    <a:cubicBezTo>
                      <a:pt x="31" y="53"/>
                      <a:pt x="23" y="54"/>
                      <a:pt x="20" y="54"/>
                    </a:cubicBezTo>
                    <a:cubicBezTo>
                      <a:pt x="18" y="54"/>
                      <a:pt x="0" y="29"/>
                      <a:pt x="0" y="29"/>
                    </a:cubicBezTo>
                    <a:lnTo>
                      <a:pt x="3" y="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0" name="íṩlídé">
                <a:extLst>
                  <a:ext uri="{FF2B5EF4-FFF2-40B4-BE49-F238E27FC236}">
                    <a16:creationId xmlns:a16="http://schemas.microsoft.com/office/drawing/2014/main" id="{593D2756-A0AA-46DA-834A-265611064198}"/>
                  </a:ext>
                </a:extLst>
              </p:cNvPr>
              <p:cNvSpPr/>
              <p:nvPr/>
            </p:nvSpPr>
            <p:spPr bwMode="auto">
              <a:xfrm>
                <a:off x="6417765" y="6236353"/>
                <a:ext cx="95904" cy="134468"/>
              </a:xfrm>
              <a:custGeom>
                <a:avLst/>
                <a:gdLst>
                  <a:gd name="T0" fmla="*/ 5 w 44"/>
                  <a:gd name="T1" fmla="*/ 31 h 61"/>
                  <a:gd name="T2" fmla="*/ 23 w 44"/>
                  <a:gd name="T3" fmla="*/ 55 h 61"/>
                  <a:gd name="T4" fmla="*/ 36 w 44"/>
                  <a:gd name="T5" fmla="*/ 52 h 61"/>
                  <a:gd name="T6" fmla="*/ 35 w 44"/>
                  <a:gd name="T7" fmla="*/ 20 h 61"/>
                  <a:gd name="T8" fmla="*/ 8 w 44"/>
                  <a:gd name="T9" fmla="*/ 6 h 61"/>
                  <a:gd name="T10" fmla="*/ 5 w 44"/>
                  <a:gd name="T11" fmla="*/ 31 h 61"/>
                  <a:gd name="T12" fmla="*/ 23 w 44"/>
                  <a:gd name="T13" fmla="*/ 60 h 61"/>
                  <a:gd name="T14" fmla="*/ 1 w 44"/>
                  <a:gd name="T15" fmla="*/ 33 h 61"/>
                  <a:gd name="T16" fmla="*/ 0 w 44"/>
                  <a:gd name="T17" fmla="*/ 32 h 61"/>
                  <a:gd name="T18" fmla="*/ 3 w 44"/>
                  <a:gd name="T19" fmla="*/ 3 h 61"/>
                  <a:gd name="T20" fmla="*/ 5 w 44"/>
                  <a:gd name="T21" fmla="*/ 1 h 61"/>
                  <a:gd name="T22" fmla="*/ 7 w 44"/>
                  <a:gd name="T23" fmla="*/ 1 h 61"/>
                  <a:gd name="T24" fmla="*/ 39 w 44"/>
                  <a:gd name="T25" fmla="*/ 17 h 61"/>
                  <a:gd name="T26" fmla="*/ 42 w 44"/>
                  <a:gd name="T27" fmla="*/ 47 h 61"/>
                  <a:gd name="T28" fmla="*/ 39 w 44"/>
                  <a:gd name="T29" fmla="*/ 56 h 61"/>
                  <a:gd name="T30" fmla="*/ 23 w 44"/>
                  <a:gd name="T31" fmla="*/ 6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61">
                    <a:moveTo>
                      <a:pt x="5" y="31"/>
                    </a:moveTo>
                    <a:cubicBezTo>
                      <a:pt x="12" y="42"/>
                      <a:pt x="21" y="53"/>
                      <a:pt x="23" y="55"/>
                    </a:cubicBezTo>
                    <a:cubicBezTo>
                      <a:pt x="28" y="55"/>
                      <a:pt x="33" y="54"/>
                      <a:pt x="36" y="52"/>
                    </a:cubicBezTo>
                    <a:cubicBezTo>
                      <a:pt x="38" y="49"/>
                      <a:pt x="38" y="23"/>
                      <a:pt x="35" y="20"/>
                    </a:cubicBezTo>
                    <a:cubicBezTo>
                      <a:pt x="33" y="18"/>
                      <a:pt x="21" y="12"/>
                      <a:pt x="8" y="6"/>
                    </a:cubicBezTo>
                    <a:lnTo>
                      <a:pt x="5" y="31"/>
                    </a:lnTo>
                    <a:close/>
                    <a:moveTo>
                      <a:pt x="23" y="60"/>
                    </a:moveTo>
                    <a:cubicBezTo>
                      <a:pt x="22" y="60"/>
                      <a:pt x="19" y="60"/>
                      <a:pt x="1" y="33"/>
                    </a:cubicBezTo>
                    <a:cubicBezTo>
                      <a:pt x="0" y="33"/>
                      <a:pt x="0" y="32"/>
                      <a:pt x="0" y="32"/>
                    </a:cubicBezTo>
                    <a:lnTo>
                      <a:pt x="3" y="3"/>
                    </a:lnTo>
                    <a:cubicBezTo>
                      <a:pt x="4" y="2"/>
                      <a:pt x="4" y="1"/>
                      <a:pt x="5" y="1"/>
                    </a:cubicBezTo>
                    <a:cubicBezTo>
                      <a:pt x="5" y="0"/>
                      <a:pt x="6" y="0"/>
                      <a:pt x="7" y="1"/>
                    </a:cubicBezTo>
                    <a:cubicBezTo>
                      <a:pt x="12" y="3"/>
                      <a:pt x="35" y="12"/>
                      <a:pt x="39" y="17"/>
                    </a:cubicBezTo>
                    <a:cubicBezTo>
                      <a:pt x="42" y="21"/>
                      <a:pt x="43" y="39"/>
                      <a:pt x="42" y="47"/>
                    </a:cubicBezTo>
                    <a:cubicBezTo>
                      <a:pt x="41" y="53"/>
                      <a:pt x="40" y="55"/>
                      <a:pt x="39" y="56"/>
                    </a:cubicBezTo>
                    <a:cubicBezTo>
                      <a:pt x="34" y="59"/>
                      <a:pt x="26" y="60"/>
                      <a:pt x="23" y="6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1" name="ïṡlídè">
                <a:extLst>
                  <a:ext uri="{FF2B5EF4-FFF2-40B4-BE49-F238E27FC236}">
                    <a16:creationId xmlns:a16="http://schemas.microsoft.com/office/drawing/2014/main" id="{8690A98C-6A56-47E9-A654-DAA88702D734}"/>
                  </a:ext>
                </a:extLst>
              </p:cNvPr>
              <p:cNvSpPr/>
              <p:nvPr/>
            </p:nvSpPr>
            <p:spPr bwMode="auto">
              <a:xfrm>
                <a:off x="6638340" y="6188331"/>
                <a:ext cx="115084" cy="134468"/>
              </a:xfrm>
              <a:custGeom>
                <a:avLst/>
                <a:gdLst>
                  <a:gd name="T0" fmla="*/ 22 w 52"/>
                  <a:gd name="T1" fmla="*/ 52 h 63"/>
                  <a:gd name="T2" fmla="*/ 0 w 52"/>
                  <a:gd name="T3" fmla="*/ 2 h 63"/>
                  <a:gd name="T4" fmla="*/ 20 w 52"/>
                  <a:gd name="T5" fmla="*/ 7 h 63"/>
                  <a:gd name="T6" fmla="*/ 51 w 52"/>
                  <a:gd name="T7" fmla="*/ 62 h 63"/>
                  <a:gd name="T8" fmla="*/ 22 w 52"/>
                  <a:gd name="T9" fmla="*/ 5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63">
                    <a:moveTo>
                      <a:pt x="22" y="52"/>
                    </a:moveTo>
                    <a:cubicBezTo>
                      <a:pt x="22" y="52"/>
                      <a:pt x="0" y="3"/>
                      <a:pt x="0" y="2"/>
                    </a:cubicBezTo>
                    <a:cubicBezTo>
                      <a:pt x="1" y="1"/>
                      <a:pt x="13" y="0"/>
                      <a:pt x="20" y="7"/>
                    </a:cubicBezTo>
                    <a:cubicBezTo>
                      <a:pt x="26" y="14"/>
                      <a:pt x="51" y="62"/>
                      <a:pt x="51" y="62"/>
                    </a:cubicBezTo>
                    <a:lnTo>
                      <a:pt x="22" y="52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2" name="iṡḷîḓé">
                <a:extLst>
                  <a:ext uri="{FF2B5EF4-FFF2-40B4-BE49-F238E27FC236}">
                    <a16:creationId xmlns:a16="http://schemas.microsoft.com/office/drawing/2014/main" id="{EBE884B0-BFD4-47EC-9D0B-5B010DF0BA04}"/>
                  </a:ext>
                </a:extLst>
              </p:cNvPr>
              <p:cNvSpPr/>
              <p:nvPr/>
            </p:nvSpPr>
            <p:spPr bwMode="auto">
              <a:xfrm>
                <a:off x="6628753" y="6188331"/>
                <a:ext cx="124672" cy="144069"/>
              </a:xfrm>
              <a:custGeom>
                <a:avLst/>
                <a:gdLst>
                  <a:gd name="T0" fmla="*/ 27 w 58"/>
                  <a:gd name="T1" fmla="*/ 50 h 66"/>
                  <a:gd name="T2" fmla="*/ 49 w 58"/>
                  <a:gd name="T3" fmla="*/ 58 h 66"/>
                  <a:gd name="T4" fmla="*/ 21 w 58"/>
                  <a:gd name="T5" fmla="*/ 9 h 66"/>
                  <a:gd name="T6" fmla="*/ 8 w 58"/>
                  <a:gd name="T7" fmla="*/ 4 h 66"/>
                  <a:gd name="T8" fmla="*/ 6 w 58"/>
                  <a:gd name="T9" fmla="*/ 4 h 66"/>
                  <a:gd name="T10" fmla="*/ 27 w 58"/>
                  <a:gd name="T11" fmla="*/ 50 h 66"/>
                  <a:gd name="T12" fmla="*/ 54 w 58"/>
                  <a:gd name="T13" fmla="*/ 65 h 66"/>
                  <a:gd name="T14" fmla="*/ 53 w 58"/>
                  <a:gd name="T15" fmla="*/ 65 h 66"/>
                  <a:gd name="T16" fmla="*/ 24 w 58"/>
                  <a:gd name="T17" fmla="*/ 55 h 66"/>
                  <a:gd name="T18" fmla="*/ 23 w 58"/>
                  <a:gd name="T19" fmla="*/ 54 h 66"/>
                  <a:gd name="T20" fmla="*/ 0 w 58"/>
                  <a:gd name="T21" fmla="*/ 2 h 66"/>
                  <a:gd name="T22" fmla="*/ 8 w 58"/>
                  <a:gd name="T23" fmla="*/ 0 h 66"/>
                  <a:gd name="T24" fmla="*/ 24 w 58"/>
                  <a:gd name="T25" fmla="*/ 6 h 66"/>
                  <a:gd name="T26" fmla="*/ 56 w 58"/>
                  <a:gd name="T27" fmla="*/ 62 h 66"/>
                  <a:gd name="T28" fmla="*/ 57 w 58"/>
                  <a:gd name="T29" fmla="*/ 63 h 66"/>
                  <a:gd name="T30" fmla="*/ 54 w 58"/>
                  <a:gd name="T31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8" h="66">
                    <a:moveTo>
                      <a:pt x="27" y="50"/>
                    </a:moveTo>
                    <a:lnTo>
                      <a:pt x="49" y="58"/>
                    </a:lnTo>
                    <a:cubicBezTo>
                      <a:pt x="40" y="41"/>
                      <a:pt x="25" y="14"/>
                      <a:pt x="21" y="9"/>
                    </a:cubicBezTo>
                    <a:cubicBezTo>
                      <a:pt x="17" y="5"/>
                      <a:pt x="11" y="4"/>
                      <a:pt x="8" y="4"/>
                    </a:cubicBezTo>
                    <a:cubicBezTo>
                      <a:pt x="7" y="4"/>
                      <a:pt x="7" y="4"/>
                      <a:pt x="6" y="4"/>
                    </a:cubicBezTo>
                    <a:cubicBezTo>
                      <a:pt x="9" y="12"/>
                      <a:pt x="19" y="35"/>
                      <a:pt x="27" y="50"/>
                    </a:cubicBezTo>
                    <a:close/>
                    <a:moveTo>
                      <a:pt x="54" y="65"/>
                    </a:moveTo>
                    <a:lnTo>
                      <a:pt x="53" y="65"/>
                    </a:lnTo>
                    <a:lnTo>
                      <a:pt x="24" y="55"/>
                    </a:lnTo>
                    <a:cubicBezTo>
                      <a:pt x="23" y="55"/>
                      <a:pt x="23" y="54"/>
                      <a:pt x="23" y="5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2"/>
                      <a:pt x="1" y="0"/>
                      <a:pt x="8" y="0"/>
                    </a:cubicBezTo>
                    <a:cubicBezTo>
                      <a:pt x="11" y="0"/>
                      <a:pt x="19" y="0"/>
                      <a:pt x="24" y="6"/>
                    </a:cubicBezTo>
                    <a:cubicBezTo>
                      <a:pt x="31" y="13"/>
                      <a:pt x="53" y="57"/>
                      <a:pt x="56" y="62"/>
                    </a:cubicBezTo>
                    <a:cubicBezTo>
                      <a:pt x="56" y="62"/>
                      <a:pt x="57" y="62"/>
                      <a:pt x="57" y="63"/>
                    </a:cubicBezTo>
                    <a:cubicBezTo>
                      <a:pt x="57" y="64"/>
                      <a:pt x="56" y="65"/>
                      <a:pt x="54" y="65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3" name="îṣ1ïḍè">
                <a:extLst>
                  <a:ext uri="{FF2B5EF4-FFF2-40B4-BE49-F238E27FC236}">
                    <a16:creationId xmlns:a16="http://schemas.microsoft.com/office/drawing/2014/main" id="{19E7F8AC-62A5-4E38-9EC5-FE93EF30718A}"/>
                  </a:ext>
                </a:extLst>
              </p:cNvPr>
              <p:cNvSpPr/>
              <p:nvPr/>
            </p:nvSpPr>
            <p:spPr bwMode="auto">
              <a:xfrm>
                <a:off x="6513669" y="6188331"/>
                <a:ext cx="163033" cy="144069"/>
              </a:xfrm>
              <a:custGeom>
                <a:avLst/>
                <a:gdLst>
                  <a:gd name="T0" fmla="*/ 24 w 73"/>
                  <a:gd name="T1" fmla="*/ 65 h 66"/>
                  <a:gd name="T2" fmla="*/ 1 w 73"/>
                  <a:gd name="T3" fmla="*/ 7 h 66"/>
                  <a:gd name="T4" fmla="*/ 52 w 73"/>
                  <a:gd name="T5" fmla="*/ 5 h 66"/>
                  <a:gd name="T6" fmla="*/ 64 w 73"/>
                  <a:gd name="T7" fmla="*/ 50 h 66"/>
                  <a:gd name="T8" fmla="*/ 24 w 73"/>
                  <a:gd name="T9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66">
                    <a:moveTo>
                      <a:pt x="24" y="65"/>
                    </a:moveTo>
                    <a:cubicBezTo>
                      <a:pt x="24" y="65"/>
                      <a:pt x="0" y="7"/>
                      <a:pt x="1" y="7"/>
                    </a:cubicBezTo>
                    <a:cubicBezTo>
                      <a:pt x="2" y="7"/>
                      <a:pt x="51" y="0"/>
                      <a:pt x="52" y="5"/>
                    </a:cubicBezTo>
                    <a:cubicBezTo>
                      <a:pt x="53" y="10"/>
                      <a:pt x="72" y="49"/>
                      <a:pt x="64" y="50"/>
                    </a:cubicBezTo>
                    <a:cubicBezTo>
                      <a:pt x="55" y="52"/>
                      <a:pt x="24" y="65"/>
                      <a:pt x="24" y="65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4" name="ïṡ1îďé">
                <a:extLst>
                  <a:ext uri="{FF2B5EF4-FFF2-40B4-BE49-F238E27FC236}">
                    <a16:creationId xmlns:a16="http://schemas.microsoft.com/office/drawing/2014/main" id="{1C087C01-9D50-417C-A504-7EDFE71DC616}"/>
                  </a:ext>
                </a:extLst>
              </p:cNvPr>
              <p:cNvSpPr/>
              <p:nvPr/>
            </p:nvSpPr>
            <p:spPr bwMode="auto">
              <a:xfrm>
                <a:off x="6504075" y="6188331"/>
                <a:ext cx="163039" cy="144069"/>
              </a:xfrm>
              <a:custGeom>
                <a:avLst/>
                <a:gdLst>
                  <a:gd name="T0" fmla="*/ 6 w 73"/>
                  <a:gd name="T1" fmla="*/ 8 h 68"/>
                  <a:gd name="T2" fmla="*/ 27 w 73"/>
                  <a:gd name="T3" fmla="*/ 62 h 68"/>
                  <a:gd name="T4" fmla="*/ 65 w 73"/>
                  <a:gd name="T5" fmla="*/ 48 h 68"/>
                  <a:gd name="T6" fmla="*/ 55 w 73"/>
                  <a:gd name="T7" fmla="*/ 14 h 68"/>
                  <a:gd name="T8" fmla="*/ 52 w 73"/>
                  <a:gd name="T9" fmla="*/ 6 h 68"/>
                  <a:gd name="T10" fmla="*/ 44 w 73"/>
                  <a:gd name="T11" fmla="*/ 5 h 68"/>
                  <a:gd name="T12" fmla="*/ 6 w 73"/>
                  <a:gd name="T13" fmla="*/ 8 h 68"/>
                  <a:gd name="T14" fmla="*/ 26 w 73"/>
                  <a:gd name="T15" fmla="*/ 67 h 68"/>
                  <a:gd name="T16" fmla="*/ 25 w 73"/>
                  <a:gd name="T17" fmla="*/ 67 h 68"/>
                  <a:gd name="T18" fmla="*/ 24 w 73"/>
                  <a:gd name="T19" fmla="*/ 66 h 68"/>
                  <a:gd name="T20" fmla="*/ 1 w 73"/>
                  <a:gd name="T21" fmla="*/ 5 h 68"/>
                  <a:gd name="T22" fmla="*/ 3 w 73"/>
                  <a:gd name="T23" fmla="*/ 4 h 68"/>
                  <a:gd name="T24" fmla="*/ 6 w 73"/>
                  <a:gd name="T25" fmla="*/ 3 h 68"/>
                  <a:gd name="T26" fmla="*/ 44 w 73"/>
                  <a:gd name="T27" fmla="*/ 0 h 68"/>
                  <a:gd name="T28" fmla="*/ 56 w 73"/>
                  <a:gd name="T29" fmla="*/ 4 h 68"/>
                  <a:gd name="T30" fmla="*/ 60 w 73"/>
                  <a:gd name="T31" fmla="*/ 13 h 68"/>
                  <a:gd name="T32" fmla="*/ 69 w 73"/>
                  <a:gd name="T33" fmla="*/ 50 h 68"/>
                  <a:gd name="T34" fmla="*/ 65 w 73"/>
                  <a:gd name="T35" fmla="*/ 53 h 68"/>
                  <a:gd name="T36" fmla="*/ 27 w 73"/>
                  <a:gd name="T37" fmla="*/ 67 h 68"/>
                  <a:gd name="T38" fmla="*/ 26 w 73"/>
                  <a:gd name="T39" fmla="*/ 6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3" h="68">
                    <a:moveTo>
                      <a:pt x="6" y="8"/>
                    </a:moveTo>
                    <a:cubicBezTo>
                      <a:pt x="9" y="16"/>
                      <a:pt x="20" y="43"/>
                      <a:pt x="27" y="62"/>
                    </a:cubicBezTo>
                    <a:cubicBezTo>
                      <a:pt x="34" y="59"/>
                      <a:pt x="57" y="49"/>
                      <a:pt x="65" y="48"/>
                    </a:cubicBezTo>
                    <a:cubicBezTo>
                      <a:pt x="67" y="44"/>
                      <a:pt x="58" y="22"/>
                      <a:pt x="55" y="14"/>
                    </a:cubicBezTo>
                    <a:cubicBezTo>
                      <a:pt x="53" y="10"/>
                      <a:pt x="52" y="7"/>
                      <a:pt x="52" y="6"/>
                    </a:cubicBezTo>
                    <a:cubicBezTo>
                      <a:pt x="51" y="5"/>
                      <a:pt x="49" y="5"/>
                      <a:pt x="44" y="5"/>
                    </a:cubicBezTo>
                    <a:cubicBezTo>
                      <a:pt x="33" y="5"/>
                      <a:pt x="14" y="7"/>
                      <a:pt x="6" y="8"/>
                    </a:cubicBezTo>
                    <a:close/>
                    <a:moveTo>
                      <a:pt x="26" y="67"/>
                    </a:moveTo>
                    <a:cubicBezTo>
                      <a:pt x="25" y="67"/>
                      <a:pt x="25" y="67"/>
                      <a:pt x="25" y="67"/>
                    </a:cubicBezTo>
                    <a:cubicBezTo>
                      <a:pt x="24" y="67"/>
                      <a:pt x="24" y="67"/>
                      <a:pt x="24" y="66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4"/>
                      <a:pt x="2" y="4"/>
                      <a:pt x="3" y="4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13" y="2"/>
                      <a:pt x="33" y="0"/>
                      <a:pt x="44" y="0"/>
                    </a:cubicBezTo>
                    <a:cubicBezTo>
                      <a:pt x="51" y="0"/>
                      <a:pt x="56" y="1"/>
                      <a:pt x="56" y="4"/>
                    </a:cubicBezTo>
                    <a:cubicBezTo>
                      <a:pt x="57" y="5"/>
                      <a:pt x="58" y="9"/>
                      <a:pt x="60" y="13"/>
                    </a:cubicBezTo>
                    <a:cubicBezTo>
                      <a:pt x="66" y="30"/>
                      <a:pt x="72" y="44"/>
                      <a:pt x="69" y="50"/>
                    </a:cubicBezTo>
                    <a:cubicBezTo>
                      <a:pt x="68" y="51"/>
                      <a:pt x="67" y="52"/>
                      <a:pt x="65" y="53"/>
                    </a:cubicBezTo>
                    <a:cubicBezTo>
                      <a:pt x="58" y="54"/>
                      <a:pt x="27" y="67"/>
                      <a:pt x="27" y="67"/>
                    </a:cubicBezTo>
                    <a:cubicBezTo>
                      <a:pt x="26" y="67"/>
                      <a:pt x="26" y="67"/>
                      <a:pt x="26" y="6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5" name="îşļiḑé">
                <a:extLst>
                  <a:ext uri="{FF2B5EF4-FFF2-40B4-BE49-F238E27FC236}">
                    <a16:creationId xmlns:a16="http://schemas.microsoft.com/office/drawing/2014/main" id="{B6453FA7-50FA-4057-BE51-F84E9B2803C4}"/>
                  </a:ext>
                </a:extLst>
              </p:cNvPr>
              <p:cNvSpPr/>
              <p:nvPr/>
            </p:nvSpPr>
            <p:spPr bwMode="auto">
              <a:xfrm>
                <a:off x="5688900" y="6217142"/>
                <a:ext cx="316478" cy="163285"/>
              </a:xfrm>
              <a:custGeom>
                <a:avLst/>
                <a:gdLst>
                  <a:gd name="T0" fmla="*/ 0 w 147"/>
                  <a:gd name="T1" fmla="*/ 40 h 76"/>
                  <a:gd name="T2" fmla="*/ 82 w 147"/>
                  <a:gd name="T3" fmla="*/ 35 h 76"/>
                  <a:gd name="T4" fmla="*/ 139 w 147"/>
                  <a:gd name="T5" fmla="*/ 0 h 76"/>
                  <a:gd name="T6" fmla="*/ 129 w 147"/>
                  <a:gd name="T7" fmla="*/ 42 h 76"/>
                  <a:gd name="T8" fmla="*/ 33 w 147"/>
                  <a:gd name="T9" fmla="*/ 74 h 76"/>
                  <a:gd name="T10" fmla="*/ 6 w 147"/>
                  <a:gd name="T11" fmla="*/ 61 h 76"/>
                  <a:gd name="T12" fmla="*/ 0 w 147"/>
                  <a:gd name="T13" fmla="*/ 4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" h="76">
                    <a:moveTo>
                      <a:pt x="0" y="40"/>
                    </a:moveTo>
                    <a:cubicBezTo>
                      <a:pt x="0" y="40"/>
                      <a:pt x="78" y="36"/>
                      <a:pt x="82" y="35"/>
                    </a:cubicBezTo>
                    <a:cubicBezTo>
                      <a:pt x="87" y="35"/>
                      <a:pt x="139" y="0"/>
                      <a:pt x="139" y="0"/>
                    </a:cubicBezTo>
                    <a:cubicBezTo>
                      <a:pt x="139" y="0"/>
                      <a:pt x="146" y="26"/>
                      <a:pt x="129" y="42"/>
                    </a:cubicBezTo>
                    <a:cubicBezTo>
                      <a:pt x="100" y="69"/>
                      <a:pt x="47" y="75"/>
                      <a:pt x="33" y="74"/>
                    </a:cubicBezTo>
                    <a:cubicBezTo>
                      <a:pt x="19" y="73"/>
                      <a:pt x="9" y="65"/>
                      <a:pt x="6" y="61"/>
                    </a:cubicBezTo>
                    <a:cubicBezTo>
                      <a:pt x="2" y="57"/>
                      <a:pt x="0" y="40"/>
                      <a:pt x="0" y="4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6" name="iŝļïḋe">
                <a:extLst>
                  <a:ext uri="{FF2B5EF4-FFF2-40B4-BE49-F238E27FC236}">
                    <a16:creationId xmlns:a16="http://schemas.microsoft.com/office/drawing/2014/main" id="{42EB2DE7-C317-4840-B145-D76253693070}"/>
                  </a:ext>
                </a:extLst>
              </p:cNvPr>
              <p:cNvSpPr/>
              <p:nvPr/>
            </p:nvSpPr>
            <p:spPr bwMode="auto">
              <a:xfrm>
                <a:off x="5688900" y="6207542"/>
                <a:ext cx="335658" cy="172887"/>
              </a:xfrm>
              <a:custGeom>
                <a:avLst/>
                <a:gdLst>
                  <a:gd name="T0" fmla="*/ 6 w 153"/>
                  <a:gd name="T1" fmla="*/ 45 h 81"/>
                  <a:gd name="T2" fmla="*/ 11 w 153"/>
                  <a:gd name="T3" fmla="*/ 63 h 81"/>
                  <a:gd name="T4" fmla="*/ 37 w 153"/>
                  <a:gd name="T5" fmla="*/ 75 h 81"/>
                  <a:gd name="T6" fmla="*/ 40 w 153"/>
                  <a:gd name="T7" fmla="*/ 75 h 81"/>
                  <a:gd name="T8" fmla="*/ 131 w 153"/>
                  <a:gd name="T9" fmla="*/ 43 h 81"/>
                  <a:gd name="T10" fmla="*/ 141 w 153"/>
                  <a:gd name="T11" fmla="*/ 7 h 81"/>
                  <a:gd name="T12" fmla="*/ 86 w 153"/>
                  <a:gd name="T13" fmla="*/ 40 h 81"/>
                  <a:gd name="T14" fmla="*/ 6 w 153"/>
                  <a:gd name="T15" fmla="*/ 45 h 81"/>
                  <a:gd name="T16" fmla="*/ 40 w 153"/>
                  <a:gd name="T17" fmla="*/ 80 h 81"/>
                  <a:gd name="T18" fmla="*/ 40 w 153"/>
                  <a:gd name="T19" fmla="*/ 80 h 81"/>
                  <a:gd name="T20" fmla="*/ 36 w 153"/>
                  <a:gd name="T21" fmla="*/ 80 h 81"/>
                  <a:gd name="T22" fmla="*/ 7 w 153"/>
                  <a:gd name="T23" fmla="*/ 66 h 81"/>
                  <a:gd name="T24" fmla="*/ 1 w 153"/>
                  <a:gd name="T25" fmla="*/ 43 h 81"/>
                  <a:gd name="T26" fmla="*/ 1 w 153"/>
                  <a:gd name="T27" fmla="*/ 41 h 81"/>
                  <a:gd name="T28" fmla="*/ 3 w 153"/>
                  <a:gd name="T29" fmla="*/ 40 h 81"/>
                  <a:gd name="T30" fmla="*/ 86 w 153"/>
                  <a:gd name="T31" fmla="*/ 35 h 81"/>
                  <a:gd name="T32" fmla="*/ 142 w 153"/>
                  <a:gd name="T33" fmla="*/ 1 h 81"/>
                  <a:gd name="T34" fmla="*/ 144 w 153"/>
                  <a:gd name="T35" fmla="*/ 1 h 81"/>
                  <a:gd name="T36" fmla="*/ 145 w 153"/>
                  <a:gd name="T37" fmla="*/ 2 h 81"/>
                  <a:gd name="T38" fmla="*/ 135 w 153"/>
                  <a:gd name="T39" fmla="*/ 47 h 81"/>
                  <a:gd name="T40" fmla="*/ 40 w 153"/>
                  <a:gd name="T41" fmla="*/ 8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" h="81">
                    <a:moveTo>
                      <a:pt x="6" y="45"/>
                    </a:moveTo>
                    <a:cubicBezTo>
                      <a:pt x="7" y="52"/>
                      <a:pt x="9" y="60"/>
                      <a:pt x="11" y="63"/>
                    </a:cubicBezTo>
                    <a:cubicBezTo>
                      <a:pt x="14" y="66"/>
                      <a:pt x="24" y="74"/>
                      <a:pt x="37" y="75"/>
                    </a:cubicBezTo>
                    <a:cubicBezTo>
                      <a:pt x="38" y="75"/>
                      <a:pt x="39" y="75"/>
                      <a:pt x="40" y="75"/>
                    </a:cubicBezTo>
                    <a:cubicBezTo>
                      <a:pt x="55" y="75"/>
                      <a:pt x="103" y="69"/>
                      <a:pt x="131" y="43"/>
                    </a:cubicBezTo>
                    <a:cubicBezTo>
                      <a:pt x="143" y="32"/>
                      <a:pt x="142" y="14"/>
                      <a:pt x="141" y="7"/>
                    </a:cubicBezTo>
                    <a:cubicBezTo>
                      <a:pt x="126" y="17"/>
                      <a:pt x="91" y="40"/>
                      <a:pt x="86" y="40"/>
                    </a:cubicBezTo>
                    <a:cubicBezTo>
                      <a:pt x="82" y="41"/>
                      <a:pt x="20" y="44"/>
                      <a:pt x="6" y="45"/>
                    </a:cubicBezTo>
                    <a:close/>
                    <a:moveTo>
                      <a:pt x="40" y="80"/>
                    </a:moveTo>
                    <a:lnTo>
                      <a:pt x="40" y="80"/>
                    </a:lnTo>
                    <a:cubicBezTo>
                      <a:pt x="39" y="80"/>
                      <a:pt x="38" y="80"/>
                      <a:pt x="36" y="80"/>
                    </a:cubicBezTo>
                    <a:cubicBezTo>
                      <a:pt x="21" y="79"/>
                      <a:pt x="11" y="70"/>
                      <a:pt x="7" y="66"/>
                    </a:cubicBezTo>
                    <a:cubicBezTo>
                      <a:pt x="3" y="61"/>
                      <a:pt x="1" y="46"/>
                      <a:pt x="1" y="43"/>
                    </a:cubicBezTo>
                    <a:cubicBezTo>
                      <a:pt x="1" y="42"/>
                      <a:pt x="0" y="41"/>
                      <a:pt x="1" y="41"/>
                    </a:cubicBezTo>
                    <a:cubicBezTo>
                      <a:pt x="2" y="40"/>
                      <a:pt x="2" y="40"/>
                      <a:pt x="3" y="40"/>
                    </a:cubicBezTo>
                    <a:cubicBezTo>
                      <a:pt x="30" y="39"/>
                      <a:pt x="82" y="36"/>
                      <a:pt x="86" y="35"/>
                    </a:cubicBezTo>
                    <a:cubicBezTo>
                      <a:pt x="89" y="34"/>
                      <a:pt x="122" y="13"/>
                      <a:pt x="142" y="1"/>
                    </a:cubicBezTo>
                    <a:cubicBezTo>
                      <a:pt x="142" y="0"/>
                      <a:pt x="143" y="0"/>
                      <a:pt x="144" y="1"/>
                    </a:cubicBezTo>
                    <a:cubicBezTo>
                      <a:pt x="144" y="1"/>
                      <a:pt x="145" y="1"/>
                      <a:pt x="145" y="2"/>
                    </a:cubicBezTo>
                    <a:cubicBezTo>
                      <a:pt x="145" y="3"/>
                      <a:pt x="152" y="30"/>
                      <a:pt x="135" y="47"/>
                    </a:cubicBezTo>
                    <a:cubicBezTo>
                      <a:pt x="106" y="74"/>
                      <a:pt x="56" y="80"/>
                      <a:pt x="40" y="8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7" name="îṩľíḋè">
                <a:extLst>
                  <a:ext uri="{FF2B5EF4-FFF2-40B4-BE49-F238E27FC236}">
                    <a16:creationId xmlns:a16="http://schemas.microsoft.com/office/drawing/2014/main" id="{56D17364-BE11-449A-8B9F-821A47182689}"/>
                  </a:ext>
                </a:extLst>
              </p:cNvPr>
              <p:cNvSpPr/>
              <p:nvPr/>
            </p:nvSpPr>
            <p:spPr bwMode="auto">
              <a:xfrm>
                <a:off x="5967016" y="6092284"/>
                <a:ext cx="143858" cy="124860"/>
              </a:xfrm>
              <a:custGeom>
                <a:avLst/>
                <a:gdLst>
                  <a:gd name="T0" fmla="*/ 15 w 64"/>
                  <a:gd name="T1" fmla="*/ 55 h 57"/>
                  <a:gd name="T2" fmla="*/ 36 w 64"/>
                  <a:gd name="T3" fmla="*/ 9 h 57"/>
                  <a:gd name="T4" fmla="*/ 60 w 64"/>
                  <a:gd name="T5" fmla="*/ 5 h 57"/>
                  <a:gd name="T6" fmla="*/ 60 w 64"/>
                  <a:gd name="T7" fmla="*/ 35 h 57"/>
                  <a:gd name="T8" fmla="*/ 32 w 64"/>
                  <a:gd name="T9" fmla="*/ 55 h 57"/>
                  <a:gd name="T10" fmla="*/ 15 w 64"/>
                  <a:gd name="T11" fmla="*/ 5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57">
                    <a:moveTo>
                      <a:pt x="15" y="55"/>
                    </a:moveTo>
                    <a:cubicBezTo>
                      <a:pt x="0" y="45"/>
                      <a:pt x="32" y="11"/>
                      <a:pt x="36" y="9"/>
                    </a:cubicBezTo>
                    <a:cubicBezTo>
                      <a:pt x="40" y="8"/>
                      <a:pt x="61" y="0"/>
                      <a:pt x="60" y="5"/>
                    </a:cubicBezTo>
                    <a:cubicBezTo>
                      <a:pt x="58" y="11"/>
                      <a:pt x="63" y="33"/>
                      <a:pt x="60" y="35"/>
                    </a:cubicBezTo>
                    <a:cubicBezTo>
                      <a:pt x="57" y="37"/>
                      <a:pt x="36" y="54"/>
                      <a:pt x="32" y="55"/>
                    </a:cubicBezTo>
                    <a:cubicBezTo>
                      <a:pt x="29" y="56"/>
                      <a:pt x="15" y="55"/>
                      <a:pt x="15" y="55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8" name="ísḻïḋê">
                <a:extLst>
                  <a:ext uri="{FF2B5EF4-FFF2-40B4-BE49-F238E27FC236}">
                    <a16:creationId xmlns:a16="http://schemas.microsoft.com/office/drawing/2014/main" id="{C0EC7E3A-2204-429D-9C85-27351A0AC2B4}"/>
                  </a:ext>
                </a:extLst>
              </p:cNvPr>
              <p:cNvSpPr/>
              <p:nvPr/>
            </p:nvSpPr>
            <p:spPr bwMode="auto">
              <a:xfrm>
                <a:off x="5986197" y="6092284"/>
                <a:ext cx="124678" cy="134468"/>
              </a:xfrm>
              <a:custGeom>
                <a:avLst/>
                <a:gdLst>
                  <a:gd name="T0" fmla="*/ 8 w 56"/>
                  <a:gd name="T1" fmla="*/ 53 h 60"/>
                  <a:gd name="T2" fmla="*/ 20 w 56"/>
                  <a:gd name="T3" fmla="*/ 54 h 60"/>
                  <a:gd name="T4" fmla="*/ 23 w 56"/>
                  <a:gd name="T5" fmla="*/ 53 h 60"/>
                  <a:gd name="T6" fmla="*/ 42 w 56"/>
                  <a:gd name="T7" fmla="*/ 39 h 60"/>
                  <a:gd name="T8" fmla="*/ 49 w 56"/>
                  <a:gd name="T9" fmla="*/ 34 h 60"/>
                  <a:gd name="T10" fmla="*/ 49 w 56"/>
                  <a:gd name="T11" fmla="*/ 19 h 60"/>
                  <a:gd name="T12" fmla="*/ 48 w 56"/>
                  <a:gd name="T13" fmla="*/ 5 h 60"/>
                  <a:gd name="T14" fmla="*/ 28 w 56"/>
                  <a:gd name="T15" fmla="*/ 11 h 60"/>
                  <a:gd name="T16" fmla="*/ 6 w 56"/>
                  <a:gd name="T17" fmla="*/ 47 h 60"/>
                  <a:gd name="T18" fmla="*/ 8 w 56"/>
                  <a:gd name="T19" fmla="*/ 53 h 60"/>
                  <a:gd name="T20" fmla="*/ 20 w 56"/>
                  <a:gd name="T21" fmla="*/ 59 h 60"/>
                  <a:gd name="T22" fmla="*/ 7 w 56"/>
                  <a:gd name="T23" fmla="*/ 57 h 60"/>
                  <a:gd name="T24" fmla="*/ 6 w 56"/>
                  <a:gd name="T25" fmla="*/ 57 h 60"/>
                  <a:gd name="T26" fmla="*/ 1 w 56"/>
                  <a:gd name="T27" fmla="*/ 45 h 60"/>
                  <a:gd name="T28" fmla="*/ 26 w 56"/>
                  <a:gd name="T29" fmla="*/ 6 h 60"/>
                  <a:gd name="T30" fmla="*/ 48 w 56"/>
                  <a:gd name="T31" fmla="*/ 0 h 60"/>
                  <a:gd name="T32" fmla="*/ 53 w 56"/>
                  <a:gd name="T33" fmla="*/ 2 h 60"/>
                  <a:gd name="T34" fmla="*/ 53 w 56"/>
                  <a:gd name="T35" fmla="*/ 5 h 60"/>
                  <a:gd name="T36" fmla="*/ 54 w 56"/>
                  <a:gd name="T37" fmla="*/ 18 h 60"/>
                  <a:gd name="T38" fmla="*/ 53 w 56"/>
                  <a:gd name="T39" fmla="*/ 37 h 60"/>
                  <a:gd name="T40" fmla="*/ 46 w 56"/>
                  <a:gd name="T41" fmla="*/ 43 h 60"/>
                  <a:gd name="T42" fmla="*/ 25 w 56"/>
                  <a:gd name="T43" fmla="*/ 58 h 60"/>
                  <a:gd name="T44" fmla="*/ 20 w 56"/>
                  <a:gd name="T45" fmla="*/ 5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6" h="60">
                    <a:moveTo>
                      <a:pt x="8" y="53"/>
                    </a:moveTo>
                    <a:cubicBezTo>
                      <a:pt x="10" y="53"/>
                      <a:pt x="16" y="54"/>
                      <a:pt x="20" y="54"/>
                    </a:cubicBezTo>
                    <a:cubicBezTo>
                      <a:pt x="22" y="54"/>
                      <a:pt x="23" y="53"/>
                      <a:pt x="23" y="53"/>
                    </a:cubicBezTo>
                    <a:cubicBezTo>
                      <a:pt x="25" y="53"/>
                      <a:pt x="37" y="43"/>
                      <a:pt x="42" y="39"/>
                    </a:cubicBezTo>
                    <a:cubicBezTo>
                      <a:pt x="46" y="36"/>
                      <a:pt x="48" y="34"/>
                      <a:pt x="49" y="34"/>
                    </a:cubicBezTo>
                    <a:cubicBezTo>
                      <a:pt x="50" y="31"/>
                      <a:pt x="49" y="24"/>
                      <a:pt x="49" y="19"/>
                    </a:cubicBezTo>
                    <a:cubicBezTo>
                      <a:pt x="48" y="13"/>
                      <a:pt x="48" y="8"/>
                      <a:pt x="48" y="5"/>
                    </a:cubicBezTo>
                    <a:cubicBezTo>
                      <a:pt x="44" y="5"/>
                      <a:pt x="33" y="9"/>
                      <a:pt x="28" y="11"/>
                    </a:cubicBezTo>
                    <a:cubicBezTo>
                      <a:pt x="25" y="13"/>
                      <a:pt x="6" y="34"/>
                      <a:pt x="6" y="47"/>
                    </a:cubicBezTo>
                    <a:cubicBezTo>
                      <a:pt x="5" y="49"/>
                      <a:pt x="6" y="51"/>
                      <a:pt x="8" y="53"/>
                    </a:cubicBezTo>
                    <a:close/>
                    <a:moveTo>
                      <a:pt x="20" y="59"/>
                    </a:moveTo>
                    <a:cubicBezTo>
                      <a:pt x="14" y="59"/>
                      <a:pt x="7" y="57"/>
                      <a:pt x="7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3" y="55"/>
                      <a:pt x="0" y="52"/>
                      <a:pt x="1" y="45"/>
                    </a:cubicBezTo>
                    <a:cubicBezTo>
                      <a:pt x="2" y="31"/>
                      <a:pt x="23" y="8"/>
                      <a:pt x="26" y="6"/>
                    </a:cubicBezTo>
                    <a:cubicBezTo>
                      <a:pt x="26" y="6"/>
                      <a:pt x="41" y="0"/>
                      <a:pt x="48" y="0"/>
                    </a:cubicBezTo>
                    <a:cubicBezTo>
                      <a:pt x="49" y="0"/>
                      <a:pt x="51" y="0"/>
                      <a:pt x="53" y="2"/>
                    </a:cubicBezTo>
                    <a:cubicBezTo>
                      <a:pt x="53" y="3"/>
                      <a:pt x="54" y="4"/>
                      <a:pt x="53" y="5"/>
                    </a:cubicBezTo>
                    <a:cubicBezTo>
                      <a:pt x="53" y="7"/>
                      <a:pt x="53" y="13"/>
                      <a:pt x="54" y="18"/>
                    </a:cubicBezTo>
                    <a:cubicBezTo>
                      <a:pt x="55" y="31"/>
                      <a:pt x="55" y="36"/>
                      <a:pt x="53" y="37"/>
                    </a:cubicBezTo>
                    <a:cubicBezTo>
                      <a:pt x="52" y="38"/>
                      <a:pt x="49" y="40"/>
                      <a:pt x="46" y="43"/>
                    </a:cubicBezTo>
                    <a:cubicBezTo>
                      <a:pt x="33" y="52"/>
                      <a:pt x="27" y="57"/>
                      <a:pt x="25" y="58"/>
                    </a:cubicBezTo>
                    <a:cubicBezTo>
                      <a:pt x="24" y="59"/>
                      <a:pt x="22" y="59"/>
                      <a:pt x="20" y="59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89" name="íṩḻïḑé">
                <a:extLst>
                  <a:ext uri="{FF2B5EF4-FFF2-40B4-BE49-F238E27FC236}">
                    <a16:creationId xmlns:a16="http://schemas.microsoft.com/office/drawing/2014/main" id="{CEB1CB54-83D0-4E6F-86E3-D13EA8BBFA55}"/>
                  </a:ext>
                </a:extLst>
              </p:cNvPr>
              <p:cNvSpPr/>
              <p:nvPr/>
            </p:nvSpPr>
            <p:spPr bwMode="auto">
              <a:xfrm>
                <a:off x="5688900" y="6025047"/>
                <a:ext cx="412381" cy="336171"/>
              </a:xfrm>
              <a:custGeom>
                <a:avLst/>
                <a:gdLst>
                  <a:gd name="T0" fmla="*/ 1 w 190"/>
                  <a:gd name="T1" fmla="*/ 107 h 154"/>
                  <a:gd name="T2" fmla="*/ 0 w 190"/>
                  <a:gd name="T3" fmla="*/ 106 h 154"/>
                  <a:gd name="T4" fmla="*/ 61 w 190"/>
                  <a:gd name="T5" fmla="*/ 15 h 154"/>
                  <a:gd name="T6" fmla="*/ 82 w 190"/>
                  <a:gd name="T7" fmla="*/ 0 h 154"/>
                  <a:gd name="T8" fmla="*/ 189 w 190"/>
                  <a:gd name="T9" fmla="*/ 14 h 154"/>
                  <a:gd name="T10" fmla="*/ 189 w 190"/>
                  <a:gd name="T11" fmla="*/ 36 h 154"/>
                  <a:gd name="T12" fmla="*/ 158 w 190"/>
                  <a:gd name="T13" fmla="*/ 60 h 154"/>
                  <a:gd name="T14" fmla="*/ 127 w 190"/>
                  <a:gd name="T15" fmla="*/ 115 h 154"/>
                  <a:gd name="T16" fmla="*/ 42 w 190"/>
                  <a:gd name="T17" fmla="*/ 149 h 154"/>
                  <a:gd name="T18" fmla="*/ 7 w 190"/>
                  <a:gd name="T19" fmla="*/ 138 h 154"/>
                  <a:gd name="T20" fmla="*/ 1 w 190"/>
                  <a:gd name="T21" fmla="*/ 107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0" h="154">
                    <a:moveTo>
                      <a:pt x="1" y="107"/>
                    </a:moveTo>
                    <a:lnTo>
                      <a:pt x="0" y="106"/>
                    </a:lnTo>
                    <a:cubicBezTo>
                      <a:pt x="5" y="82"/>
                      <a:pt x="59" y="18"/>
                      <a:pt x="61" y="15"/>
                    </a:cubicBezTo>
                    <a:cubicBezTo>
                      <a:pt x="62" y="11"/>
                      <a:pt x="81" y="1"/>
                      <a:pt x="82" y="0"/>
                    </a:cubicBezTo>
                    <a:cubicBezTo>
                      <a:pt x="83" y="0"/>
                      <a:pt x="189" y="14"/>
                      <a:pt x="189" y="14"/>
                    </a:cubicBezTo>
                    <a:lnTo>
                      <a:pt x="189" y="36"/>
                    </a:lnTo>
                    <a:cubicBezTo>
                      <a:pt x="189" y="36"/>
                      <a:pt x="165" y="53"/>
                      <a:pt x="158" y="60"/>
                    </a:cubicBezTo>
                    <a:cubicBezTo>
                      <a:pt x="150" y="67"/>
                      <a:pt x="135" y="106"/>
                      <a:pt x="127" y="115"/>
                    </a:cubicBezTo>
                    <a:cubicBezTo>
                      <a:pt x="119" y="124"/>
                      <a:pt x="62" y="146"/>
                      <a:pt x="42" y="149"/>
                    </a:cubicBezTo>
                    <a:cubicBezTo>
                      <a:pt x="21" y="153"/>
                      <a:pt x="13" y="144"/>
                      <a:pt x="7" y="138"/>
                    </a:cubicBezTo>
                    <a:cubicBezTo>
                      <a:pt x="0" y="132"/>
                      <a:pt x="1" y="107"/>
                      <a:pt x="1" y="107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0" name="îśļîďe">
                <a:extLst>
                  <a:ext uri="{FF2B5EF4-FFF2-40B4-BE49-F238E27FC236}">
                    <a16:creationId xmlns:a16="http://schemas.microsoft.com/office/drawing/2014/main" id="{0485AC10-1E52-43DF-BE97-8D9D47FD5691}"/>
                  </a:ext>
                </a:extLst>
              </p:cNvPr>
              <p:cNvSpPr/>
              <p:nvPr/>
            </p:nvSpPr>
            <p:spPr bwMode="auto">
              <a:xfrm>
                <a:off x="5679307" y="6015446"/>
                <a:ext cx="421975" cy="336165"/>
              </a:xfrm>
              <a:custGeom>
                <a:avLst/>
                <a:gdLst>
                  <a:gd name="T0" fmla="*/ 5 w 196"/>
                  <a:gd name="T1" fmla="*/ 108 h 156"/>
                  <a:gd name="T2" fmla="*/ 5 w 196"/>
                  <a:gd name="T3" fmla="*/ 109 h 156"/>
                  <a:gd name="T4" fmla="*/ 11 w 196"/>
                  <a:gd name="T5" fmla="*/ 139 h 156"/>
                  <a:gd name="T6" fmla="*/ 12 w 196"/>
                  <a:gd name="T7" fmla="*/ 140 h 156"/>
                  <a:gd name="T8" fmla="*/ 44 w 196"/>
                  <a:gd name="T9" fmla="*/ 149 h 156"/>
                  <a:gd name="T10" fmla="*/ 128 w 196"/>
                  <a:gd name="T11" fmla="*/ 116 h 156"/>
                  <a:gd name="T12" fmla="*/ 144 w 196"/>
                  <a:gd name="T13" fmla="*/ 88 h 156"/>
                  <a:gd name="T14" fmla="*/ 159 w 196"/>
                  <a:gd name="T15" fmla="*/ 61 h 156"/>
                  <a:gd name="T16" fmla="*/ 190 w 196"/>
                  <a:gd name="T17" fmla="*/ 37 h 156"/>
                  <a:gd name="T18" fmla="*/ 190 w 196"/>
                  <a:gd name="T19" fmla="*/ 20 h 156"/>
                  <a:gd name="T20" fmla="*/ 85 w 196"/>
                  <a:gd name="T21" fmla="*/ 6 h 156"/>
                  <a:gd name="T22" fmla="*/ 85 w 196"/>
                  <a:gd name="T23" fmla="*/ 6 h 156"/>
                  <a:gd name="T24" fmla="*/ 66 w 196"/>
                  <a:gd name="T25" fmla="*/ 19 h 156"/>
                  <a:gd name="T26" fmla="*/ 56 w 196"/>
                  <a:gd name="T27" fmla="*/ 32 h 156"/>
                  <a:gd name="T28" fmla="*/ 5 w 196"/>
                  <a:gd name="T29" fmla="*/ 108 h 156"/>
                  <a:gd name="T30" fmla="*/ 36 w 196"/>
                  <a:gd name="T31" fmla="*/ 155 h 156"/>
                  <a:gd name="T32" fmla="*/ 9 w 196"/>
                  <a:gd name="T33" fmla="*/ 144 h 156"/>
                  <a:gd name="T34" fmla="*/ 7 w 196"/>
                  <a:gd name="T35" fmla="*/ 142 h 156"/>
                  <a:gd name="T36" fmla="*/ 0 w 196"/>
                  <a:gd name="T37" fmla="*/ 109 h 156"/>
                  <a:gd name="T38" fmla="*/ 0 w 196"/>
                  <a:gd name="T39" fmla="*/ 108 h 156"/>
                  <a:gd name="T40" fmla="*/ 53 w 196"/>
                  <a:gd name="T41" fmla="*/ 29 h 156"/>
                  <a:gd name="T42" fmla="*/ 61 w 196"/>
                  <a:gd name="T43" fmla="*/ 17 h 156"/>
                  <a:gd name="T44" fmla="*/ 82 w 196"/>
                  <a:gd name="T45" fmla="*/ 2 h 156"/>
                  <a:gd name="T46" fmla="*/ 83 w 196"/>
                  <a:gd name="T47" fmla="*/ 1 h 156"/>
                  <a:gd name="T48" fmla="*/ 193 w 196"/>
                  <a:gd name="T49" fmla="*/ 15 h 156"/>
                  <a:gd name="T50" fmla="*/ 195 w 196"/>
                  <a:gd name="T51" fmla="*/ 17 h 156"/>
                  <a:gd name="T52" fmla="*/ 195 w 196"/>
                  <a:gd name="T53" fmla="*/ 39 h 156"/>
                  <a:gd name="T54" fmla="*/ 194 w 196"/>
                  <a:gd name="T55" fmla="*/ 41 h 156"/>
                  <a:gd name="T56" fmla="*/ 162 w 196"/>
                  <a:gd name="T57" fmla="*/ 65 h 156"/>
                  <a:gd name="T58" fmla="*/ 148 w 196"/>
                  <a:gd name="T59" fmla="*/ 90 h 156"/>
                  <a:gd name="T60" fmla="*/ 132 w 196"/>
                  <a:gd name="T61" fmla="*/ 119 h 156"/>
                  <a:gd name="T62" fmla="*/ 45 w 196"/>
                  <a:gd name="T63" fmla="*/ 154 h 156"/>
                  <a:gd name="T64" fmla="*/ 36 w 196"/>
                  <a:gd name="T65" fmla="*/ 15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6" h="156">
                    <a:moveTo>
                      <a:pt x="5" y="108"/>
                    </a:moveTo>
                    <a:cubicBezTo>
                      <a:pt x="5" y="109"/>
                      <a:pt x="5" y="109"/>
                      <a:pt x="5" y="109"/>
                    </a:cubicBezTo>
                    <a:cubicBezTo>
                      <a:pt x="5" y="119"/>
                      <a:pt x="7" y="135"/>
                      <a:pt x="11" y="139"/>
                    </a:cubicBezTo>
                    <a:lnTo>
                      <a:pt x="12" y="140"/>
                    </a:lnTo>
                    <a:cubicBezTo>
                      <a:pt x="18" y="145"/>
                      <a:pt x="26" y="152"/>
                      <a:pt x="44" y="149"/>
                    </a:cubicBezTo>
                    <a:cubicBezTo>
                      <a:pt x="66" y="146"/>
                      <a:pt x="121" y="123"/>
                      <a:pt x="128" y="116"/>
                    </a:cubicBezTo>
                    <a:cubicBezTo>
                      <a:pt x="132" y="112"/>
                      <a:pt x="138" y="100"/>
                      <a:pt x="144" y="88"/>
                    </a:cubicBezTo>
                    <a:cubicBezTo>
                      <a:pt x="150" y="76"/>
                      <a:pt x="155" y="65"/>
                      <a:pt x="159" y="61"/>
                    </a:cubicBezTo>
                    <a:cubicBezTo>
                      <a:pt x="166" y="55"/>
                      <a:pt x="185" y="41"/>
                      <a:pt x="190" y="37"/>
                    </a:cubicBezTo>
                    <a:lnTo>
                      <a:pt x="190" y="20"/>
                    </a:lnTo>
                    <a:cubicBezTo>
                      <a:pt x="150" y="14"/>
                      <a:pt x="92" y="6"/>
                      <a:pt x="85" y="6"/>
                    </a:cubicBezTo>
                    <a:lnTo>
                      <a:pt x="85" y="6"/>
                    </a:lnTo>
                    <a:cubicBezTo>
                      <a:pt x="68" y="16"/>
                      <a:pt x="66" y="18"/>
                      <a:pt x="66" y="19"/>
                    </a:cubicBezTo>
                    <a:cubicBezTo>
                      <a:pt x="65" y="20"/>
                      <a:pt x="63" y="22"/>
                      <a:pt x="56" y="32"/>
                    </a:cubicBezTo>
                    <a:cubicBezTo>
                      <a:pt x="41" y="51"/>
                      <a:pt x="9" y="91"/>
                      <a:pt x="5" y="108"/>
                    </a:cubicBezTo>
                    <a:close/>
                    <a:moveTo>
                      <a:pt x="36" y="155"/>
                    </a:moveTo>
                    <a:cubicBezTo>
                      <a:pt x="21" y="155"/>
                      <a:pt x="14" y="148"/>
                      <a:pt x="9" y="144"/>
                    </a:cubicBezTo>
                    <a:lnTo>
                      <a:pt x="7" y="142"/>
                    </a:lnTo>
                    <a:cubicBezTo>
                      <a:pt x="0" y="136"/>
                      <a:pt x="0" y="112"/>
                      <a:pt x="0" y="109"/>
                    </a:cubicBezTo>
                    <a:lnTo>
                      <a:pt x="0" y="108"/>
                    </a:lnTo>
                    <a:cubicBezTo>
                      <a:pt x="4" y="90"/>
                      <a:pt x="35" y="50"/>
                      <a:pt x="53" y="29"/>
                    </a:cubicBezTo>
                    <a:cubicBezTo>
                      <a:pt x="57" y="23"/>
                      <a:pt x="61" y="18"/>
                      <a:pt x="61" y="17"/>
                    </a:cubicBezTo>
                    <a:cubicBezTo>
                      <a:pt x="62" y="15"/>
                      <a:pt x="65" y="12"/>
                      <a:pt x="82" y="2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4" y="0"/>
                      <a:pt x="85" y="0"/>
                      <a:pt x="193" y="15"/>
                    </a:cubicBezTo>
                    <a:cubicBezTo>
                      <a:pt x="194" y="15"/>
                      <a:pt x="195" y="16"/>
                      <a:pt x="195" y="17"/>
                    </a:cubicBezTo>
                    <a:lnTo>
                      <a:pt x="195" y="39"/>
                    </a:lnTo>
                    <a:cubicBezTo>
                      <a:pt x="195" y="39"/>
                      <a:pt x="195" y="40"/>
                      <a:pt x="194" y="41"/>
                    </a:cubicBezTo>
                    <a:cubicBezTo>
                      <a:pt x="194" y="41"/>
                      <a:pt x="169" y="58"/>
                      <a:pt x="162" y="65"/>
                    </a:cubicBezTo>
                    <a:cubicBezTo>
                      <a:pt x="159" y="68"/>
                      <a:pt x="153" y="79"/>
                      <a:pt x="148" y="90"/>
                    </a:cubicBezTo>
                    <a:cubicBezTo>
                      <a:pt x="142" y="103"/>
                      <a:pt x="137" y="115"/>
                      <a:pt x="132" y="119"/>
                    </a:cubicBezTo>
                    <a:cubicBezTo>
                      <a:pt x="123" y="128"/>
                      <a:pt x="66" y="151"/>
                      <a:pt x="45" y="154"/>
                    </a:cubicBezTo>
                    <a:cubicBezTo>
                      <a:pt x="41" y="155"/>
                      <a:pt x="38" y="155"/>
                      <a:pt x="36" y="155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1" name="ïsḷiḓe">
                <a:extLst>
                  <a:ext uri="{FF2B5EF4-FFF2-40B4-BE49-F238E27FC236}">
                    <a16:creationId xmlns:a16="http://schemas.microsoft.com/office/drawing/2014/main" id="{7E84BA24-2389-49AC-BD9B-CABCF9647C41}"/>
                  </a:ext>
                </a:extLst>
              </p:cNvPr>
              <p:cNvSpPr/>
              <p:nvPr/>
            </p:nvSpPr>
            <p:spPr bwMode="auto">
              <a:xfrm>
                <a:off x="5756030" y="6005839"/>
                <a:ext cx="143858" cy="134468"/>
              </a:xfrm>
              <a:custGeom>
                <a:avLst/>
                <a:gdLst>
                  <a:gd name="T0" fmla="*/ 0 w 67"/>
                  <a:gd name="T1" fmla="*/ 61 h 62"/>
                  <a:gd name="T2" fmla="*/ 28 w 67"/>
                  <a:gd name="T3" fmla="*/ 24 h 62"/>
                  <a:gd name="T4" fmla="*/ 48 w 67"/>
                  <a:gd name="T5" fmla="*/ 0 h 62"/>
                  <a:gd name="T6" fmla="*/ 66 w 67"/>
                  <a:gd name="T7" fmla="*/ 3 h 62"/>
                  <a:gd name="T8" fmla="*/ 49 w 67"/>
                  <a:gd name="T9" fmla="*/ 39 h 62"/>
                  <a:gd name="T10" fmla="*/ 0 w 67"/>
                  <a:gd name="T11" fmla="*/ 6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" h="62">
                    <a:moveTo>
                      <a:pt x="0" y="61"/>
                    </a:moveTo>
                    <a:cubicBezTo>
                      <a:pt x="0" y="61"/>
                      <a:pt x="25" y="28"/>
                      <a:pt x="28" y="24"/>
                    </a:cubicBezTo>
                    <a:cubicBezTo>
                      <a:pt x="31" y="21"/>
                      <a:pt x="48" y="0"/>
                      <a:pt x="48" y="0"/>
                    </a:cubicBezTo>
                    <a:lnTo>
                      <a:pt x="66" y="3"/>
                    </a:lnTo>
                    <a:cubicBezTo>
                      <a:pt x="66" y="3"/>
                      <a:pt x="56" y="34"/>
                      <a:pt x="49" y="39"/>
                    </a:cubicBezTo>
                    <a:cubicBezTo>
                      <a:pt x="42" y="43"/>
                      <a:pt x="0" y="61"/>
                      <a:pt x="0" y="6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2" name="išľïḋe">
                <a:extLst>
                  <a:ext uri="{FF2B5EF4-FFF2-40B4-BE49-F238E27FC236}">
                    <a16:creationId xmlns:a16="http://schemas.microsoft.com/office/drawing/2014/main" id="{2AAECE2B-9DE7-4618-848D-AD533170E533}"/>
                  </a:ext>
                </a:extLst>
              </p:cNvPr>
              <p:cNvSpPr/>
              <p:nvPr/>
            </p:nvSpPr>
            <p:spPr bwMode="auto">
              <a:xfrm>
                <a:off x="5746442" y="6005839"/>
                <a:ext cx="153446" cy="153677"/>
              </a:xfrm>
              <a:custGeom>
                <a:avLst/>
                <a:gdLst>
                  <a:gd name="T0" fmla="*/ 52 w 72"/>
                  <a:gd name="T1" fmla="*/ 6 h 69"/>
                  <a:gd name="T2" fmla="*/ 32 w 72"/>
                  <a:gd name="T3" fmla="*/ 29 h 69"/>
                  <a:gd name="T4" fmla="*/ 10 w 72"/>
                  <a:gd name="T5" fmla="*/ 59 h 69"/>
                  <a:gd name="T6" fmla="*/ 50 w 72"/>
                  <a:gd name="T7" fmla="*/ 41 h 69"/>
                  <a:gd name="T8" fmla="*/ 65 w 72"/>
                  <a:gd name="T9" fmla="*/ 7 h 69"/>
                  <a:gd name="T10" fmla="*/ 52 w 72"/>
                  <a:gd name="T11" fmla="*/ 6 h 69"/>
                  <a:gd name="T12" fmla="*/ 3 w 72"/>
                  <a:gd name="T13" fmla="*/ 68 h 69"/>
                  <a:gd name="T14" fmla="*/ 1 w 72"/>
                  <a:gd name="T15" fmla="*/ 67 h 69"/>
                  <a:gd name="T16" fmla="*/ 1 w 72"/>
                  <a:gd name="T17" fmla="*/ 64 h 69"/>
                  <a:gd name="T18" fmla="*/ 28 w 72"/>
                  <a:gd name="T19" fmla="*/ 26 h 69"/>
                  <a:gd name="T20" fmla="*/ 49 w 72"/>
                  <a:gd name="T21" fmla="*/ 1 h 69"/>
                  <a:gd name="T22" fmla="*/ 51 w 72"/>
                  <a:gd name="T23" fmla="*/ 0 h 69"/>
                  <a:gd name="T24" fmla="*/ 69 w 72"/>
                  <a:gd name="T25" fmla="*/ 3 h 69"/>
                  <a:gd name="T26" fmla="*/ 70 w 72"/>
                  <a:gd name="T27" fmla="*/ 4 h 69"/>
                  <a:gd name="T28" fmla="*/ 71 w 72"/>
                  <a:gd name="T29" fmla="*/ 6 h 69"/>
                  <a:gd name="T30" fmla="*/ 52 w 72"/>
                  <a:gd name="T31" fmla="*/ 45 h 69"/>
                  <a:gd name="T32" fmla="*/ 4 w 72"/>
                  <a:gd name="T33" fmla="*/ 67 h 69"/>
                  <a:gd name="T34" fmla="*/ 3 w 72"/>
                  <a:gd name="T35" fmla="*/ 6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2" h="69">
                    <a:moveTo>
                      <a:pt x="52" y="6"/>
                    </a:moveTo>
                    <a:cubicBezTo>
                      <a:pt x="46" y="13"/>
                      <a:pt x="34" y="26"/>
                      <a:pt x="32" y="29"/>
                    </a:cubicBezTo>
                    <a:cubicBezTo>
                      <a:pt x="31" y="32"/>
                      <a:pt x="18" y="49"/>
                      <a:pt x="10" y="59"/>
                    </a:cubicBezTo>
                    <a:cubicBezTo>
                      <a:pt x="25" y="53"/>
                      <a:pt x="46" y="44"/>
                      <a:pt x="50" y="41"/>
                    </a:cubicBezTo>
                    <a:cubicBezTo>
                      <a:pt x="54" y="38"/>
                      <a:pt x="61" y="20"/>
                      <a:pt x="65" y="7"/>
                    </a:cubicBezTo>
                    <a:lnTo>
                      <a:pt x="52" y="6"/>
                    </a:lnTo>
                    <a:close/>
                    <a:moveTo>
                      <a:pt x="3" y="68"/>
                    </a:moveTo>
                    <a:cubicBezTo>
                      <a:pt x="2" y="68"/>
                      <a:pt x="2" y="67"/>
                      <a:pt x="1" y="67"/>
                    </a:cubicBezTo>
                    <a:cubicBezTo>
                      <a:pt x="0" y="66"/>
                      <a:pt x="0" y="65"/>
                      <a:pt x="1" y="64"/>
                    </a:cubicBezTo>
                    <a:cubicBezTo>
                      <a:pt x="1" y="64"/>
                      <a:pt x="26" y="30"/>
                      <a:pt x="28" y="26"/>
                    </a:cubicBezTo>
                    <a:cubicBezTo>
                      <a:pt x="31" y="22"/>
                      <a:pt x="48" y="2"/>
                      <a:pt x="49" y="1"/>
                    </a:cubicBezTo>
                    <a:cubicBezTo>
                      <a:pt x="50" y="1"/>
                      <a:pt x="50" y="0"/>
                      <a:pt x="51" y="0"/>
                    </a:cubicBezTo>
                    <a:lnTo>
                      <a:pt x="69" y="3"/>
                    </a:lnTo>
                    <a:lnTo>
                      <a:pt x="70" y="4"/>
                    </a:lnTo>
                    <a:cubicBezTo>
                      <a:pt x="71" y="5"/>
                      <a:pt x="71" y="6"/>
                      <a:pt x="71" y="6"/>
                    </a:cubicBezTo>
                    <a:cubicBezTo>
                      <a:pt x="69" y="12"/>
                      <a:pt x="60" y="40"/>
                      <a:pt x="52" y="45"/>
                    </a:cubicBezTo>
                    <a:cubicBezTo>
                      <a:pt x="46" y="50"/>
                      <a:pt x="5" y="67"/>
                      <a:pt x="4" y="67"/>
                    </a:cubicBezTo>
                    <a:cubicBezTo>
                      <a:pt x="4" y="68"/>
                      <a:pt x="3" y="68"/>
                      <a:pt x="3" y="68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3" name="ïṩ1îḍé">
                <a:extLst>
                  <a:ext uri="{FF2B5EF4-FFF2-40B4-BE49-F238E27FC236}">
                    <a16:creationId xmlns:a16="http://schemas.microsoft.com/office/drawing/2014/main" id="{A128AAB6-9DD5-4D3B-A532-E27A534A0FA2}"/>
                  </a:ext>
                </a:extLst>
              </p:cNvPr>
              <p:cNvSpPr/>
              <p:nvPr/>
            </p:nvSpPr>
            <p:spPr bwMode="auto">
              <a:xfrm>
                <a:off x="5890294" y="6005839"/>
                <a:ext cx="115084" cy="144075"/>
              </a:xfrm>
              <a:custGeom>
                <a:avLst/>
                <a:gdLst>
                  <a:gd name="T0" fmla="*/ 23 w 54"/>
                  <a:gd name="T1" fmla="*/ 66 h 67"/>
                  <a:gd name="T2" fmla="*/ 8 w 54"/>
                  <a:gd name="T3" fmla="*/ 38 h 67"/>
                  <a:gd name="T4" fmla="*/ 1 w 54"/>
                  <a:gd name="T5" fmla="*/ 5 h 67"/>
                  <a:gd name="T6" fmla="*/ 53 w 54"/>
                  <a:gd name="T7" fmla="*/ 2 h 67"/>
                  <a:gd name="T8" fmla="*/ 23 w 54"/>
                  <a:gd name="T9" fmla="*/ 6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67">
                    <a:moveTo>
                      <a:pt x="23" y="66"/>
                    </a:moveTo>
                    <a:cubicBezTo>
                      <a:pt x="23" y="66"/>
                      <a:pt x="9" y="45"/>
                      <a:pt x="8" y="38"/>
                    </a:cubicBezTo>
                    <a:cubicBezTo>
                      <a:pt x="7" y="32"/>
                      <a:pt x="0" y="8"/>
                      <a:pt x="1" y="5"/>
                    </a:cubicBezTo>
                    <a:cubicBezTo>
                      <a:pt x="1" y="0"/>
                      <a:pt x="53" y="2"/>
                      <a:pt x="53" y="2"/>
                    </a:cubicBezTo>
                    <a:lnTo>
                      <a:pt x="23" y="66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4" name="îṥḷîḑe">
                <a:extLst>
                  <a:ext uri="{FF2B5EF4-FFF2-40B4-BE49-F238E27FC236}">
                    <a16:creationId xmlns:a16="http://schemas.microsoft.com/office/drawing/2014/main" id="{DFB4BAC2-60E3-430A-9C36-8F67CF5DA63F}"/>
                  </a:ext>
                </a:extLst>
              </p:cNvPr>
              <p:cNvSpPr/>
              <p:nvPr/>
            </p:nvSpPr>
            <p:spPr bwMode="auto">
              <a:xfrm>
                <a:off x="5890294" y="6005839"/>
                <a:ext cx="124678" cy="153677"/>
              </a:xfrm>
              <a:custGeom>
                <a:avLst/>
                <a:gdLst>
                  <a:gd name="T0" fmla="*/ 6 w 59"/>
                  <a:gd name="T1" fmla="*/ 6 h 70"/>
                  <a:gd name="T2" fmla="*/ 9 w 59"/>
                  <a:gd name="T3" fmla="*/ 25 h 70"/>
                  <a:gd name="T4" fmla="*/ 13 w 59"/>
                  <a:gd name="T5" fmla="*/ 39 h 70"/>
                  <a:gd name="T6" fmla="*/ 25 w 59"/>
                  <a:gd name="T7" fmla="*/ 62 h 70"/>
                  <a:gd name="T8" fmla="*/ 52 w 59"/>
                  <a:gd name="T9" fmla="*/ 6 h 70"/>
                  <a:gd name="T10" fmla="*/ 28 w 59"/>
                  <a:gd name="T11" fmla="*/ 5 h 70"/>
                  <a:gd name="T12" fmla="*/ 6 w 59"/>
                  <a:gd name="T13" fmla="*/ 6 h 70"/>
                  <a:gd name="T14" fmla="*/ 25 w 59"/>
                  <a:gd name="T15" fmla="*/ 69 h 70"/>
                  <a:gd name="T16" fmla="*/ 23 w 59"/>
                  <a:gd name="T17" fmla="*/ 68 h 70"/>
                  <a:gd name="T18" fmla="*/ 8 w 59"/>
                  <a:gd name="T19" fmla="*/ 39 h 70"/>
                  <a:gd name="T20" fmla="*/ 5 w 59"/>
                  <a:gd name="T21" fmla="*/ 26 h 70"/>
                  <a:gd name="T22" fmla="*/ 1 w 59"/>
                  <a:gd name="T23" fmla="*/ 5 h 70"/>
                  <a:gd name="T24" fmla="*/ 28 w 59"/>
                  <a:gd name="T25" fmla="*/ 0 h 70"/>
                  <a:gd name="T26" fmla="*/ 56 w 59"/>
                  <a:gd name="T27" fmla="*/ 1 h 70"/>
                  <a:gd name="T28" fmla="*/ 58 w 59"/>
                  <a:gd name="T29" fmla="*/ 2 h 70"/>
                  <a:gd name="T30" fmla="*/ 58 w 59"/>
                  <a:gd name="T31" fmla="*/ 4 h 70"/>
                  <a:gd name="T32" fmla="*/ 28 w 59"/>
                  <a:gd name="T33" fmla="*/ 68 h 70"/>
                  <a:gd name="T34" fmla="*/ 26 w 59"/>
                  <a:gd name="T35" fmla="*/ 69 h 70"/>
                  <a:gd name="T36" fmla="*/ 25 w 59"/>
                  <a:gd name="T37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9" h="70">
                    <a:moveTo>
                      <a:pt x="6" y="6"/>
                    </a:moveTo>
                    <a:cubicBezTo>
                      <a:pt x="6" y="10"/>
                      <a:pt x="8" y="20"/>
                      <a:pt x="9" y="25"/>
                    </a:cubicBezTo>
                    <a:cubicBezTo>
                      <a:pt x="11" y="31"/>
                      <a:pt x="12" y="36"/>
                      <a:pt x="13" y="39"/>
                    </a:cubicBezTo>
                    <a:cubicBezTo>
                      <a:pt x="13" y="42"/>
                      <a:pt x="20" y="54"/>
                      <a:pt x="25" y="62"/>
                    </a:cubicBezTo>
                    <a:lnTo>
                      <a:pt x="52" y="6"/>
                    </a:lnTo>
                    <a:cubicBezTo>
                      <a:pt x="47" y="5"/>
                      <a:pt x="37" y="5"/>
                      <a:pt x="28" y="5"/>
                    </a:cubicBezTo>
                    <a:cubicBezTo>
                      <a:pt x="12" y="5"/>
                      <a:pt x="7" y="6"/>
                      <a:pt x="6" y="6"/>
                    </a:cubicBezTo>
                    <a:close/>
                    <a:moveTo>
                      <a:pt x="25" y="69"/>
                    </a:moveTo>
                    <a:cubicBezTo>
                      <a:pt x="25" y="69"/>
                      <a:pt x="24" y="69"/>
                      <a:pt x="23" y="68"/>
                    </a:cubicBezTo>
                    <a:cubicBezTo>
                      <a:pt x="22" y="66"/>
                      <a:pt x="9" y="46"/>
                      <a:pt x="8" y="39"/>
                    </a:cubicBezTo>
                    <a:cubicBezTo>
                      <a:pt x="7" y="37"/>
                      <a:pt x="6" y="32"/>
                      <a:pt x="5" y="26"/>
                    </a:cubicBezTo>
                    <a:cubicBezTo>
                      <a:pt x="2" y="15"/>
                      <a:pt x="0" y="7"/>
                      <a:pt x="1" y="5"/>
                    </a:cubicBezTo>
                    <a:cubicBezTo>
                      <a:pt x="1" y="2"/>
                      <a:pt x="1" y="0"/>
                      <a:pt x="28" y="0"/>
                    </a:cubicBezTo>
                    <a:cubicBezTo>
                      <a:pt x="42" y="0"/>
                      <a:pt x="56" y="1"/>
                      <a:pt x="56" y="1"/>
                    </a:cubicBezTo>
                    <a:cubicBezTo>
                      <a:pt x="57" y="1"/>
                      <a:pt x="57" y="1"/>
                      <a:pt x="58" y="2"/>
                    </a:cubicBezTo>
                    <a:cubicBezTo>
                      <a:pt x="58" y="3"/>
                      <a:pt x="58" y="4"/>
                      <a:pt x="58" y="4"/>
                    </a:cubicBezTo>
                    <a:lnTo>
                      <a:pt x="28" y="68"/>
                    </a:lnTo>
                    <a:cubicBezTo>
                      <a:pt x="27" y="69"/>
                      <a:pt x="26" y="69"/>
                      <a:pt x="26" y="69"/>
                    </a:cubicBezTo>
                    <a:lnTo>
                      <a:pt x="25" y="69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5" name="î$1ïḋê">
                <a:extLst>
                  <a:ext uri="{FF2B5EF4-FFF2-40B4-BE49-F238E27FC236}">
                    <a16:creationId xmlns:a16="http://schemas.microsoft.com/office/drawing/2014/main" id="{B28C4A4B-6426-49D8-AC02-A2F1DB35BF9E}"/>
                  </a:ext>
                </a:extLst>
              </p:cNvPr>
              <p:cNvSpPr/>
              <p:nvPr/>
            </p:nvSpPr>
            <p:spPr bwMode="auto">
              <a:xfrm>
                <a:off x="5602584" y="4267372"/>
                <a:ext cx="565834" cy="1834514"/>
              </a:xfrm>
              <a:custGeom>
                <a:avLst/>
                <a:gdLst>
                  <a:gd name="T0" fmla="*/ 0 w 260"/>
                  <a:gd name="T1" fmla="*/ 10 h 843"/>
                  <a:gd name="T2" fmla="*/ 194 w 260"/>
                  <a:gd name="T3" fmla="*/ 18 h 843"/>
                  <a:gd name="T4" fmla="*/ 197 w 260"/>
                  <a:gd name="T5" fmla="*/ 128 h 843"/>
                  <a:gd name="T6" fmla="*/ 192 w 260"/>
                  <a:gd name="T7" fmla="*/ 279 h 843"/>
                  <a:gd name="T8" fmla="*/ 208 w 260"/>
                  <a:gd name="T9" fmla="*/ 315 h 843"/>
                  <a:gd name="T10" fmla="*/ 207 w 260"/>
                  <a:gd name="T11" fmla="*/ 435 h 843"/>
                  <a:gd name="T12" fmla="*/ 222 w 260"/>
                  <a:gd name="T13" fmla="*/ 482 h 843"/>
                  <a:gd name="T14" fmla="*/ 208 w 260"/>
                  <a:gd name="T15" fmla="*/ 579 h 843"/>
                  <a:gd name="T16" fmla="*/ 228 w 260"/>
                  <a:gd name="T17" fmla="*/ 727 h 843"/>
                  <a:gd name="T18" fmla="*/ 256 w 260"/>
                  <a:gd name="T19" fmla="*/ 776 h 843"/>
                  <a:gd name="T20" fmla="*/ 233 w 260"/>
                  <a:gd name="T21" fmla="*/ 815 h 843"/>
                  <a:gd name="T22" fmla="*/ 226 w 260"/>
                  <a:gd name="T23" fmla="*/ 840 h 843"/>
                  <a:gd name="T24" fmla="*/ 96 w 260"/>
                  <a:gd name="T25" fmla="*/ 814 h 843"/>
                  <a:gd name="T26" fmla="*/ 100 w 260"/>
                  <a:gd name="T27" fmla="*/ 751 h 843"/>
                  <a:gd name="T28" fmla="*/ 90 w 260"/>
                  <a:gd name="T29" fmla="*/ 704 h 843"/>
                  <a:gd name="T30" fmla="*/ 49 w 260"/>
                  <a:gd name="T31" fmla="*/ 453 h 843"/>
                  <a:gd name="T32" fmla="*/ 16 w 260"/>
                  <a:gd name="T33" fmla="*/ 302 h 843"/>
                  <a:gd name="T34" fmla="*/ 9 w 260"/>
                  <a:gd name="T35" fmla="*/ 122 h 843"/>
                  <a:gd name="T36" fmla="*/ 0 w 260"/>
                  <a:gd name="T37" fmla="*/ 1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0" h="843">
                    <a:moveTo>
                      <a:pt x="0" y="10"/>
                    </a:moveTo>
                    <a:cubicBezTo>
                      <a:pt x="0" y="10"/>
                      <a:pt x="185" y="0"/>
                      <a:pt x="194" y="18"/>
                    </a:cubicBezTo>
                    <a:cubicBezTo>
                      <a:pt x="202" y="36"/>
                      <a:pt x="203" y="105"/>
                      <a:pt x="197" y="128"/>
                    </a:cubicBezTo>
                    <a:cubicBezTo>
                      <a:pt x="190" y="151"/>
                      <a:pt x="205" y="196"/>
                      <a:pt x="192" y="279"/>
                    </a:cubicBezTo>
                    <a:cubicBezTo>
                      <a:pt x="191" y="284"/>
                      <a:pt x="208" y="303"/>
                      <a:pt x="208" y="315"/>
                    </a:cubicBezTo>
                    <a:cubicBezTo>
                      <a:pt x="210" y="348"/>
                      <a:pt x="207" y="435"/>
                      <a:pt x="207" y="435"/>
                    </a:cubicBezTo>
                    <a:cubicBezTo>
                      <a:pt x="207" y="435"/>
                      <a:pt x="220" y="463"/>
                      <a:pt x="222" y="482"/>
                    </a:cubicBezTo>
                    <a:cubicBezTo>
                      <a:pt x="223" y="502"/>
                      <a:pt x="210" y="564"/>
                      <a:pt x="208" y="579"/>
                    </a:cubicBezTo>
                    <a:cubicBezTo>
                      <a:pt x="207" y="594"/>
                      <a:pt x="228" y="727"/>
                      <a:pt x="228" y="727"/>
                    </a:cubicBezTo>
                    <a:cubicBezTo>
                      <a:pt x="228" y="727"/>
                      <a:pt x="253" y="761"/>
                      <a:pt x="256" y="776"/>
                    </a:cubicBezTo>
                    <a:cubicBezTo>
                      <a:pt x="259" y="791"/>
                      <a:pt x="233" y="815"/>
                      <a:pt x="233" y="815"/>
                    </a:cubicBezTo>
                    <a:cubicBezTo>
                      <a:pt x="233" y="815"/>
                      <a:pt x="236" y="842"/>
                      <a:pt x="226" y="840"/>
                    </a:cubicBezTo>
                    <a:cubicBezTo>
                      <a:pt x="217" y="838"/>
                      <a:pt x="98" y="830"/>
                      <a:pt x="96" y="814"/>
                    </a:cubicBezTo>
                    <a:cubicBezTo>
                      <a:pt x="95" y="799"/>
                      <a:pt x="98" y="756"/>
                      <a:pt x="100" y="751"/>
                    </a:cubicBezTo>
                    <a:cubicBezTo>
                      <a:pt x="101" y="746"/>
                      <a:pt x="100" y="727"/>
                      <a:pt x="90" y="704"/>
                    </a:cubicBezTo>
                    <a:cubicBezTo>
                      <a:pt x="73" y="666"/>
                      <a:pt x="49" y="466"/>
                      <a:pt x="49" y="453"/>
                    </a:cubicBezTo>
                    <a:cubicBezTo>
                      <a:pt x="49" y="440"/>
                      <a:pt x="19" y="322"/>
                      <a:pt x="16" y="302"/>
                    </a:cubicBezTo>
                    <a:cubicBezTo>
                      <a:pt x="12" y="282"/>
                      <a:pt x="10" y="134"/>
                      <a:pt x="9" y="122"/>
                    </a:cubicBezTo>
                    <a:cubicBezTo>
                      <a:pt x="7" y="111"/>
                      <a:pt x="0" y="15"/>
                      <a:pt x="0" y="1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96" name="îSľiḓe">
                <a:extLst>
                  <a:ext uri="{FF2B5EF4-FFF2-40B4-BE49-F238E27FC236}">
                    <a16:creationId xmlns:a16="http://schemas.microsoft.com/office/drawing/2014/main" id="{13730E92-5441-4A37-BD91-28CAD40292CC}"/>
                  </a:ext>
                </a:extLst>
              </p:cNvPr>
              <p:cNvSpPr/>
              <p:nvPr/>
            </p:nvSpPr>
            <p:spPr bwMode="auto">
              <a:xfrm>
                <a:off x="5602584" y="4276973"/>
                <a:ext cx="575420" cy="1824913"/>
              </a:xfrm>
              <a:custGeom>
                <a:avLst/>
                <a:gdLst>
                  <a:gd name="T0" fmla="*/ 5 w 265"/>
                  <a:gd name="T1" fmla="*/ 8 h 839"/>
                  <a:gd name="T2" fmla="*/ 15 w 265"/>
                  <a:gd name="T3" fmla="*/ 116 h 839"/>
                  <a:gd name="T4" fmla="*/ 17 w 265"/>
                  <a:gd name="T5" fmla="*/ 182 h 839"/>
                  <a:gd name="T6" fmla="*/ 21 w 265"/>
                  <a:gd name="T7" fmla="*/ 297 h 839"/>
                  <a:gd name="T8" fmla="*/ 34 w 265"/>
                  <a:gd name="T9" fmla="*/ 354 h 839"/>
                  <a:gd name="T10" fmla="*/ 54 w 265"/>
                  <a:gd name="T11" fmla="*/ 448 h 839"/>
                  <a:gd name="T12" fmla="*/ 95 w 265"/>
                  <a:gd name="T13" fmla="*/ 699 h 839"/>
                  <a:gd name="T14" fmla="*/ 105 w 265"/>
                  <a:gd name="T15" fmla="*/ 748 h 839"/>
                  <a:gd name="T16" fmla="*/ 102 w 265"/>
                  <a:gd name="T17" fmla="*/ 809 h 839"/>
                  <a:gd name="T18" fmla="*/ 146 w 265"/>
                  <a:gd name="T19" fmla="*/ 824 h 839"/>
                  <a:gd name="T20" fmla="*/ 216 w 265"/>
                  <a:gd name="T21" fmla="*/ 832 h 839"/>
                  <a:gd name="T22" fmla="*/ 229 w 265"/>
                  <a:gd name="T23" fmla="*/ 833 h 839"/>
                  <a:gd name="T24" fmla="*/ 231 w 265"/>
                  <a:gd name="T25" fmla="*/ 833 h 839"/>
                  <a:gd name="T26" fmla="*/ 233 w 265"/>
                  <a:gd name="T27" fmla="*/ 811 h 839"/>
                  <a:gd name="T28" fmla="*/ 234 w 265"/>
                  <a:gd name="T29" fmla="*/ 809 h 839"/>
                  <a:gd name="T30" fmla="*/ 256 w 265"/>
                  <a:gd name="T31" fmla="*/ 772 h 839"/>
                  <a:gd name="T32" fmla="*/ 229 w 265"/>
                  <a:gd name="T33" fmla="*/ 724 h 839"/>
                  <a:gd name="T34" fmla="*/ 228 w 265"/>
                  <a:gd name="T35" fmla="*/ 723 h 839"/>
                  <a:gd name="T36" fmla="*/ 209 w 265"/>
                  <a:gd name="T37" fmla="*/ 574 h 839"/>
                  <a:gd name="T38" fmla="*/ 212 w 265"/>
                  <a:gd name="T39" fmla="*/ 551 h 839"/>
                  <a:gd name="T40" fmla="*/ 222 w 265"/>
                  <a:gd name="T41" fmla="*/ 478 h 839"/>
                  <a:gd name="T42" fmla="*/ 207 w 265"/>
                  <a:gd name="T43" fmla="*/ 431 h 839"/>
                  <a:gd name="T44" fmla="*/ 207 w 265"/>
                  <a:gd name="T45" fmla="*/ 430 h 839"/>
                  <a:gd name="T46" fmla="*/ 209 w 265"/>
                  <a:gd name="T47" fmla="*/ 310 h 839"/>
                  <a:gd name="T48" fmla="*/ 198 w 265"/>
                  <a:gd name="T49" fmla="*/ 288 h 839"/>
                  <a:gd name="T50" fmla="*/ 192 w 265"/>
                  <a:gd name="T51" fmla="*/ 274 h 839"/>
                  <a:gd name="T52" fmla="*/ 196 w 265"/>
                  <a:gd name="T53" fmla="*/ 162 h 839"/>
                  <a:gd name="T54" fmla="*/ 197 w 265"/>
                  <a:gd name="T55" fmla="*/ 123 h 839"/>
                  <a:gd name="T56" fmla="*/ 194 w 265"/>
                  <a:gd name="T57" fmla="*/ 15 h 839"/>
                  <a:gd name="T58" fmla="*/ 102 w 265"/>
                  <a:gd name="T59" fmla="*/ 5 h 839"/>
                  <a:gd name="T60" fmla="*/ 5 w 265"/>
                  <a:gd name="T61" fmla="*/ 8 h 839"/>
                  <a:gd name="T62" fmla="*/ 230 w 265"/>
                  <a:gd name="T63" fmla="*/ 838 h 839"/>
                  <a:gd name="T64" fmla="*/ 230 w 265"/>
                  <a:gd name="T65" fmla="*/ 838 h 839"/>
                  <a:gd name="T66" fmla="*/ 229 w 265"/>
                  <a:gd name="T67" fmla="*/ 838 h 839"/>
                  <a:gd name="T68" fmla="*/ 215 w 265"/>
                  <a:gd name="T69" fmla="*/ 837 h 839"/>
                  <a:gd name="T70" fmla="*/ 97 w 265"/>
                  <a:gd name="T71" fmla="*/ 810 h 839"/>
                  <a:gd name="T72" fmla="*/ 100 w 265"/>
                  <a:gd name="T73" fmla="*/ 746 h 839"/>
                  <a:gd name="T74" fmla="*/ 90 w 265"/>
                  <a:gd name="T75" fmla="*/ 700 h 839"/>
                  <a:gd name="T76" fmla="*/ 49 w 265"/>
                  <a:gd name="T77" fmla="*/ 448 h 839"/>
                  <a:gd name="T78" fmla="*/ 29 w 265"/>
                  <a:gd name="T79" fmla="*/ 355 h 839"/>
                  <a:gd name="T80" fmla="*/ 16 w 265"/>
                  <a:gd name="T81" fmla="*/ 298 h 839"/>
                  <a:gd name="T82" fmla="*/ 12 w 265"/>
                  <a:gd name="T83" fmla="*/ 182 h 839"/>
                  <a:gd name="T84" fmla="*/ 10 w 265"/>
                  <a:gd name="T85" fmla="*/ 117 h 839"/>
                  <a:gd name="T86" fmla="*/ 0 w 265"/>
                  <a:gd name="T87" fmla="*/ 5 h 839"/>
                  <a:gd name="T88" fmla="*/ 2 w 265"/>
                  <a:gd name="T89" fmla="*/ 3 h 839"/>
                  <a:gd name="T90" fmla="*/ 102 w 265"/>
                  <a:gd name="T91" fmla="*/ 0 h 839"/>
                  <a:gd name="T92" fmla="*/ 198 w 265"/>
                  <a:gd name="T93" fmla="*/ 12 h 839"/>
                  <a:gd name="T94" fmla="*/ 202 w 265"/>
                  <a:gd name="T95" fmla="*/ 124 h 839"/>
                  <a:gd name="T96" fmla="*/ 201 w 265"/>
                  <a:gd name="T97" fmla="*/ 162 h 839"/>
                  <a:gd name="T98" fmla="*/ 197 w 265"/>
                  <a:gd name="T99" fmla="*/ 275 h 839"/>
                  <a:gd name="T100" fmla="*/ 203 w 265"/>
                  <a:gd name="T101" fmla="*/ 286 h 839"/>
                  <a:gd name="T102" fmla="*/ 213 w 265"/>
                  <a:gd name="T103" fmla="*/ 310 h 839"/>
                  <a:gd name="T104" fmla="*/ 212 w 265"/>
                  <a:gd name="T105" fmla="*/ 430 h 839"/>
                  <a:gd name="T106" fmla="*/ 227 w 265"/>
                  <a:gd name="T107" fmla="*/ 478 h 839"/>
                  <a:gd name="T108" fmla="*/ 217 w 265"/>
                  <a:gd name="T109" fmla="*/ 551 h 839"/>
                  <a:gd name="T110" fmla="*/ 213 w 265"/>
                  <a:gd name="T111" fmla="*/ 575 h 839"/>
                  <a:gd name="T112" fmla="*/ 233 w 265"/>
                  <a:gd name="T113" fmla="*/ 722 h 839"/>
                  <a:gd name="T114" fmla="*/ 261 w 265"/>
                  <a:gd name="T115" fmla="*/ 771 h 839"/>
                  <a:gd name="T116" fmla="*/ 238 w 265"/>
                  <a:gd name="T117" fmla="*/ 812 h 839"/>
                  <a:gd name="T118" fmla="*/ 235 w 265"/>
                  <a:gd name="T119" fmla="*/ 836 h 839"/>
                  <a:gd name="T120" fmla="*/ 230 w 265"/>
                  <a:gd name="T121" fmla="*/ 838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65" h="839">
                    <a:moveTo>
                      <a:pt x="5" y="8"/>
                    </a:moveTo>
                    <a:cubicBezTo>
                      <a:pt x="6" y="23"/>
                      <a:pt x="13" y="106"/>
                      <a:pt x="15" y="116"/>
                    </a:cubicBezTo>
                    <a:cubicBezTo>
                      <a:pt x="15" y="121"/>
                      <a:pt x="16" y="148"/>
                      <a:pt x="17" y="182"/>
                    </a:cubicBezTo>
                    <a:cubicBezTo>
                      <a:pt x="18" y="228"/>
                      <a:pt x="19" y="285"/>
                      <a:pt x="21" y="297"/>
                    </a:cubicBezTo>
                    <a:cubicBezTo>
                      <a:pt x="22" y="305"/>
                      <a:pt x="28" y="327"/>
                      <a:pt x="34" y="354"/>
                    </a:cubicBezTo>
                    <a:cubicBezTo>
                      <a:pt x="43" y="394"/>
                      <a:pt x="54" y="440"/>
                      <a:pt x="54" y="448"/>
                    </a:cubicBezTo>
                    <a:cubicBezTo>
                      <a:pt x="54" y="463"/>
                      <a:pt x="79" y="662"/>
                      <a:pt x="95" y="699"/>
                    </a:cubicBezTo>
                    <a:cubicBezTo>
                      <a:pt x="105" y="722"/>
                      <a:pt x="107" y="742"/>
                      <a:pt x="105" y="748"/>
                    </a:cubicBezTo>
                    <a:cubicBezTo>
                      <a:pt x="103" y="752"/>
                      <a:pt x="100" y="794"/>
                      <a:pt x="102" y="809"/>
                    </a:cubicBezTo>
                    <a:cubicBezTo>
                      <a:pt x="102" y="810"/>
                      <a:pt x="104" y="817"/>
                      <a:pt x="146" y="824"/>
                    </a:cubicBezTo>
                    <a:cubicBezTo>
                      <a:pt x="171" y="827"/>
                      <a:pt x="199" y="830"/>
                      <a:pt x="216" y="832"/>
                    </a:cubicBezTo>
                    <a:cubicBezTo>
                      <a:pt x="223" y="833"/>
                      <a:pt x="228" y="833"/>
                      <a:pt x="229" y="833"/>
                    </a:cubicBezTo>
                    <a:cubicBezTo>
                      <a:pt x="230" y="833"/>
                      <a:pt x="231" y="834"/>
                      <a:pt x="231" y="833"/>
                    </a:cubicBezTo>
                    <a:cubicBezTo>
                      <a:pt x="234" y="829"/>
                      <a:pt x="234" y="818"/>
                      <a:pt x="233" y="811"/>
                    </a:cubicBezTo>
                    <a:cubicBezTo>
                      <a:pt x="233" y="811"/>
                      <a:pt x="233" y="810"/>
                      <a:pt x="234" y="809"/>
                    </a:cubicBezTo>
                    <a:cubicBezTo>
                      <a:pt x="241" y="803"/>
                      <a:pt x="259" y="783"/>
                      <a:pt x="256" y="772"/>
                    </a:cubicBezTo>
                    <a:cubicBezTo>
                      <a:pt x="253" y="758"/>
                      <a:pt x="229" y="724"/>
                      <a:pt x="229" y="724"/>
                    </a:cubicBezTo>
                    <a:cubicBezTo>
                      <a:pt x="228" y="724"/>
                      <a:pt x="228" y="723"/>
                      <a:pt x="228" y="723"/>
                    </a:cubicBezTo>
                    <a:cubicBezTo>
                      <a:pt x="227" y="717"/>
                      <a:pt x="207" y="589"/>
                      <a:pt x="209" y="574"/>
                    </a:cubicBezTo>
                    <a:cubicBezTo>
                      <a:pt x="209" y="570"/>
                      <a:pt x="211" y="561"/>
                      <a:pt x="212" y="551"/>
                    </a:cubicBezTo>
                    <a:cubicBezTo>
                      <a:pt x="217" y="527"/>
                      <a:pt x="223" y="492"/>
                      <a:pt x="222" y="478"/>
                    </a:cubicBezTo>
                    <a:cubicBezTo>
                      <a:pt x="220" y="459"/>
                      <a:pt x="207" y="432"/>
                      <a:pt x="207" y="431"/>
                    </a:cubicBezTo>
                    <a:cubicBezTo>
                      <a:pt x="207" y="431"/>
                      <a:pt x="207" y="431"/>
                      <a:pt x="207" y="430"/>
                    </a:cubicBezTo>
                    <a:cubicBezTo>
                      <a:pt x="207" y="429"/>
                      <a:pt x="210" y="343"/>
                      <a:pt x="209" y="310"/>
                    </a:cubicBezTo>
                    <a:cubicBezTo>
                      <a:pt x="208" y="305"/>
                      <a:pt x="203" y="295"/>
                      <a:pt x="198" y="288"/>
                    </a:cubicBezTo>
                    <a:cubicBezTo>
                      <a:pt x="194" y="281"/>
                      <a:pt x="192" y="277"/>
                      <a:pt x="192" y="274"/>
                    </a:cubicBezTo>
                    <a:cubicBezTo>
                      <a:pt x="200" y="224"/>
                      <a:pt x="198" y="188"/>
                      <a:pt x="196" y="162"/>
                    </a:cubicBezTo>
                    <a:cubicBezTo>
                      <a:pt x="195" y="145"/>
                      <a:pt x="195" y="132"/>
                      <a:pt x="197" y="123"/>
                    </a:cubicBezTo>
                    <a:cubicBezTo>
                      <a:pt x="204" y="99"/>
                      <a:pt x="202" y="32"/>
                      <a:pt x="194" y="15"/>
                    </a:cubicBezTo>
                    <a:cubicBezTo>
                      <a:pt x="193" y="12"/>
                      <a:pt x="183" y="5"/>
                      <a:pt x="102" y="5"/>
                    </a:cubicBezTo>
                    <a:cubicBezTo>
                      <a:pt x="60" y="5"/>
                      <a:pt x="16" y="7"/>
                      <a:pt x="5" y="8"/>
                    </a:cubicBezTo>
                    <a:close/>
                    <a:moveTo>
                      <a:pt x="230" y="838"/>
                    </a:moveTo>
                    <a:lnTo>
                      <a:pt x="230" y="838"/>
                    </a:lnTo>
                    <a:cubicBezTo>
                      <a:pt x="229" y="838"/>
                      <a:pt x="229" y="838"/>
                      <a:pt x="229" y="838"/>
                    </a:cubicBezTo>
                    <a:cubicBezTo>
                      <a:pt x="227" y="838"/>
                      <a:pt x="222" y="837"/>
                      <a:pt x="215" y="837"/>
                    </a:cubicBezTo>
                    <a:cubicBezTo>
                      <a:pt x="132" y="829"/>
                      <a:pt x="98" y="821"/>
                      <a:pt x="97" y="810"/>
                    </a:cubicBezTo>
                    <a:cubicBezTo>
                      <a:pt x="95" y="795"/>
                      <a:pt x="98" y="752"/>
                      <a:pt x="100" y="746"/>
                    </a:cubicBezTo>
                    <a:cubicBezTo>
                      <a:pt x="102" y="742"/>
                      <a:pt x="100" y="723"/>
                      <a:pt x="90" y="700"/>
                    </a:cubicBezTo>
                    <a:cubicBezTo>
                      <a:pt x="74" y="663"/>
                      <a:pt x="49" y="463"/>
                      <a:pt x="49" y="448"/>
                    </a:cubicBezTo>
                    <a:cubicBezTo>
                      <a:pt x="49" y="441"/>
                      <a:pt x="38" y="393"/>
                      <a:pt x="29" y="355"/>
                    </a:cubicBezTo>
                    <a:cubicBezTo>
                      <a:pt x="23" y="328"/>
                      <a:pt x="18" y="306"/>
                      <a:pt x="16" y="298"/>
                    </a:cubicBezTo>
                    <a:cubicBezTo>
                      <a:pt x="14" y="286"/>
                      <a:pt x="13" y="231"/>
                      <a:pt x="12" y="182"/>
                    </a:cubicBezTo>
                    <a:cubicBezTo>
                      <a:pt x="11" y="150"/>
                      <a:pt x="10" y="122"/>
                      <a:pt x="10" y="117"/>
                    </a:cubicBezTo>
                    <a:cubicBezTo>
                      <a:pt x="8" y="105"/>
                      <a:pt x="0" y="10"/>
                      <a:pt x="0" y="5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3" y="3"/>
                      <a:pt x="53" y="0"/>
                      <a:pt x="102" y="0"/>
                    </a:cubicBezTo>
                    <a:cubicBezTo>
                      <a:pt x="193" y="0"/>
                      <a:pt x="197" y="9"/>
                      <a:pt x="198" y="12"/>
                    </a:cubicBezTo>
                    <a:cubicBezTo>
                      <a:pt x="207" y="31"/>
                      <a:pt x="209" y="99"/>
                      <a:pt x="202" y="124"/>
                    </a:cubicBezTo>
                    <a:cubicBezTo>
                      <a:pt x="199" y="133"/>
                      <a:pt x="200" y="145"/>
                      <a:pt x="201" y="162"/>
                    </a:cubicBezTo>
                    <a:cubicBezTo>
                      <a:pt x="203" y="188"/>
                      <a:pt x="205" y="224"/>
                      <a:pt x="197" y="275"/>
                    </a:cubicBezTo>
                    <a:cubicBezTo>
                      <a:pt x="197" y="276"/>
                      <a:pt x="200" y="282"/>
                      <a:pt x="203" y="286"/>
                    </a:cubicBezTo>
                    <a:cubicBezTo>
                      <a:pt x="207" y="293"/>
                      <a:pt x="213" y="303"/>
                      <a:pt x="213" y="310"/>
                    </a:cubicBezTo>
                    <a:cubicBezTo>
                      <a:pt x="215" y="342"/>
                      <a:pt x="212" y="422"/>
                      <a:pt x="212" y="430"/>
                    </a:cubicBezTo>
                    <a:cubicBezTo>
                      <a:pt x="214" y="434"/>
                      <a:pt x="225" y="459"/>
                      <a:pt x="227" y="478"/>
                    </a:cubicBezTo>
                    <a:cubicBezTo>
                      <a:pt x="228" y="492"/>
                      <a:pt x="222" y="526"/>
                      <a:pt x="217" y="551"/>
                    </a:cubicBezTo>
                    <a:cubicBezTo>
                      <a:pt x="215" y="562"/>
                      <a:pt x="214" y="570"/>
                      <a:pt x="213" y="575"/>
                    </a:cubicBezTo>
                    <a:cubicBezTo>
                      <a:pt x="212" y="587"/>
                      <a:pt x="226" y="676"/>
                      <a:pt x="233" y="722"/>
                    </a:cubicBezTo>
                    <a:cubicBezTo>
                      <a:pt x="236" y="726"/>
                      <a:pt x="258" y="757"/>
                      <a:pt x="261" y="771"/>
                    </a:cubicBezTo>
                    <a:cubicBezTo>
                      <a:pt x="264" y="786"/>
                      <a:pt x="243" y="807"/>
                      <a:pt x="238" y="812"/>
                    </a:cubicBezTo>
                    <a:cubicBezTo>
                      <a:pt x="238" y="817"/>
                      <a:pt x="240" y="831"/>
                      <a:pt x="235" y="836"/>
                    </a:cubicBezTo>
                    <a:cubicBezTo>
                      <a:pt x="234" y="837"/>
                      <a:pt x="232" y="838"/>
                      <a:pt x="230" y="838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7" name="î$ľïďè">
                <a:extLst>
                  <a:ext uri="{FF2B5EF4-FFF2-40B4-BE49-F238E27FC236}">
                    <a16:creationId xmlns:a16="http://schemas.microsoft.com/office/drawing/2014/main" id="{4A53F449-4B30-41B2-99E8-1C914DF07DF7}"/>
                  </a:ext>
                </a:extLst>
              </p:cNvPr>
              <p:cNvSpPr/>
              <p:nvPr/>
            </p:nvSpPr>
            <p:spPr bwMode="auto">
              <a:xfrm>
                <a:off x="6139643" y="4190532"/>
                <a:ext cx="585013" cy="2084240"/>
              </a:xfrm>
              <a:custGeom>
                <a:avLst/>
                <a:gdLst>
                  <a:gd name="T0" fmla="*/ 13 w 268"/>
                  <a:gd name="T1" fmla="*/ 44 h 958"/>
                  <a:gd name="T2" fmla="*/ 216 w 268"/>
                  <a:gd name="T3" fmla="*/ 59 h 958"/>
                  <a:gd name="T4" fmla="*/ 219 w 268"/>
                  <a:gd name="T5" fmla="*/ 193 h 958"/>
                  <a:gd name="T6" fmla="*/ 211 w 268"/>
                  <a:gd name="T7" fmla="*/ 247 h 958"/>
                  <a:gd name="T8" fmla="*/ 238 w 268"/>
                  <a:gd name="T9" fmla="*/ 318 h 958"/>
                  <a:gd name="T10" fmla="*/ 249 w 268"/>
                  <a:gd name="T11" fmla="*/ 569 h 958"/>
                  <a:gd name="T12" fmla="*/ 238 w 268"/>
                  <a:gd name="T13" fmla="*/ 792 h 958"/>
                  <a:gd name="T14" fmla="*/ 265 w 268"/>
                  <a:gd name="T15" fmla="*/ 869 h 958"/>
                  <a:gd name="T16" fmla="*/ 253 w 268"/>
                  <a:gd name="T17" fmla="*/ 933 h 958"/>
                  <a:gd name="T18" fmla="*/ 131 w 268"/>
                  <a:gd name="T19" fmla="*/ 935 h 958"/>
                  <a:gd name="T20" fmla="*/ 97 w 268"/>
                  <a:gd name="T21" fmla="*/ 836 h 958"/>
                  <a:gd name="T22" fmla="*/ 106 w 268"/>
                  <a:gd name="T23" fmla="*/ 657 h 958"/>
                  <a:gd name="T24" fmla="*/ 92 w 268"/>
                  <a:gd name="T25" fmla="*/ 544 h 958"/>
                  <a:gd name="T26" fmla="*/ 43 w 268"/>
                  <a:gd name="T27" fmla="*/ 183 h 958"/>
                  <a:gd name="T28" fmla="*/ 13 w 268"/>
                  <a:gd name="T29" fmla="*/ 44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8" h="958">
                    <a:moveTo>
                      <a:pt x="13" y="44"/>
                    </a:moveTo>
                    <a:cubicBezTo>
                      <a:pt x="40" y="0"/>
                      <a:pt x="208" y="40"/>
                      <a:pt x="216" y="59"/>
                    </a:cubicBezTo>
                    <a:cubicBezTo>
                      <a:pt x="225" y="77"/>
                      <a:pt x="213" y="170"/>
                      <a:pt x="219" y="193"/>
                    </a:cubicBezTo>
                    <a:cubicBezTo>
                      <a:pt x="226" y="216"/>
                      <a:pt x="211" y="247"/>
                      <a:pt x="211" y="247"/>
                    </a:cubicBezTo>
                    <a:cubicBezTo>
                      <a:pt x="211" y="247"/>
                      <a:pt x="239" y="278"/>
                      <a:pt x="238" y="318"/>
                    </a:cubicBezTo>
                    <a:cubicBezTo>
                      <a:pt x="237" y="348"/>
                      <a:pt x="247" y="548"/>
                      <a:pt x="249" y="569"/>
                    </a:cubicBezTo>
                    <a:cubicBezTo>
                      <a:pt x="251" y="590"/>
                      <a:pt x="238" y="775"/>
                      <a:pt x="238" y="792"/>
                    </a:cubicBezTo>
                    <a:cubicBezTo>
                      <a:pt x="238" y="808"/>
                      <a:pt x="267" y="848"/>
                      <a:pt x="265" y="869"/>
                    </a:cubicBezTo>
                    <a:cubicBezTo>
                      <a:pt x="264" y="891"/>
                      <a:pt x="253" y="933"/>
                      <a:pt x="253" y="933"/>
                    </a:cubicBezTo>
                    <a:cubicBezTo>
                      <a:pt x="234" y="951"/>
                      <a:pt x="149" y="957"/>
                      <a:pt x="131" y="935"/>
                    </a:cubicBezTo>
                    <a:cubicBezTo>
                      <a:pt x="118" y="918"/>
                      <a:pt x="102" y="849"/>
                      <a:pt x="97" y="836"/>
                    </a:cubicBezTo>
                    <a:cubicBezTo>
                      <a:pt x="92" y="823"/>
                      <a:pt x="103" y="681"/>
                      <a:pt x="106" y="657"/>
                    </a:cubicBezTo>
                    <a:cubicBezTo>
                      <a:pt x="110" y="634"/>
                      <a:pt x="92" y="588"/>
                      <a:pt x="92" y="544"/>
                    </a:cubicBezTo>
                    <a:cubicBezTo>
                      <a:pt x="92" y="482"/>
                      <a:pt x="43" y="212"/>
                      <a:pt x="43" y="183"/>
                    </a:cubicBezTo>
                    <a:cubicBezTo>
                      <a:pt x="43" y="153"/>
                      <a:pt x="0" y="65"/>
                      <a:pt x="13" y="44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98" name="îṣlïḓe">
                <a:extLst>
                  <a:ext uri="{FF2B5EF4-FFF2-40B4-BE49-F238E27FC236}">
                    <a16:creationId xmlns:a16="http://schemas.microsoft.com/office/drawing/2014/main" id="{7D51B418-B8A1-4847-B3C4-8DF176F32528}"/>
                  </a:ext>
                </a:extLst>
              </p:cNvPr>
              <p:cNvSpPr/>
              <p:nvPr/>
            </p:nvSpPr>
            <p:spPr bwMode="auto">
              <a:xfrm>
                <a:off x="6149238" y="4238553"/>
                <a:ext cx="585008" cy="2026617"/>
              </a:xfrm>
              <a:custGeom>
                <a:avLst/>
                <a:gdLst>
                  <a:gd name="T0" fmla="*/ 72 w 267"/>
                  <a:gd name="T1" fmla="*/ 5 h 932"/>
                  <a:gd name="T2" fmla="*/ 12 w 267"/>
                  <a:gd name="T3" fmla="*/ 23 h 932"/>
                  <a:gd name="T4" fmla="*/ 27 w 267"/>
                  <a:gd name="T5" fmla="*/ 103 h 932"/>
                  <a:gd name="T6" fmla="*/ 42 w 267"/>
                  <a:gd name="T7" fmla="*/ 161 h 932"/>
                  <a:gd name="T8" fmla="*/ 60 w 267"/>
                  <a:gd name="T9" fmla="*/ 287 h 932"/>
                  <a:gd name="T10" fmla="*/ 91 w 267"/>
                  <a:gd name="T11" fmla="*/ 523 h 932"/>
                  <a:gd name="T12" fmla="*/ 100 w 267"/>
                  <a:gd name="T13" fmla="*/ 588 h 932"/>
                  <a:gd name="T14" fmla="*/ 106 w 267"/>
                  <a:gd name="T15" fmla="*/ 636 h 932"/>
                  <a:gd name="T16" fmla="*/ 96 w 267"/>
                  <a:gd name="T17" fmla="*/ 814 h 932"/>
                  <a:gd name="T18" fmla="*/ 103 w 267"/>
                  <a:gd name="T19" fmla="*/ 836 h 932"/>
                  <a:gd name="T20" fmla="*/ 130 w 267"/>
                  <a:gd name="T21" fmla="*/ 912 h 932"/>
                  <a:gd name="T22" fmla="*/ 182 w 267"/>
                  <a:gd name="T23" fmla="*/ 926 h 932"/>
                  <a:gd name="T24" fmla="*/ 247 w 267"/>
                  <a:gd name="T25" fmla="*/ 911 h 932"/>
                  <a:gd name="T26" fmla="*/ 260 w 267"/>
                  <a:gd name="T27" fmla="*/ 848 h 932"/>
                  <a:gd name="T28" fmla="*/ 245 w 267"/>
                  <a:gd name="T29" fmla="*/ 804 h 932"/>
                  <a:gd name="T30" fmla="*/ 232 w 267"/>
                  <a:gd name="T31" fmla="*/ 771 h 932"/>
                  <a:gd name="T32" fmla="*/ 236 w 267"/>
                  <a:gd name="T33" fmla="*/ 700 h 932"/>
                  <a:gd name="T34" fmla="*/ 243 w 267"/>
                  <a:gd name="T35" fmla="*/ 547 h 932"/>
                  <a:gd name="T36" fmla="*/ 232 w 267"/>
                  <a:gd name="T37" fmla="*/ 296 h 932"/>
                  <a:gd name="T38" fmla="*/ 207 w 267"/>
                  <a:gd name="T39" fmla="*/ 227 h 932"/>
                  <a:gd name="T40" fmla="*/ 206 w 267"/>
                  <a:gd name="T41" fmla="*/ 224 h 932"/>
                  <a:gd name="T42" fmla="*/ 214 w 267"/>
                  <a:gd name="T43" fmla="*/ 172 h 932"/>
                  <a:gd name="T44" fmla="*/ 213 w 267"/>
                  <a:gd name="T45" fmla="*/ 106 h 932"/>
                  <a:gd name="T46" fmla="*/ 211 w 267"/>
                  <a:gd name="T47" fmla="*/ 38 h 932"/>
                  <a:gd name="T48" fmla="*/ 72 w 267"/>
                  <a:gd name="T49" fmla="*/ 5 h 932"/>
                  <a:gd name="T50" fmla="*/ 182 w 267"/>
                  <a:gd name="T51" fmla="*/ 931 h 932"/>
                  <a:gd name="T52" fmla="*/ 126 w 267"/>
                  <a:gd name="T53" fmla="*/ 915 h 932"/>
                  <a:gd name="T54" fmla="*/ 98 w 267"/>
                  <a:gd name="T55" fmla="*/ 837 h 932"/>
                  <a:gd name="T56" fmla="*/ 91 w 267"/>
                  <a:gd name="T57" fmla="*/ 816 h 932"/>
                  <a:gd name="T58" fmla="*/ 101 w 267"/>
                  <a:gd name="T59" fmla="*/ 636 h 932"/>
                  <a:gd name="T60" fmla="*/ 95 w 267"/>
                  <a:gd name="T61" fmla="*/ 589 h 932"/>
                  <a:gd name="T62" fmla="*/ 87 w 267"/>
                  <a:gd name="T63" fmla="*/ 523 h 932"/>
                  <a:gd name="T64" fmla="*/ 55 w 267"/>
                  <a:gd name="T65" fmla="*/ 287 h 932"/>
                  <a:gd name="T66" fmla="*/ 37 w 267"/>
                  <a:gd name="T67" fmla="*/ 161 h 932"/>
                  <a:gd name="T68" fmla="*/ 23 w 267"/>
                  <a:gd name="T69" fmla="*/ 105 h 932"/>
                  <a:gd name="T70" fmla="*/ 8 w 267"/>
                  <a:gd name="T71" fmla="*/ 20 h 932"/>
                  <a:gd name="T72" fmla="*/ 72 w 267"/>
                  <a:gd name="T73" fmla="*/ 0 h 932"/>
                  <a:gd name="T74" fmla="*/ 215 w 267"/>
                  <a:gd name="T75" fmla="*/ 35 h 932"/>
                  <a:gd name="T76" fmla="*/ 218 w 267"/>
                  <a:gd name="T77" fmla="*/ 106 h 932"/>
                  <a:gd name="T78" fmla="*/ 219 w 267"/>
                  <a:gd name="T79" fmla="*/ 171 h 932"/>
                  <a:gd name="T80" fmla="*/ 211 w 267"/>
                  <a:gd name="T81" fmla="*/ 225 h 932"/>
                  <a:gd name="T82" fmla="*/ 237 w 267"/>
                  <a:gd name="T83" fmla="*/ 296 h 932"/>
                  <a:gd name="T84" fmla="*/ 248 w 267"/>
                  <a:gd name="T85" fmla="*/ 547 h 932"/>
                  <a:gd name="T86" fmla="*/ 241 w 267"/>
                  <a:gd name="T87" fmla="*/ 700 h 932"/>
                  <a:gd name="T88" fmla="*/ 237 w 267"/>
                  <a:gd name="T89" fmla="*/ 771 h 932"/>
                  <a:gd name="T90" fmla="*/ 249 w 267"/>
                  <a:gd name="T91" fmla="*/ 802 h 932"/>
                  <a:gd name="T92" fmla="*/ 265 w 267"/>
                  <a:gd name="T93" fmla="*/ 848 h 932"/>
                  <a:gd name="T94" fmla="*/ 251 w 267"/>
                  <a:gd name="T95" fmla="*/ 913 h 932"/>
                  <a:gd name="T96" fmla="*/ 251 w 267"/>
                  <a:gd name="T97" fmla="*/ 914 h 932"/>
                  <a:gd name="T98" fmla="*/ 182 w 267"/>
                  <a:gd name="T99" fmla="*/ 931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67" h="932">
                    <a:moveTo>
                      <a:pt x="72" y="5"/>
                    </a:moveTo>
                    <a:cubicBezTo>
                      <a:pt x="40" y="5"/>
                      <a:pt x="20" y="11"/>
                      <a:pt x="12" y="23"/>
                    </a:cubicBezTo>
                    <a:cubicBezTo>
                      <a:pt x="5" y="35"/>
                      <a:pt x="17" y="71"/>
                      <a:pt x="27" y="103"/>
                    </a:cubicBezTo>
                    <a:cubicBezTo>
                      <a:pt x="35" y="127"/>
                      <a:pt x="42" y="149"/>
                      <a:pt x="42" y="161"/>
                    </a:cubicBezTo>
                    <a:cubicBezTo>
                      <a:pt x="42" y="173"/>
                      <a:pt x="50" y="226"/>
                      <a:pt x="60" y="287"/>
                    </a:cubicBezTo>
                    <a:cubicBezTo>
                      <a:pt x="74" y="375"/>
                      <a:pt x="91" y="486"/>
                      <a:pt x="91" y="523"/>
                    </a:cubicBezTo>
                    <a:cubicBezTo>
                      <a:pt x="91" y="545"/>
                      <a:pt x="96" y="568"/>
                      <a:pt x="100" y="588"/>
                    </a:cubicBezTo>
                    <a:cubicBezTo>
                      <a:pt x="104" y="608"/>
                      <a:pt x="108" y="625"/>
                      <a:pt x="106" y="636"/>
                    </a:cubicBezTo>
                    <a:cubicBezTo>
                      <a:pt x="102" y="663"/>
                      <a:pt x="92" y="802"/>
                      <a:pt x="96" y="814"/>
                    </a:cubicBezTo>
                    <a:cubicBezTo>
                      <a:pt x="97" y="818"/>
                      <a:pt x="100" y="826"/>
                      <a:pt x="103" y="836"/>
                    </a:cubicBezTo>
                    <a:cubicBezTo>
                      <a:pt x="109" y="860"/>
                      <a:pt x="121" y="900"/>
                      <a:pt x="130" y="912"/>
                    </a:cubicBezTo>
                    <a:cubicBezTo>
                      <a:pt x="137" y="920"/>
                      <a:pt x="156" y="926"/>
                      <a:pt x="182" y="926"/>
                    </a:cubicBezTo>
                    <a:cubicBezTo>
                      <a:pt x="210" y="926"/>
                      <a:pt x="238" y="919"/>
                      <a:pt x="247" y="911"/>
                    </a:cubicBezTo>
                    <a:cubicBezTo>
                      <a:pt x="248" y="905"/>
                      <a:pt x="258" y="867"/>
                      <a:pt x="260" y="848"/>
                    </a:cubicBezTo>
                    <a:cubicBezTo>
                      <a:pt x="261" y="837"/>
                      <a:pt x="252" y="819"/>
                      <a:pt x="245" y="804"/>
                    </a:cubicBezTo>
                    <a:cubicBezTo>
                      <a:pt x="238" y="790"/>
                      <a:pt x="232" y="779"/>
                      <a:pt x="232" y="771"/>
                    </a:cubicBezTo>
                    <a:cubicBezTo>
                      <a:pt x="232" y="765"/>
                      <a:pt x="234" y="736"/>
                      <a:pt x="236" y="700"/>
                    </a:cubicBezTo>
                    <a:cubicBezTo>
                      <a:pt x="240" y="641"/>
                      <a:pt x="245" y="561"/>
                      <a:pt x="243" y="547"/>
                    </a:cubicBezTo>
                    <a:cubicBezTo>
                      <a:pt x="242" y="528"/>
                      <a:pt x="231" y="326"/>
                      <a:pt x="232" y="296"/>
                    </a:cubicBezTo>
                    <a:cubicBezTo>
                      <a:pt x="234" y="258"/>
                      <a:pt x="207" y="227"/>
                      <a:pt x="207" y="227"/>
                    </a:cubicBezTo>
                    <a:cubicBezTo>
                      <a:pt x="206" y="226"/>
                      <a:pt x="206" y="225"/>
                      <a:pt x="206" y="224"/>
                    </a:cubicBezTo>
                    <a:cubicBezTo>
                      <a:pt x="206" y="224"/>
                      <a:pt x="220" y="194"/>
                      <a:pt x="214" y="172"/>
                    </a:cubicBezTo>
                    <a:cubicBezTo>
                      <a:pt x="211" y="161"/>
                      <a:pt x="212" y="134"/>
                      <a:pt x="213" y="106"/>
                    </a:cubicBezTo>
                    <a:cubicBezTo>
                      <a:pt x="214" y="77"/>
                      <a:pt x="215" y="46"/>
                      <a:pt x="211" y="38"/>
                    </a:cubicBezTo>
                    <a:cubicBezTo>
                      <a:pt x="207" y="27"/>
                      <a:pt x="132" y="5"/>
                      <a:pt x="72" y="5"/>
                    </a:cubicBezTo>
                    <a:close/>
                    <a:moveTo>
                      <a:pt x="182" y="931"/>
                    </a:moveTo>
                    <a:cubicBezTo>
                      <a:pt x="169" y="931"/>
                      <a:pt x="137" y="929"/>
                      <a:pt x="126" y="915"/>
                    </a:cubicBezTo>
                    <a:cubicBezTo>
                      <a:pt x="116" y="903"/>
                      <a:pt x="105" y="863"/>
                      <a:pt x="98" y="837"/>
                    </a:cubicBezTo>
                    <a:cubicBezTo>
                      <a:pt x="95" y="827"/>
                      <a:pt x="93" y="819"/>
                      <a:pt x="91" y="816"/>
                    </a:cubicBezTo>
                    <a:cubicBezTo>
                      <a:pt x="86" y="802"/>
                      <a:pt x="98" y="657"/>
                      <a:pt x="101" y="636"/>
                    </a:cubicBezTo>
                    <a:cubicBezTo>
                      <a:pt x="103" y="625"/>
                      <a:pt x="99" y="609"/>
                      <a:pt x="95" y="589"/>
                    </a:cubicBezTo>
                    <a:cubicBezTo>
                      <a:pt x="91" y="569"/>
                      <a:pt x="87" y="545"/>
                      <a:pt x="87" y="523"/>
                    </a:cubicBezTo>
                    <a:cubicBezTo>
                      <a:pt x="87" y="486"/>
                      <a:pt x="69" y="376"/>
                      <a:pt x="55" y="287"/>
                    </a:cubicBezTo>
                    <a:cubicBezTo>
                      <a:pt x="45" y="224"/>
                      <a:pt x="37" y="174"/>
                      <a:pt x="37" y="161"/>
                    </a:cubicBezTo>
                    <a:cubicBezTo>
                      <a:pt x="37" y="150"/>
                      <a:pt x="30" y="128"/>
                      <a:pt x="23" y="105"/>
                    </a:cubicBezTo>
                    <a:cubicBezTo>
                      <a:pt x="11" y="70"/>
                      <a:pt x="0" y="34"/>
                      <a:pt x="8" y="20"/>
                    </a:cubicBezTo>
                    <a:cubicBezTo>
                      <a:pt x="17" y="7"/>
                      <a:pt x="38" y="0"/>
                      <a:pt x="72" y="0"/>
                    </a:cubicBezTo>
                    <a:cubicBezTo>
                      <a:pt x="129" y="0"/>
                      <a:pt x="209" y="22"/>
                      <a:pt x="215" y="35"/>
                    </a:cubicBezTo>
                    <a:cubicBezTo>
                      <a:pt x="220" y="46"/>
                      <a:pt x="219" y="75"/>
                      <a:pt x="218" y="106"/>
                    </a:cubicBezTo>
                    <a:cubicBezTo>
                      <a:pt x="217" y="133"/>
                      <a:pt x="216" y="160"/>
                      <a:pt x="219" y="171"/>
                    </a:cubicBezTo>
                    <a:cubicBezTo>
                      <a:pt x="225" y="192"/>
                      <a:pt x="214" y="218"/>
                      <a:pt x="211" y="225"/>
                    </a:cubicBezTo>
                    <a:cubicBezTo>
                      <a:pt x="216" y="231"/>
                      <a:pt x="239" y="260"/>
                      <a:pt x="237" y="296"/>
                    </a:cubicBezTo>
                    <a:cubicBezTo>
                      <a:pt x="236" y="327"/>
                      <a:pt x="247" y="527"/>
                      <a:pt x="248" y="547"/>
                    </a:cubicBezTo>
                    <a:cubicBezTo>
                      <a:pt x="249" y="561"/>
                      <a:pt x="245" y="638"/>
                      <a:pt x="241" y="700"/>
                    </a:cubicBezTo>
                    <a:cubicBezTo>
                      <a:pt x="239" y="735"/>
                      <a:pt x="237" y="765"/>
                      <a:pt x="237" y="771"/>
                    </a:cubicBezTo>
                    <a:cubicBezTo>
                      <a:pt x="237" y="778"/>
                      <a:pt x="243" y="789"/>
                      <a:pt x="249" y="802"/>
                    </a:cubicBezTo>
                    <a:cubicBezTo>
                      <a:pt x="257" y="818"/>
                      <a:pt x="266" y="836"/>
                      <a:pt x="265" y="848"/>
                    </a:cubicBezTo>
                    <a:cubicBezTo>
                      <a:pt x="263" y="869"/>
                      <a:pt x="252" y="911"/>
                      <a:pt x="251" y="913"/>
                    </a:cubicBezTo>
                    <a:cubicBezTo>
                      <a:pt x="251" y="913"/>
                      <a:pt x="251" y="913"/>
                      <a:pt x="251" y="914"/>
                    </a:cubicBezTo>
                    <a:cubicBezTo>
                      <a:pt x="240" y="925"/>
                      <a:pt x="208" y="931"/>
                      <a:pt x="182" y="93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99" name="îšḻïďè">
                <a:extLst>
                  <a:ext uri="{FF2B5EF4-FFF2-40B4-BE49-F238E27FC236}">
                    <a16:creationId xmlns:a16="http://schemas.microsoft.com/office/drawing/2014/main" id="{9B739E22-DE2B-4FF4-837A-013C9F09AA69}"/>
                  </a:ext>
                </a:extLst>
              </p:cNvPr>
              <p:cNvSpPr/>
              <p:nvPr/>
            </p:nvSpPr>
            <p:spPr bwMode="auto">
              <a:xfrm>
                <a:off x="5698488" y="4901286"/>
                <a:ext cx="115084" cy="48021"/>
              </a:xfrm>
              <a:custGeom>
                <a:avLst/>
                <a:gdLst>
                  <a:gd name="T0" fmla="*/ 39 w 55"/>
                  <a:gd name="T1" fmla="*/ 23 h 24"/>
                  <a:gd name="T2" fmla="*/ 1 w 55"/>
                  <a:gd name="T3" fmla="*/ 5 h 24"/>
                  <a:gd name="T4" fmla="*/ 1 w 55"/>
                  <a:gd name="T5" fmla="*/ 1 h 24"/>
                  <a:gd name="T6" fmla="*/ 4 w 55"/>
                  <a:gd name="T7" fmla="*/ 1 h 24"/>
                  <a:gd name="T8" fmla="*/ 50 w 55"/>
                  <a:gd name="T9" fmla="*/ 16 h 24"/>
                  <a:gd name="T10" fmla="*/ 53 w 55"/>
                  <a:gd name="T11" fmla="*/ 17 h 24"/>
                  <a:gd name="T12" fmla="*/ 52 w 55"/>
                  <a:gd name="T13" fmla="*/ 20 h 24"/>
                  <a:gd name="T14" fmla="*/ 39 w 55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24">
                    <a:moveTo>
                      <a:pt x="39" y="23"/>
                    </a:moveTo>
                    <a:cubicBezTo>
                      <a:pt x="20" y="23"/>
                      <a:pt x="3" y="7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13" y="10"/>
                      <a:pt x="33" y="23"/>
                      <a:pt x="50" y="16"/>
                    </a:cubicBezTo>
                    <a:cubicBezTo>
                      <a:pt x="51" y="15"/>
                      <a:pt x="53" y="16"/>
                      <a:pt x="53" y="17"/>
                    </a:cubicBezTo>
                    <a:cubicBezTo>
                      <a:pt x="54" y="18"/>
                      <a:pt x="53" y="20"/>
                      <a:pt x="52" y="20"/>
                    </a:cubicBezTo>
                    <a:cubicBezTo>
                      <a:pt x="48" y="22"/>
                      <a:pt x="43" y="23"/>
                      <a:pt x="39" y="2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0" name="í$ļîḍè">
                <a:extLst>
                  <a:ext uri="{FF2B5EF4-FFF2-40B4-BE49-F238E27FC236}">
                    <a16:creationId xmlns:a16="http://schemas.microsoft.com/office/drawing/2014/main" id="{A67135D7-75ED-4720-8A2B-5BD2642933FD}"/>
                  </a:ext>
                </a:extLst>
              </p:cNvPr>
              <p:cNvSpPr/>
              <p:nvPr/>
            </p:nvSpPr>
            <p:spPr bwMode="auto">
              <a:xfrm>
                <a:off x="5967017" y="5083776"/>
                <a:ext cx="95904" cy="144075"/>
              </a:xfrm>
              <a:custGeom>
                <a:avLst/>
                <a:gdLst>
                  <a:gd name="T0" fmla="*/ 40 w 43"/>
                  <a:gd name="T1" fmla="*/ 65 h 66"/>
                  <a:gd name="T2" fmla="*/ 38 w 43"/>
                  <a:gd name="T3" fmla="*/ 64 h 66"/>
                  <a:gd name="T4" fmla="*/ 29 w 43"/>
                  <a:gd name="T5" fmla="*/ 50 h 66"/>
                  <a:gd name="T6" fmla="*/ 0 w 43"/>
                  <a:gd name="T7" fmla="*/ 4 h 66"/>
                  <a:gd name="T8" fmla="*/ 1 w 43"/>
                  <a:gd name="T9" fmla="*/ 0 h 66"/>
                  <a:gd name="T10" fmla="*/ 4 w 43"/>
                  <a:gd name="T11" fmla="*/ 1 h 66"/>
                  <a:gd name="T12" fmla="*/ 34 w 43"/>
                  <a:gd name="T13" fmla="*/ 48 h 66"/>
                  <a:gd name="T14" fmla="*/ 42 w 43"/>
                  <a:gd name="T15" fmla="*/ 62 h 66"/>
                  <a:gd name="T16" fmla="*/ 41 w 43"/>
                  <a:gd name="T17" fmla="*/ 65 h 66"/>
                  <a:gd name="T18" fmla="*/ 40 w 43"/>
                  <a:gd name="T19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66">
                    <a:moveTo>
                      <a:pt x="40" y="65"/>
                    </a:moveTo>
                    <a:cubicBezTo>
                      <a:pt x="39" y="65"/>
                      <a:pt x="38" y="65"/>
                      <a:pt x="38" y="64"/>
                    </a:cubicBezTo>
                    <a:cubicBezTo>
                      <a:pt x="36" y="61"/>
                      <a:pt x="33" y="56"/>
                      <a:pt x="29" y="50"/>
                    </a:cubicBezTo>
                    <a:cubicBezTo>
                      <a:pt x="20" y="34"/>
                      <a:pt x="7" y="12"/>
                      <a:pt x="0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11" y="9"/>
                      <a:pt x="24" y="32"/>
                      <a:pt x="34" y="48"/>
                    </a:cubicBezTo>
                    <a:cubicBezTo>
                      <a:pt x="37" y="54"/>
                      <a:pt x="40" y="58"/>
                      <a:pt x="42" y="62"/>
                    </a:cubicBezTo>
                    <a:cubicBezTo>
                      <a:pt x="42" y="63"/>
                      <a:pt x="42" y="64"/>
                      <a:pt x="41" y="65"/>
                    </a:cubicBezTo>
                    <a:lnTo>
                      <a:pt x="40" y="65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1" name="ï$ļîḋe">
                <a:extLst>
                  <a:ext uri="{FF2B5EF4-FFF2-40B4-BE49-F238E27FC236}">
                    <a16:creationId xmlns:a16="http://schemas.microsoft.com/office/drawing/2014/main" id="{3B76648A-DF65-41EF-9047-43BD4C699714}"/>
                  </a:ext>
                </a:extLst>
              </p:cNvPr>
              <p:cNvSpPr/>
              <p:nvPr/>
            </p:nvSpPr>
            <p:spPr bwMode="auto">
              <a:xfrm>
                <a:off x="5919069" y="5631253"/>
                <a:ext cx="172626" cy="201698"/>
              </a:xfrm>
              <a:custGeom>
                <a:avLst/>
                <a:gdLst>
                  <a:gd name="T0" fmla="*/ 77 w 81"/>
                  <a:gd name="T1" fmla="*/ 93 h 94"/>
                  <a:gd name="T2" fmla="*/ 75 w 81"/>
                  <a:gd name="T3" fmla="*/ 93 h 94"/>
                  <a:gd name="T4" fmla="*/ 1 w 81"/>
                  <a:gd name="T5" fmla="*/ 4 h 94"/>
                  <a:gd name="T6" fmla="*/ 2 w 81"/>
                  <a:gd name="T7" fmla="*/ 0 h 94"/>
                  <a:gd name="T8" fmla="*/ 5 w 81"/>
                  <a:gd name="T9" fmla="*/ 2 h 94"/>
                  <a:gd name="T10" fmla="*/ 78 w 81"/>
                  <a:gd name="T11" fmla="*/ 89 h 94"/>
                  <a:gd name="T12" fmla="*/ 79 w 81"/>
                  <a:gd name="T13" fmla="*/ 92 h 94"/>
                  <a:gd name="T14" fmla="*/ 77 w 81"/>
                  <a:gd name="T15" fmla="*/ 9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1" h="94">
                    <a:moveTo>
                      <a:pt x="77" y="93"/>
                    </a:moveTo>
                    <a:cubicBezTo>
                      <a:pt x="76" y="93"/>
                      <a:pt x="76" y="93"/>
                      <a:pt x="75" y="93"/>
                    </a:cubicBezTo>
                    <a:cubicBezTo>
                      <a:pt x="39" y="65"/>
                      <a:pt x="16" y="37"/>
                      <a:pt x="1" y="4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5" y="1"/>
                      <a:pt x="5" y="2"/>
                    </a:cubicBezTo>
                    <a:cubicBezTo>
                      <a:pt x="20" y="35"/>
                      <a:pt x="42" y="61"/>
                      <a:pt x="78" y="89"/>
                    </a:cubicBezTo>
                    <a:cubicBezTo>
                      <a:pt x="80" y="90"/>
                      <a:pt x="80" y="91"/>
                      <a:pt x="79" y="92"/>
                    </a:cubicBezTo>
                    <a:cubicBezTo>
                      <a:pt x="78" y="93"/>
                      <a:pt x="78" y="93"/>
                      <a:pt x="77" y="9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2" name="îŝḷiḋe">
                <a:extLst>
                  <a:ext uri="{FF2B5EF4-FFF2-40B4-BE49-F238E27FC236}">
                    <a16:creationId xmlns:a16="http://schemas.microsoft.com/office/drawing/2014/main" id="{BBFA2A62-565F-413E-A61D-C133C8A83D95}"/>
                  </a:ext>
                </a:extLst>
              </p:cNvPr>
              <p:cNvSpPr/>
              <p:nvPr/>
            </p:nvSpPr>
            <p:spPr bwMode="auto">
              <a:xfrm>
                <a:off x="6456126" y="4718792"/>
                <a:ext cx="95904" cy="28817"/>
              </a:xfrm>
              <a:custGeom>
                <a:avLst/>
                <a:gdLst>
                  <a:gd name="T0" fmla="*/ 18 w 44"/>
                  <a:gd name="T1" fmla="*/ 12 h 13"/>
                  <a:gd name="T2" fmla="*/ 2 w 44"/>
                  <a:gd name="T3" fmla="*/ 8 h 13"/>
                  <a:gd name="T4" fmla="*/ 1 w 44"/>
                  <a:gd name="T5" fmla="*/ 5 h 13"/>
                  <a:gd name="T6" fmla="*/ 4 w 44"/>
                  <a:gd name="T7" fmla="*/ 4 h 13"/>
                  <a:gd name="T8" fmla="*/ 39 w 44"/>
                  <a:gd name="T9" fmla="*/ 1 h 13"/>
                  <a:gd name="T10" fmla="*/ 42 w 44"/>
                  <a:gd name="T11" fmla="*/ 1 h 13"/>
                  <a:gd name="T12" fmla="*/ 41 w 44"/>
                  <a:gd name="T13" fmla="*/ 5 h 13"/>
                  <a:gd name="T14" fmla="*/ 18 w 44"/>
                  <a:gd name="T15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13">
                    <a:moveTo>
                      <a:pt x="18" y="12"/>
                    </a:moveTo>
                    <a:cubicBezTo>
                      <a:pt x="12" y="12"/>
                      <a:pt x="6" y="11"/>
                      <a:pt x="2" y="8"/>
                    </a:cubicBezTo>
                    <a:cubicBezTo>
                      <a:pt x="0" y="8"/>
                      <a:pt x="0" y="6"/>
                      <a:pt x="1" y="5"/>
                    </a:cubicBezTo>
                    <a:cubicBezTo>
                      <a:pt x="1" y="4"/>
                      <a:pt x="3" y="4"/>
                      <a:pt x="4" y="4"/>
                    </a:cubicBezTo>
                    <a:cubicBezTo>
                      <a:pt x="14" y="10"/>
                      <a:pt x="28" y="9"/>
                      <a:pt x="39" y="1"/>
                    </a:cubicBezTo>
                    <a:cubicBezTo>
                      <a:pt x="40" y="0"/>
                      <a:pt x="41" y="0"/>
                      <a:pt x="42" y="1"/>
                    </a:cubicBezTo>
                    <a:cubicBezTo>
                      <a:pt x="43" y="2"/>
                      <a:pt x="42" y="4"/>
                      <a:pt x="41" y="5"/>
                    </a:cubicBezTo>
                    <a:cubicBezTo>
                      <a:pt x="35" y="10"/>
                      <a:pt x="26" y="12"/>
                      <a:pt x="18" y="12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3" name="íšḷíďê">
                <a:extLst>
                  <a:ext uri="{FF2B5EF4-FFF2-40B4-BE49-F238E27FC236}">
                    <a16:creationId xmlns:a16="http://schemas.microsoft.com/office/drawing/2014/main" id="{66CF3588-8999-4DC3-8E25-E579255944C9}"/>
                  </a:ext>
                </a:extLst>
              </p:cNvPr>
              <p:cNvSpPr/>
              <p:nvPr/>
            </p:nvSpPr>
            <p:spPr bwMode="auto">
              <a:xfrm>
                <a:off x="6484895" y="5650461"/>
                <a:ext cx="143858" cy="240117"/>
              </a:xfrm>
              <a:custGeom>
                <a:avLst/>
                <a:gdLst>
                  <a:gd name="T0" fmla="*/ 61 w 65"/>
                  <a:gd name="T1" fmla="*/ 109 h 110"/>
                  <a:gd name="T2" fmla="*/ 60 w 65"/>
                  <a:gd name="T3" fmla="*/ 108 h 110"/>
                  <a:gd name="T4" fmla="*/ 51 w 65"/>
                  <a:gd name="T5" fmla="*/ 99 h 110"/>
                  <a:gd name="T6" fmla="*/ 0 w 65"/>
                  <a:gd name="T7" fmla="*/ 2 h 110"/>
                  <a:gd name="T8" fmla="*/ 3 w 65"/>
                  <a:gd name="T9" fmla="*/ 0 h 110"/>
                  <a:gd name="T10" fmla="*/ 5 w 65"/>
                  <a:gd name="T11" fmla="*/ 2 h 110"/>
                  <a:gd name="T12" fmla="*/ 54 w 65"/>
                  <a:gd name="T13" fmla="*/ 95 h 110"/>
                  <a:gd name="T14" fmla="*/ 63 w 65"/>
                  <a:gd name="T15" fmla="*/ 105 h 110"/>
                  <a:gd name="T16" fmla="*/ 63 w 65"/>
                  <a:gd name="T17" fmla="*/ 108 h 110"/>
                  <a:gd name="T18" fmla="*/ 61 w 65"/>
                  <a:gd name="T19" fmla="*/ 10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5" h="110">
                    <a:moveTo>
                      <a:pt x="61" y="109"/>
                    </a:moveTo>
                    <a:cubicBezTo>
                      <a:pt x="61" y="109"/>
                      <a:pt x="60" y="109"/>
                      <a:pt x="60" y="108"/>
                    </a:cubicBezTo>
                    <a:cubicBezTo>
                      <a:pt x="57" y="105"/>
                      <a:pt x="54" y="102"/>
                      <a:pt x="51" y="99"/>
                    </a:cubicBezTo>
                    <a:cubicBezTo>
                      <a:pt x="26" y="71"/>
                      <a:pt x="0" y="4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1"/>
                      <a:pt x="29" y="67"/>
                      <a:pt x="54" y="95"/>
                    </a:cubicBezTo>
                    <a:cubicBezTo>
                      <a:pt x="57" y="98"/>
                      <a:pt x="60" y="101"/>
                      <a:pt x="63" y="105"/>
                    </a:cubicBezTo>
                    <a:cubicBezTo>
                      <a:pt x="64" y="106"/>
                      <a:pt x="64" y="107"/>
                      <a:pt x="63" y="108"/>
                    </a:cubicBezTo>
                    <a:cubicBezTo>
                      <a:pt x="62" y="109"/>
                      <a:pt x="62" y="109"/>
                      <a:pt x="61" y="109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4" name="ïṧľiḍè">
                <a:extLst>
                  <a:ext uri="{FF2B5EF4-FFF2-40B4-BE49-F238E27FC236}">
                    <a16:creationId xmlns:a16="http://schemas.microsoft.com/office/drawing/2014/main" id="{18C327F0-229C-4A0E-9025-D02E34AEF896}"/>
                  </a:ext>
                </a:extLst>
              </p:cNvPr>
              <p:cNvSpPr/>
              <p:nvPr/>
            </p:nvSpPr>
            <p:spPr bwMode="auto">
              <a:xfrm>
                <a:off x="6475309" y="4882077"/>
                <a:ext cx="115084" cy="48021"/>
              </a:xfrm>
              <a:custGeom>
                <a:avLst/>
                <a:gdLst>
                  <a:gd name="T0" fmla="*/ 3 w 55"/>
                  <a:gd name="T1" fmla="*/ 20 h 21"/>
                  <a:gd name="T2" fmla="*/ 1 w 55"/>
                  <a:gd name="T3" fmla="*/ 19 h 21"/>
                  <a:gd name="T4" fmla="*/ 2 w 55"/>
                  <a:gd name="T5" fmla="*/ 16 h 21"/>
                  <a:gd name="T6" fmla="*/ 10 w 55"/>
                  <a:gd name="T7" fmla="*/ 12 h 21"/>
                  <a:gd name="T8" fmla="*/ 51 w 55"/>
                  <a:gd name="T9" fmla="*/ 1 h 21"/>
                  <a:gd name="T10" fmla="*/ 54 w 55"/>
                  <a:gd name="T11" fmla="*/ 3 h 21"/>
                  <a:gd name="T12" fmla="*/ 52 w 55"/>
                  <a:gd name="T13" fmla="*/ 6 h 21"/>
                  <a:gd name="T14" fmla="*/ 12 w 55"/>
                  <a:gd name="T15" fmla="*/ 17 h 21"/>
                  <a:gd name="T16" fmla="*/ 4 w 55"/>
                  <a:gd name="T17" fmla="*/ 20 h 21"/>
                  <a:gd name="T18" fmla="*/ 3 w 55"/>
                  <a:gd name="T19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21">
                    <a:moveTo>
                      <a:pt x="3" y="20"/>
                    </a:moveTo>
                    <a:cubicBezTo>
                      <a:pt x="2" y="20"/>
                      <a:pt x="1" y="19"/>
                      <a:pt x="1" y="19"/>
                    </a:cubicBezTo>
                    <a:cubicBezTo>
                      <a:pt x="0" y="17"/>
                      <a:pt x="1" y="16"/>
                      <a:pt x="2" y="16"/>
                    </a:cubicBezTo>
                    <a:cubicBezTo>
                      <a:pt x="5" y="15"/>
                      <a:pt x="7" y="14"/>
                      <a:pt x="10" y="12"/>
                    </a:cubicBezTo>
                    <a:cubicBezTo>
                      <a:pt x="23" y="7"/>
                      <a:pt x="37" y="2"/>
                      <a:pt x="51" y="1"/>
                    </a:cubicBezTo>
                    <a:cubicBezTo>
                      <a:pt x="52" y="0"/>
                      <a:pt x="53" y="1"/>
                      <a:pt x="54" y="3"/>
                    </a:cubicBezTo>
                    <a:cubicBezTo>
                      <a:pt x="54" y="4"/>
                      <a:pt x="53" y="5"/>
                      <a:pt x="52" y="6"/>
                    </a:cubicBezTo>
                    <a:cubicBezTo>
                      <a:pt x="38" y="7"/>
                      <a:pt x="25" y="12"/>
                      <a:pt x="12" y="17"/>
                    </a:cubicBezTo>
                    <a:cubicBezTo>
                      <a:pt x="9" y="18"/>
                      <a:pt x="6" y="19"/>
                      <a:pt x="4" y="20"/>
                    </a:cubicBezTo>
                    <a:lnTo>
                      <a:pt x="3" y="20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5" name="ïṧliḓè">
                <a:extLst>
                  <a:ext uri="{FF2B5EF4-FFF2-40B4-BE49-F238E27FC236}">
                    <a16:creationId xmlns:a16="http://schemas.microsoft.com/office/drawing/2014/main" id="{89D85A80-EEE0-4E7D-AECE-4A12864C4B42}"/>
                  </a:ext>
                </a:extLst>
              </p:cNvPr>
              <p:cNvSpPr/>
              <p:nvPr/>
            </p:nvSpPr>
            <p:spPr bwMode="auto">
              <a:xfrm>
                <a:off x="5775215" y="4507488"/>
                <a:ext cx="210988" cy="307353"/>
              </a:xfrm>
              <a:custGeom>
                <a:avLst/>
                <a:gdLst>
                  <a:gd name="T0" fmla="*/ 91 w 95"/>
                  <a:gd name="T1" fmla="*/ 138 h 139"/>
                  <a:gd name="T2" fmla="*/ 88 w 95"/>
                  <a:gd name="T3" fmla="*/ 137 h 139"/>
                  <a:gd name="T4" fmla="*/ 1 w 95"/>
                  <a:gd name="T5" fmla="*/ 4 h 139"/>
                  <a:gd name="T6" fmla="*/ 1 w 95"/>
                  <a:gd name="T7" fmla="*/ 1 h 139"/>
                  <a:gd name="T8" fmla="*/ 5 w 95"/>
                  <a:gd name="T9" fmla="*/ 1 h 139"/>
                  <a:gd name="T10" fmla="*/ 93 w 95"/>
                  <a:gd name="T11" fmla="*/ 135 h 139"/>
                  <a:gd name="T12" fmla="*/ 92 w 95"/>
                  <a:gd name="T13" fmla="*/ 138 h 139"/>
                  <a:gd name="T14" fmla="*/ 91 w 95"/>
                  <a:gd name="T15" fmla="*/ 138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5" h="139">
                    <a:moveTo>
                      <a:pt x="91" y="138"/>
                    </a:moveTo>
                    <a:cubicBezTo>
                      <a:pt x="90" y="138"/>
                      <a:pt x="89" y="138"/>
                      <a:pt x="88" y="137"/>
                    </a:cubicBezTo>
                    <a:cubicBezTo>
                      <a:pt x="67" y="93"/>
                      <a:pt x="34" y="47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38" y="44"/>
                      <a:pt x="71" y="90"/>
                      <a:pt x="93" y="135"/>
                    </a:cubicBezTo>
                    <a:cubicBezTo>
                      <a:pt x="94" y="136"/>
                      <a:pt x="93" y="137"/>
                      <a:pt x="92" y="138"/>
                    </a:cubicBezTo>
                    <a:cubicBezTo>
                      <a:pt x="91" y="138"/>
                      <a:pt x="91" y="138"/>
                      <a:pt x="91" y="138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06" name="îšḻïďé">
                <a:extLst>
                  <a:ext uri="{FF2B5EF4-FFF2-40B4-BE49-F238E27FC236}">
                    <a16:creationId xmlns:a16="http://schemas.microsoft.com/office/drawing/2014/main" id="{C7DFAF86-9B2F-4071-9D6C-6CEDA547D92D}"/>
                  </a:ext>
                </a:extLst>
              </p:cNvPr>
              <p:cNvSpPr/>
              <p:nvPr/>
            </p:nvSpPr>
            <p:spPr bwMode="auto">
              <a:xfrm>
                <a:off x="5813585" y="5861779"/>
                <a:ext cx="124678" cy="124860"/>
              </a:xfrm>
              <a:custGeom>
                <a:avLst/>
                <a:gdLst>
                  <a:gd name="T0" fmla="*/ 53 w 57"/>
                  <a:gd name="T1" fmla="*/ 57 h 58"/>
                  <a:gd name="T2" fmla="*/ 51 w 57"/>
                  <a:gd name="T3" fmla="*/ 56 h 58"/>
                  <a:gd name="T4" fmla="*/ 29 w 57"/>
                  <a:gd name="T5" fmla="*/ 32 h 58"/>
                  <a:gd name="T6" fmla="*/ 2 w 57"/>
                  <a:gd name="T7" fmla="*/ 5 h 58"/>
                  <a:gd name="T8" fmla="*/ 1 w 57"/>
                  <a:gd name="T9" fmla="*/ 2 h 58"/>
                  <a:gd name="T10" fmla="*/ 4 w 57"/>
                  <a:gd name="T11" fmla="*/ 1 h 58"/>
                  <a:gd name="T12" fmla="*/ 33 w 57"/>
                  <a:gd name="T13" fmla="*/ 29 h 58"/>
                  <a:gd name="T14" fmla="*/ 54 w 57"/>
                  <a:gd name="T15" fmla="*/ 52 h 58"/>
                  <a:gd name="T16" fmla="*/ 54 w 57"/>
                  <a:gd name="T17" fmla="*/ 56 h 58"/>
                  <a:gd name="T18" fmla="*/ 53 w 57"/>
                  <a:gd name="T19" fmla="*/ 5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" h="58">
                    <a:moveTo>
                      <a:pt x="53" y="57"/>
                    </a:moveTo>
                    <a:cubicBezTo>
                      <a:pt x="52" y="57"/>
                      <a:pt x="52" y="57"/>
                      <a:pt x="51" y="56"/>
                    </a:cubicBezTo>
                    <a:cubicBezTo>
                      <a:pt x="42" y="50"/>
                      <a:pt x="36" y="41"/>
                      <a:pt x="29" y="32"/>
                    </a:cubicBezTo>
                    <a:cubicBezTo>
                      <a:pt x="21" y="21"/>
                      <a:pt x="14" y="11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18" y="7"/>
                      <a:pt x="26" y="18"/>
                      <a:pt x="33" y="29"/>
                    </a:cubicBezTo>
                    <a:cubicBezTo>
                      <a:pt x="39" y="38"/>
                      <a:pt x="45" y="46"/>
                      <a:pt x="54" y="52"/>
                    </a:cubicBezTo>
                    <a:cubicBezTo>
                      <a:pt x="55" y="53"/>
                      <a:pt x="56" y="55"/>
                      <a:pt x="54" y="56"/>
                    </a:cubicBezTo>
                    <a:cubicBezTo>
                      <a:pt x="54" y="57"/>
                      <a:pt x="53" y="57"/>
                      <a:pt x="53" y="57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8" name="îsľïḋe">
              <a:extLst>
                <a:ext uri="{FF2B5EF4-FFF2-40B4-BE49-F238E27FC236}">
                  <a16:creationId xmlns:a16="http://schemas.microsoft.com/office/drawing/2014/main" id="{5A789B6A-FDE3-46AA-A877-37806986EDE7}"/>
                </a:ext>
              </a:extLst>
            </p:cNvPr>
            <p:cNvSpPr/>
            <p:nvPr/>
          </p:nvSpPr>
          <p:spPr bwMode="auto">
            <a:xfrm>
              <a:off x="0" y="1816607"/>
              <a:ext cx="12192000" cy="207327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9" name="ï$ľïḋé">
              <a:extLst>
                <a:ext uri="{FF2B5EF4-FFF2-40B4-BE49-F238E27FC236}">
                  <a16:creationId xmlns:a16="http://schemas.microsoft.com/office/drawing/2014/main" id="{F471AFBF-A382-4A06-8846-E72ACEEE5392}"/>
                </a:ext>
              </a:extLst>
            </p:cNvPr>
            <p:cNvGrpSpPr/>
            <p:nvPr/>
          </p:nvGrpSpPr>
          <p:grpSpPr>
            <a:xfrm>
              <a:off x="5106199" y="685366"/>
              <a:ext cx="2083880" cy="1296471"/>
              <a:chOff x="5106199" y="1130300"/>
              <a:chExt cx="2083880" cy="1296471"/>
            </a:xfrm>
          </p:grpSpPr>
          <p:sp>
            <p:nvSpPr>
              <p:cNvPr id="11" name="íṩļïḑê">
                <a:extLst>
                  <a:ext uri="{FF2B5EF4-FFF2-40B4-BE49-F238E27FC236}">
                    <a16:creationId xmlns:a16="http://schemas.microsoft.com/office/drawing/2014/main" id="{FF53A9FD-61C9-42EF-B565-9583E85FAA58}"/>
                  </a:ext>
                </a:extLst>
              </p:cNvPr>
              <p:cNvSpPr/>
              <p:nvPr/>
            </p:nvSpPr>
            <p:spPr bwMode="auto">
              <a:xfrm>
                <a:off x="5793345" y="1159018"/>
                <a:ext cx="548448" cy="392425"/>
              </a:xfrm>
              <a:custGeom>
                <a:avLst/>
                <a:gdLst>
                  <a:gd name="T0" fmla="*/ 18 w 252"/>
                  <a:gd name="T1" fmla="*/ 164 h 180"/>
                  <a:gd name="T2" fmla="*/ 28 w 252"/>
                  <a:gd name="T3" fmla="*/ 171 h 180"/>
                  <a:gd name="T4" fmla="*/ 23 w 252"/>
                  <a:gd name="T5" fmla="*/ 127 h 180"/>
                  <a:gd name="T6" fmla="*/ 17 w 252"/>
                  <a:gd name="T7" fmla="*/ 112 h 180"/>
                  <a:gd name="T8" fmla="*/ 18 w 252"/>
                  <a:gd name="T9" fmla="*/ 109 h 180"/>
                  <a:gd name="T10" fmla="*/ 55 w 252"/>
                  <a:gd name="T11" fmla="*/ 73 h 180"/>
                  <a:gd name="T12" fmla="*/ 58 w 252"/>
                  <a:gd name="T13" fmla="*/ 72 h 180"/>
                  <a:gd name="T14" fmla="*/ 185 w 252"/>
                  <a:gd name="T15" fmla="*/ 53 h 180"/>
                  <a:gd name="T16" fmla="*/ 187 w 252"/>
                  <a:gd name="T17" fmla="*/ 53 h 180"/>
                  <a:gd name="T18" fmla="*/ 189 w 252"/>
                  <a:gd name="T19" fmla="*/ 54 h 180"/>
                  <a:gd name="T20" fmla="*/ 226 w 252"/>
                  <a:gd name="T21" fmla="*/ 109 h 180"/>
                  <a:gd name="T22" fmla="*/ 227 w 252"/>
                  <a:gd name="T23" fmla="*/ 110 h 180"/>
                  <a:gd name="T24" fmla="*/ 230 w 252"/>
                  <a:gd name="T25" fmla="*/ 165 h 180"/>
                  <a:gd name="T26" fmla="*/ 233 w 252"/>
                  <a:gd name="T27" fmla="*/ 167 h 180"/>
                  <a:gd name="T28" fmla="*/ 234 w 252"/>
                  <a:gd name="T29" fmla="*/ 168 h 180"/>
                  <a:gd name="T30" fmla="*/ 234 w 252"/>
                  <a:gd name="T31" fmla="*/ 166 h 180"/>
                  <a:gd name="T32" fmla="*/ 241 w 252"/>
                  <a:gd name="T33" fmla="*/ 143 h 180"/>
                  <a:gd name="T34" fmla="*/ 243 w 252"/>
                  <a:gd name="T35" fmla="*/ 140 h 180"/>
                  <a:gd name="T36" fmla="*/ 243 w 252"/>
                  <a:gd name="T37" fmla="*/ 74 h 180"/>
                  <a:gd name="T38" fmla="*/ 240 w 252"/>
                  <a:gd name="T39" fmla="*/ 66 h 180"/>
                  <a:gd name="T40" fmla="*/ 200 w 252"/>
                  <a:gd name="T41" fmla="*/ 14 h 180"/>
                  <a:gd name="T42" fmla="*/ 128 w 252"/>
                  <a:gd name="T43" fmla="*/ 5 h 180"/>
                  <a:gd name="T44" fmla="*/ 45 w 252"/>
                  <a:gd name="T45" fmla="*/ 33 h 180"/>
                  <a:gd name="T46" fmla="*/ 44 w 252"/>
                  <a:gd name="T47" fmla="*/ 34 h 180"/>
                  <a:gd name="T48" fmla="*/ 6 w 252"/>
                  <a:gd name="T49" fmla="*/ 91 h 180"/>
                  <a:gd name="T50" fmla="*/ 18 w 252"/>
                  <a:gd name="T51" fmla="*/ 164 h 180"/>
                  <a:gd name="T52" fmla="*/ 31 w 252"/>
                  <a:gd name="T53" fmla="*/ 179 h 180"/>
                  <a:gd name="T54" fmla="*/ 30 w 252"/>
                  <a:gd name="T55" fmla="*/ 179 h 180"/>
                  <a:gd name="T56" fmla="*/ 15 w 252"/>
                  <a:gd name="T57" fmla="*/ 167 h 180"/>
                  <a:gd name="T58" fmla="*/ 14 w 252"/>
                  <a:gd name="T59" fmla="*/ 166 h 180"/>
                  <a:gd name="T60" fmla="*/ 1 w 252"/>
                  <a:gd name="T61" fmla="*/ 91 h 180"/>
                  <a:gd name="T62" fmla="*/ 41 w 252"/>
                  <a:gd name="T63" fmla="*/ 29 h 180"/>
                  <a:gd name="T64" fmla="*/ 128 w 252"/>
                  <a:gd name="T65" fmla="*/ 0 h 180"/>
                  <a:gd name="T66" fmla="*/ 202 w 252"/>
                  <a:gd name="T67" fmla="*/ 9 h 180"/>
                  <a:gd name="T68" fmla="*/ 245 w 252"/>
                  <a:gd name="T69" fmla="*/ 64 h 180"/>
                  <a:gd name="T70" fmla="*/ 247 w 252"/>
                  <a:gd name="T71" fmla="*/ 71 h 180"/>
                  <a:gd name="T72" fmla="*/ 248 w 252"/>
                  <a:gd name="T73" fmla="*/ 141 h 180"/>
                  <a:gd name="T74" fmla="*/ 248 w 252"/>
                  <a:gd name="T75" fmla="*/ 143 h 180"/>
                  <a:gd name="T76" fmla="*/ 246 w 252"/>
                  <a:gd name="T77" fmla="*/ 145 h 180"/>
                  <a:gd name="T78" fmla="*/ 244 w 252"/>
                  <a:gd name="T79" fmla="*/ 146 h 180"/>
                  <a:gd name="T80" fmla="*/ 239 w 252"/>
                  <a:gd name="T81" fmla="*/ 167 h 180"/>
                  <a:gd name="T82" fmla="*/ 238 w 252"/>
                  <a:gd name="T83" fmla="*/ 172 h 180"/>
                  <a:gd name="T84" fmla="*/ 235 w 252"/>
                  <a:gd name="T85" fmla="*/ 174 h 180"/>
                  <a:gd name="T86" fmla="*/ 229 w 252"/>
                  <a:gd name="T87" fmla="*/ 171 h 180"/>
                  <a:gd name="T88" fmla="*/ 227 w 252"/>
                  <a:gd name="T89" fmla="*/ 168 h 180"/>
                  <a:gd name="T90" fmla="*/ 222 w 252"/>
                  <a:gd name="T91" fmla="*/ 111 h 180"/>
                  <a:gd name="T92" fmla="*/ 186 w 252"/>
                  <a:gd name="T93" fmla="*/ 59 h 180"/>
                  <a:gd name="T94" fmla="*/ 59 w 252"/>
                  <a:gd name="T95" fmla="*/ 77 h 180"/>
                  <a:gd name="T96" fmla="*/ 23 w 252"/>
                  <a:gd name="T97" fmla="*/ 112 h 180"/>
                  <a:gd name="T98" fmla="*/ 28 w 252"/>
                  <a:gd name="T99" fmla="*/ 126 h 180"/>
                  <a:gd name="T100" fmla="*/ 34 w 252"/>
                  <a:gd name="T101" fmla="*/ 177 h 180"/>
                  <a:gd name="T102" fmla="*/ 32 w 252"/>
                  <a:gd name="T103" fmla="*/ 179 h 180"/>
                  <a:gd name="T104" fmla="*/ 31 w 252"/>
                  <a:gd name="T105" fmla="*/ 179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52" h="180">
                    <a:moveTo>
                      <a:pt x="18" y="164"/>
                    </a:moveTo>
                    <a:lnTo>
                      <a:pt x="28" y="171"/>
                    </a:lnTo>
                    <a:cubicBezTo>
                      <a:pt x="27" y="156"/>
                      <a:pt x="24" y="132"/>
                      <a:pt x="23" y="127"/>
                    </a:cubicBezTo>
                    <a:cubicBezTo>
                      <a:pt x="22" y="121"/>
                      <a:pt x="17" y="112"/>
                      <a:pt x="17" y="112"/>
                    </a:cubicBezTo>
                    <a:cubicBezTo>
                      <a:pt x="17" y="111"/>
                      <a:pt x="17" y="110"/>
                      <a:pt x="18" y="109"/>
                    </a:cubicBezTo>
                    <a:cubicBezTo>
                      <a:pt x="18" y="109"/>
                      <a:pt x="46" y="85"/>
                      <a:pt x="55" y="73"/>
                    </a:cubicBezTo>
                    <a:cubicBezTo>
                      <a:pt x="56" y="73"/>
                      <a:pt x="57" y="72"/>
                      <a:pt x="58" y="72"/>
                    </a:cubicBezTo>
                    <a:cubicBezTo>
                      <a:pt x="59" y="72"/>
                      <a:pt x="163" y="70"/>
                      <a:pt x="185" y="53"/>
                    </a:cubicBezTo>
                    <a:cubicBezTo>
                      <a:pt x="185" y="53"/>
                      <a:pt x="186" y="53"/>
                      <a:pt x="187" y="53"/>
                    </a:cubicBezTo>
                    <a:cubicBezTo>
                      <a:pt x="188" y="53"/>
                      <a:pt x="188" y="53"/>
                      <a:pt x="189" y="54"/>
                    </a:cubicBezTo>
                    <a:lnTo>
                      <a:pt x="226" y="109"/>
                    </a:lnTo>
                    <a:cubicBezTo>
                      <a:pt x="227" y="109"/>
                      <a:pt x="227" y="110"/>
                      <a:pt x="227" y="110"/>
                    </a:cubicBezTo>
                    <a:cubicBezTo>
                      <a:pt x="227" y="134"/>
                      <a:pt x="229" y="160"/>
                      <a:pt x="230" y="165"/>
                    </a:cubicBezTo>
                    <a:cubicBezTo>
                      <a:pt x="231" y="165"/>
                      <a:pt x="232" y="166"/>
                      <a:pt x="233" y="167"/>
                    </a:cubicBezTo>
                    <a:lnTo>
                      <a:pt x="234" y="168"/>
                    </a:lnTo>
                    <a:cubicBezTo>
                      <a:pt x="234" y="167"/>
                      <a:pt x="234" y="167"/>
                      <a:pt x="234" y="166"/>
                    </a:cubicBezTo>
                    <a:cubicBezTo>
                      <a:pt x="235" y="157"/>
                      <a:pt x="236" y="148"/>
                      <a:pt x="241" y="143"/>
                    </a:cubicBezTo>
                    <a:cubicBezTo>
                      <a:pt x="242" y="142"/>
                      <a:pt x="243" y="141"/>
                      <a:pt x="243" y="140"/>
                    </a:cubicBezTo>
                    <a:cubicBezTo>
                      <a:pt x="245" y="111"/>
                      <a:pt x="245" y="78"/>
                      <a:pt x="243" y="74"/>
                    </a:cubicBezTo>
                    <a:cubicBezTo>
                      <a:pt x="242" y="72"/>
                      <a:pt x="241" y="69"/>
                      <a:pt x="240" y="66"/>
                    </a:cubicBezTo>
                    <a:cubicBezTo>
                      <a:pt x="236" y="52"/>
                      <a:pt x="229" y="27"/>
                      <a:pt x="200" y="14"/>
                    </a:cubicBezTo>
                    <a:cubicBezTo>
                      <a:pt x="192" y="10"/>
                      <a:pt x="161" y="5"/>
                      <a:pt x="128" y="5"/>
                    </a:cubicBezTo>
                    <a:cubicBezTo>
                      <a:pt x="103" y="5"/>
                      <a:pt x="58" y="8"/>
                      <a:pt x="45" y="33"/>
                    </a:cubicBezTo>
                    <a:lnTo>
                      <a:pt x="44" y="34"/>
                    </a:lnTo>
                    <a:cubicBezTo>
                      <a:pt x="42" y="34"/>
                      <a:pt x="5" y="46"/>
                      <a:pt x="6" y="91"/>
                    </a:cubicBezTo>
                    <a:cubicBezTo>
                      <a:pt x="7" y="126"/>
                      <a:pt x="17" y="159"/>
                      <a:pt x="18" y="164"/>
                    </a:cubicBezTo>
                    <a:close/>
                    <a:moveTo>
                      <a:pt x="31" y="179"/>
                    </a:moveTo>
                    <a:lnTo>
                      <a:pt x="30" y="179"/>
                    </a:lnTo>
                    <a:lnTo>
                      <a:pt x="15" y="167"/>
                    </a:lnTo>
                    <a:cubicBezTo>
                      <a:pt x="15" y="167"/>
                      <a:pt x="14" y="167"/>
                      <a:pt x="14" y="166"/>
                    </a:cubicBezTo>
                    <a:cubicBezTo>
                      <a:pt x="14" y="166"/>
                      <a:pt x="2" y="130"/>
                      <a:pt x="1" y="91"/>
                    </a:cubicBezTo>
                    <a:cubicBezTo>
                      <a:pt x="0" y="46"/>
                      <a:pt x="35" y="32"/>
                      <a:pt x="41" y="29"/>
                    </a:cubicBezTo>
                    <a:cubicBezTo>
                      <a:pt x="55" y="5"/>
                      <a:pt x="96" y="0"/>
                      <a:pt x="128" y="0"/>
                    </a:cubicBezTo>
                    <a:cubicBezTo>
                      <a:pt x="162" y="0"/>
                      <a:pt x="194" y="5"/>
                      <a:pt x="202" y="9"/>
                    </a:cubicBezTo>
                    <a:cubicBezTo>
                      <a:pt x="233" y="24"/>
                      <a:pt x="241" y="50"/>
                      <a:pt x="245" y="64"/>
                    </a:cubicBezTo>
                    <a:cubicBezTo>
                      <a:pt x="246" y="67"/>
                      <a:pt x="246" y="70"/>
                      <a:pt x="247" y="71"/>
                    </a:cubicBezTo>
                    <a:cubicBezTo>
                      <a:pt x="251" y="78"/>
                      <a:pt x="249" y="121"/>
                      <a:pt x="248" y="141"/>
                    </a:cubicBezTo>
                    <a:cubicBezTo>
                      <a:pt x="249" y="142"/>
                      <a:pt x="248" y="143"/>
                      <a:pt x="248" y="143"/>
                    </a:cubicBezTo>
                    <a:cubicBezTo>
                      <a:pt x="248" y="144"/>
                      <a:pt x="247" y="145"/>
                      <a:pt x="246" y="145"/>
                    </a:cubicBezTo>
                    <a:cubicBezTo>
                      <a:pt x="245" y="145"/>
                      <a:pt x="245" y="146"/>
                      <a:pt x="244" y="146"/>
                    </a:cubicBezTo>
                    <a:cubicBezTo>
                      <a:pt x="241" y="150"/>
                      <a:pt x="240" y="161"/>
                      <a:pt x="239" y="167"/>
                    </a:cubicBezTo>
                    <a:cubicBezTo>
                      <a:pt x="239" y="169"/>
                      <a:pt x="239" y="171"/>
                      <a:pt x="238" y="172"/>
                    </a:cubicBezTo>
                    <a:cubicBezTo>
                      <a:pt x="238" y="174"/>
                      <a:pt x="236" y="174"/>
                      <a:pt x="235" y="174"/>
                    </a:cubicBezTo>
                    <a:cubicBezTo>
                      <a:pt x="233" y="174"/>
                      <a:pt x="232" y="173"/>
                      <a:pt x="229" y="171"/>
                    </a:cubicBezTo>
                    <a:cubicBezTo>
                      <a:pt x="229" y="170"/>
                      <a:pt x="228" y="168"/>
                      <a:pt x="227" y="168"/>
                    </a:cubicBezTo>
                    <a:cubicBezTo>
                      <a:pt x="226" y="167"/>
                      <a:pt x="224" y="166"/>
                      <a:pt x="222" y="111"/>
                    </a:cubicBezTo>
                    <a:lnTo>
                      <a:pt x="186" y="59"/>
                    </a:lnTo>
                    <a:cubicBezTo>
                      <a:pt x="160" y="74"/>
                      <a:pt x="71" y="77"/>
                      <a:pt x="59" y="77"/>
                    </a:cubicBezTo>
                    <a:cubicBezTo>
                      <a:pt x="50" y="88"/>
                      <a:pt x="29" y="107"/>
                      <a:pt x="23" y="112"/>
                    </a:cubicBezTo>
                    <a:cubicBezTo>
                      <a:pt x="24" y="115"/>
                      <a:pt x="27" y="121"/>
                      <a:pt x="28" y="126"/>
                    </a:cubicBezTo>
                    <a:cubicBezTo>
                      <a:pt x="30" y="133"/>
                      <a:pt x="33" y="175"/>
                      <a:pt x="34" y="177"/>
                    </a:cubicBezTo>
                    <a:cubicBezTo>
                      <a:pt x="34" y="178"/>
                      <a:pt x="33" y="179"/>
                      <a:pt x="32" y="179"/>
                    </a:cubicBezTo>
                    <a:cubicBezTo>
                      <a:pt x="32" y="179"/>
                      <a:pt x="32" y="179"/>
                      <a:pt x="31" y="179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îSlîḓé">
                <a:extLst>
                  <a:ext uri="{FF2B5EF4-FFF2-40B4-BE49-F238E27FC236}">
                    <a16:creationId xmlns:a16="http://schemas.microsoft.com/office/drawing/2014/main" id="{EA601B65-F48F-4094-8AED-71CA9FB60629}"/>
                  </a:ext>
                </a:extLst>
              </p:cNvPr>
              <p:cNvSpPr/>
              <p:nvPr/>
            </p:nvSpPr>
            <p:spPr bwMode="auto">
              <a:xfrm>
                <a:off x="5802970" y="1130300"/>
                <a:ext cx="538823" cy="411572"/>
              </a:xfrm>
              <a:custGeom>
                <a:avLst/>
                <a:gdLst>
                  <a:gd name="T0" fmla="*/ 243 w 247"/>
                  <a:gd name="T1" fmla="*/ 155 h 190"/>
                  <a:gd name="T2" fmla="*/ 243 w 247"/>
                  <a:gd name="T3" fmla="*/ 154 h 190"/>
                  <a:gd name="T4" fmla="*/ 243 w 247"/>
                  <a:gd name="T5" fmla="*/ 155 h 190"/>
                  <a:gd name="T6" fmla="*/ 14 w 247"/>
                  <a:gd name="T7" fmla="*/ 178 h 190"/>
                  <a:gd name="T8" fmla="*/ 1 w 247"/>
                  <a:gd name="T9" fmla="*/ 104 h 190"/>
                  <a:gd name="T10" fmla="*/ 41 w 247"/>
                  <a:gd name="T11" fmla="*/ 44 h 190"/>
                  <a:gd name="T12" fmla="*/ 199 w 247"/>
                  <a:gd name="T13" fmla="*/ 24 h 190"/>
                  <a:gd name="T14" fmla="*/ 242 w 247"/>
                  <a:gd name="T15" fmla="*/ 85 h 190"/>
                  <a:gd name="T16" fmla="*/ 243 w 247"/>
                  <a:gd name="T17" fmla="*/ 154 h 190"/>
                  <a:gd name="T18" fmla="*/ 240 w 247"/>
                  <a:gd name="T19" fmla="*/ 157 h 190"/>
                  <a:gd name="T20" fmla="*/ 233 w 247"/>
                  <a:gd name="T21" fmla="*/ 183 h 190"/>
                  <a:gd name="T22" fmla="*/ 226 w 247"/>
                  <a:gd name="T23" fmla="*/ 178 h 190"/>
                  <a:gd name="T24" fmla="*/ 222 w 247"/>
                  <a:gd name="T25" fmla="*/ 123 h 190"/>
                  <a:gd name="T26" fmla="*/ 184 w 247"/>
                  <a:gd name="T27" fmla="*/ 68 h 190"/>
                  <a:gd name="T28" fmla="*/ 55 w 247"/>
                  <a:gd name="T29" fmla="*/ 87 h 190"/>
                  <a:gd name="T30" fmla="*/ 18 w 247"/>
                  <a:gd name="T31" fmla="*/ 124 h 190"/>
                  <a:gd name="T32" fmla="*/ 23 w 247"/>
                  <a:gd name="T33" fmla="*/ 139 h 190"/>
                  <a:gd name="T34" fmla="*/ 29 w 247"/>
                  <a:gd name="T35" fmla="*/ 189 h 190"/>
                  <a:gd name="T36" fmla="*/ 14 w 247"/>
                  <a:gd name="T37" fmla="*/ 178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47" h="190">
                    <a:moveTo>
                      <a:pt x="243" y="155"/>
                    </a:moveTo>
                    <a:lnTo>
                      <a:pt x="243" y="154"/>
                    </a:lnTo>
                    <a:cubicBezTo>
                      <a:pt x="244" y="154"/>
                      <a:pt x="243" y="155"/>
                      <a:pt x="243" y="155"/>
                    </a:cubicBezTo>
                    <a:close/>
                    <a:moveTo>
                      <a:pt x="14" y="178"/>
                    </a:moveTo>
                    <a:cubicBezTo>
                      <a:pt x="14" y="178"/>
                      <a:pt x="2" y="142"/>
                      <a:pt x="1" y="104"/>
                    </a:cubicBezTo>
                    <a:cubicBezTo>
                      <a:pt x="0" y="56"/>
                      <a:pt x="41" y="44"/>
                      <a:pt x="41" y="44"/>
                    </a:cubicBezTo>
                    <a:cubicBezTo>
                      <a:pt x="65" y="0"/>
                      <a:pt x="181" y="16"/>
                      <a:pt x="199" y="24"/>
                    </a:cubicBezTo>
                    <a:cubicBezTo>
                      <a:pt x="236" y="42"/>
                      <a:pt x="238" y="78"/>
                      <a:pt x="242" y="85"/>
                    </a:cubicBezTo>
                    <a:cubicBezTo>
                      <a:pt x="246" y="92"/>
                      <a:pt x="244" y="146"/>
                      <a:pt x="243" y="154"/>
                    </a:cubicBezTo>
                    <a:cubicBezTo>
                      <a:pt x="243" y="154"/>
                      <a:pt x="242" y="155"/>
                      <a:pt x="240" y="157"/>
                    </a:cubicBezTo>
                    <a:cubicBezTo>
                      <a:pt x="235" y="163"/>
                      <a:pt x="234" y="180"/>
                      <a:pt x="233" y="183"/>
                    </a:cubicBezTo>
                    <a:cubicBezTo>
                      <a:pt x="232" y="186"/>
                      <a:pt x="228" y="180"/>
                      <a:pt x="226" y="178"/>
                    </a:cubicBezTo>
                    <a:cubicBezTo>
                      <a:pt x="224" y="177"/>
                      <a:pt x="222" y="123"/>
                      <a:pt x="222" y="123"/>
                    </a:cubicBezTo>
                    <a:lnTo>
                      <a:pt x="184" y="68"/>
                    </a:lnTo>
                    <a:cubicBezTo>
                      <a:pt x="161" y="85"/>
                      <a:pt x="55" y="87"/>
                      <a:pt x="55" y="87"/>
                    </a:cubicBezTo>
                    <a:cubicBezTo>
                      <a:pt x="46" y="100"/>
                      <a:pt x="18" y="124"/>
                      <a:pt x="18" y="124"/>
                    </a:cubicBezTo>
                    <a:cubicBezTo>
                      <a:pt x="18" y="124"/>
                      <a:pt x="22" y="133"/>
                      <a:pt x="23" y="139"/>
                    </a:cubicBezTo>
                    <a:cubicBezTo>
                      <a:pt x="25" y="146"/>
                      <a:pt x="29" y="189"/>
                      <a:pt x="29" y="189"/>
                    </a:cubicBezTo>
                    <a:lnTo>
                      <a:pt x="14" y="178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ïṧḷíḑè">
                <a:extLst>
                  <a:ext uri="{FF2B5EF4-FFF2-40B4-BE49-F238E27FC236}">
                    <a16:creationId xmlns:a16="http://schemas.microsoft.com/office/drawing/2014/main" id="{3F258E10-6325-44AB-A467-52ED5C012773}"/>
                  </a:ext>
                </a:extLst>
              </p:cNvPr>
              <p:cNvSpPr/>
              <p:nvPr/>
            </p:nvSpPr>
            <p:spPr bwMode="auto">
              <a:xfrm>
                <a:off x="5341122" y="2183155"/>
                <a:ext cx="86594" cy="95714"/>
              </a:xfrm>
              <a:custGeom>
                <a:avLst/>
                <a:gdLst>
                  <a:gd name="T0" fmla="*/ 14 w 41"/>
                  <a:gd name="T1" fmla="*/ 42 h 45"/>
                  <a:gd name="T2" fmla="*/ 1 w 41"/>
                  <a:gd name="T3" fmla="*/ 12 h 45"/>
                  <a:gd name="T4" fmla="*/ 10 w 41"/>
                  <a:gd name="T5" fmla="*/ 0 h 45"/>
                  <a:gd name="T6" fmla="*/ 36 w 41"/>
                  <a:gd name="T7" fmla="*/ 31 h 45"/>
                  <a:gd name="T8" fmla="*/ 36 w 41"/>
                  <a:gd name="T9" fmla="*/ 44 h 45"/>
                  <a:gd name="T10" fmla="*/ 14 w 41"/>
                  <a:gd name="T11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5">
                    <a:moveTo>
                      <a:pt x="14" y="42"/>
                    </a:moveTo>
                    <a:cubicBezTo>
                      <a:pt x="14" y="42"/>
                      <a:pt x="1" y="19"/>
                      <a:pt x="1" y="12"/>
                    </a:cubicBezTo>
                    <a:cubicBezTo>
                      <a:pt x="0" y="6"/>
                      <a:pt x="10" y="0"/>
                      <a:pt x="10" y="0"/>
                    </a:cubicBezTo>
                    <a:cubicBezTo>
                      <a:pt x="10" y="0"/>
                      <a:pt x="31" y="28"/>
                      <a:pt x="36" y="31"/>
                    </a:cubicBezTo>
                    <a:cubicBezTo>
                      <a:pt x="40" y="33"/>
                      <a:pt x="40" y="44"/>
                      <a:pt x="36" y="44"/>
                    </a:cubicBezTo>
                    <a:cubicBezTo>
                      <a:pt x="31" y="44"/>
                      <a:pt x="14" y="42"/>
                      <a:pt x="14" y="42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14" name="iṥḻíḑè">
                <a:extLst>
                  <a:ext uri="{FF2B5EF4-FFF2-40B4-BE49-F238E27FC236}">
                    <a16:creationId xmlns:a16="http://schemas.microsoft.com/office/drawing/2014/main" id="{A3C8C2C4-B6B3-4253-B44B-B1A33E6EB7E3}"/>
                  </a:ext>
                </a:extLst>
              </p:cNvPr>
              <p:cNvSpPr/>
              <p:nvPr/>
            </p:nvSpPr>
            <p:spPr bwMode="auto">
              <a:xfrm>
                <a:off x="5341122" y="2183155"/>
                <a:ext cx="96219" cy="105289"/>
              </a:xfrm>
              <a:custGeom>
                <a:avLst/>
                <a:gdLst>
                  <a:gd name="T0" fmla="*/ 18 w 45"/>
                  <a:gd name="T1" fmla="*/ 42 h 50"/>
                  <a:gd name="T2" fmla="*/ 38 w 45"/>
                  <a:gd name="T3" fmla="*/ 44 h 50"/>
                  <a:gd name="T4" fmla="*/ 39 w 45"/>
                  <a:gd name="T5" fmla="*/ 40 h 50"/>
                  <a:gd name="T6" fmla="*/ 37 w 45"/>
                  <a:gd name="T7" fmla="*/ 35 h 50"/>
                  <a:gd name="T8" fmla="*/ 12 w 45"/>
                  <a:gd name="T9" fmla="*/ 6 h 50"/>
                  <a:gd name="T10" fmla="*/ 6 w 45"/>
                  <a:gd name="T11" fmla="*/ 15 h 50"/>
                  <a:gd name="T12" fmla="*/ 18 w 45"/>
                  <a:gd name="T13" fmla="*/ 42 h 50"/>
                  <a:gd name="T14" fmla="*/ 38 w 45"/>
                  <a:gd name="T15" fmla="*/ 49 h 50"/>
                  <a:gd name="T16" fmla="*/ 16 w 45"/>
                  <a:gd name="T17" fmla="*/ 46 h 50"/>
                  <a:gd name="T18" fmla="*/ 14 w 45"/>
                  <a:gd name="T19" fmla="*/ 45 h 50"/>
                  <a:gd name="T20" fmla="*/ 1 w 45"/>
                  <a:gd name="T21" fmla="*/ 15 h 50"/>
                  <a:gd name="T22" fmla="*/ 11 w 45"/>
                  <a:gd name="T23" fmla="*/ 1 h 50"/>
                  <a:gd name="T24" fmla="*/ 14 w 45"/>
                  <a:gd name="T25" fmla="*/ 1 h 50"/>
                  <a:gd name="T26" fmla="*/ 39 w 45"/>
                  <a:gd name="T27" fmla="*/ 31 h 50"/>
                  <a:gd name="T28" fmla="*/ 43 w 45"/>
                  <a:gd name="T29" fmla="*/ 44 h 50"/>
                  <a:gd name="T30" fmla="*/ 38 w 45"/>
                  <a:gd name="T31" fmla="*/ 4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5" h="50">
                    <a:moveTo>
                      <a:pt x="18" y="42"/>
                    </a:moveTo>
                    <a:cubicBezTo>
                      <a:pt x="23" y="42"/>
                      <a:pt x="35" y="44"/>
                      <a:pt x="38" y="44"/>
                    </a:cubicBezTo>
                    <a:cubicBezTo>
                      <a:pt x="38" y="44"/>
                      <a:pt x="39" y="42"/>
                      <a:pt x="39" y="40"/>
                    </a:cubicBezTo>
                    <a:cubicBezTo>
                      <a:pt x="38" y="38"/>
                      <a:pt x="38" y="36"/>
                      <a:pt x="37" y="35"/>
                    </a:cubicBezTo>
                    <a:cubicBezTo>
                      <a:pt x="33" y="33"/>
                      <a:pt x="17" y="13"/>
                      <a:pt x="12" y="6"/>
                    </a:cubicBezTo>
                    <a:cubicBezTo>
                      <a:pt x="9" y="8"/>
                      <a:pt x="5" y="12"/>
                      <a:pt x="6" y="15"/>
                    </a:cubicBezTo>
                    <a:cubicBezTo>
                      <a:pt x="6" y="20"/>
                      <a:pt x="14" y="35"/>
                      <a:pt x="18" y="42"/>
                    </a:cubicBezTo>
                    <a:close/>
                    <a:moveTo>
                      <a:pt x="38" y="49"/>
                    </a:moveTo>
                    <a:cubicBezTo>
                      <a:pt x="34" y="49"/>
                      <a:pt x="17" y="46"/>
                      <a:pt x="16" y="46"/>
                    </a:cubicBezTo>
                    <a:cubicBezTo>
                      <a:pt x="15" y="46"/>
                      <a:pt x="14" y="46"/>
                      <a:pt x="14" y="45"/>
                    </a:cubicBezTo>
                    <a:cubicBezTo>
                      <a:pt x="13" y="43"/>
                      <a:pt x="2" y="22"/>
                      <a:pt x="1" y="15"/>
                    </a:cubicBezTo>
                    <a:cubicBezTo>
                      <a:pt x="0" y="8"/>
                      <a:pt x="10" y="1"/>
                      <a:pt x="11" y="1"/>
                    </a:cubicBezTo>
                    <a:cubicBezTo>
                      <a:pt x="12" y="0"/>
                      <a:pt x="13" y="0"/>
                      <a:pt x="14" y="1"/>
                    </a:cubicBezTo>
                    <a:cubicBezTo>
                      <a:pt x="23" y="13"/>
                      <a:pt x="37" y="30"/>
                      <a:pt x="39" y="31"/>
                    </a:cubicBezTo>
                    <a:cubicBezTo>
                      <a:pt x="43" y="34"/>
                      <a:pt x="44" y="40"/>
                      <a:pt x="43" y="44"/>
                    </a:cubicBezTo>
                    <a:cubicBezTo>
                      <a:pt x="42" y="47"/>
                      <a:pt x="40" y="49"/>
                      <a:pt x="38" y="49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íśḻiḓê">
                <a:extLst>
                  <a:ext uri="{FF2B5EF4-FFF2-40B4-BE49-F238E27FC236}">
                    <a16:creationId xmlns:a16="http://schemas.microsoft.com/office/drawing/2014/main" id="{3E13EDA4-E83C-4BFE-8303-583F991892E2}"/>
                  </a:ext>
                </a:extLst>
              </p:cNvPr>
              <p:cNvSpPr/>
              <p:nvPr/>
            </p:nvSpPr>
            <p:spPr bwMode="auto">
              <a:xfrm>
                <a:off x="5418096" y="2058731"/>
                <a:ext cx="163569" cy="248856"/>
              </a:xfrm>
              <a:custGeom>
                <a:avLst/>
                <a:gdLst>
                  <a:gd name="T0" fmla="*/ 36 w 73"/>
                  <a:gd name="T1" fmla="*/ 7 h 115"/>
                  <a:gd name="T2" fmla="*/ 66 w 73"/>
                  <a:gd name="T3" fmla="*/ 106 h 115"/>
                  <a:gd name="T4" fmla="*/ 0 w 73"/>
                  <a:gd name="T5" fmla="*/ 112 h 115"/>
                  <a:gd name="T6" fmla="*/ 8 w 73"/>
                  <a:gd name="T7" fmla="*/ 71 h 115"/>
                  <a:gd name="T8" fmla="*/ 20 w 73"/>
                  <a:gd name="T9" fmla="*/ 46 h 115"/>
                  <a:gd name="T10" fmla="*/ 36 w 73"/>
                  <a:gd name="T11" fmla="*/ 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115">
                    <a:moveTo>
                      <a:pt x="36" y="7"/>
                    </a:moveTo>
                    <a:cubicBezTo>
                      <a:pt x="46" y="0"/>
                      <a:pt x="72" y="97"/>
                      <a:pt x="66" y="106"/>
                    </a:cubicBezTo>
                    <a:cubicBezTo>
                      <a:pt x="59" y="114"/>
                      <a:pt x="0" y="112"/>
                      <a:pt x="0" y="112"/>
                    </a:cubicBezTo>
                    <a:cubicBezTo>
                      <a:pt x="0" y="112"/>
                      <a:pt x="8" y="77"/>
                      <a:pt x="8" y="71"/>
                    </a:cubicBezTo>
                    <a:cubicBezTo>
                      <a:pt x="8" y="64"/>
                      <a:pt x="20" y="54"/>
                      <a:pt x="20" y="46"/>
                    </a:cubicBezTo>
                    <a:cubicBezTo>
                      <a:pt x="20" y="38"/>
                      <a:pt x="36" y="7"/>
                      <a:pt x="36" y="7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endParaRPr lang="en-US"/>
              </a:p>
            </p:txBody>
          </p:sp>
          <p:sp>
            <p:nvSpPr>
              <p:cNvPr id="16" name="îSľíḓê">
                <a:extLst>
                  <a:ext uri="{FF2B5EF4-FFF2-40B4-BE49-F238E27FC236}">
                    <a16:creationId xmlns:a16="http://schemas.microsoft.com/office/drawing/2014/main" id="{439DFF66-4304-43EA-9EEA-BA9708885D4E}"/>
                  </a:ext>
                </a:extLst>
              </p:cNvPr>
              <p:cNvSpPr/>
              <p:nvPr/>
            </p:nvSpPr>
            <p:spPr bwMode="auto">
              <a:xfrm>
                <a:off x="5418097" y="2068298"/>
                <a:ext cx="173193" cy="239289"/>
              </a:xfrm>
              <a:custGeom>
                <a:avLst/>
                <a:gdLst>
                  <a:gd name="T0" fmla="*/ 6 w 78"/>
                  <a:gd name="T1" fmla="*/ 105 h 111"/>
                  <a:gd name="T2" fmla="*/ 15 w 78"/>
                  <a:gd name="T3" fmla="*/ 105 h 111"/>
                  <a:gd name="T4" fmla="*/ 66 w 78"/>
                  <a:gd name="T5" fmla="*/ 100 h 111"/>
                  <a:gd name="T6" fmla="*/ 51 w 78"/>
                  <a:gd name="T7" fmla="*/ 26 h 111"/>
                  <a:gd name="T8" fmla="*/ 41 w 78"/>
                  <a:gd name="T9" fmla="*/ 5 h 111"/>
                  <a:gd name="T10" fmla="*/ 25 w 78"/>
                  <a:gd name="T11" fmla="*/ 42 h 111"/>
                  <a:gd name="T12" fmla="*/ 18 w 78"/>
                  <a:gd name="T13" fmla="*/ 57 h 111"/>
                  <a:gd name="T14" fmla="*/ 14 w 78"/>
                  <a:gd name="T15" fmla="*/ 67 h 111"/>
                  <a:gd name="T16" fmla="*/ 6 w 78"/>
                  <a:gd name="T17" fmla="*/ 105 h 111"/>
                  <a:gd name="T18" fmla="*/ 15 w 78"/>
                  <a:gd name="T19" fmla="*/ 110 h 111"/>
                  <a:gd name="T20" fmla="*/ 15 w 78"/>
                  <a:gd name="T21" fmla="*/ 110 h 111"/>
                  <a:gd name="T22" fmla="*/ 3 w 78"/>
                  <a:gd name="T23" fmla="*/ 110 h 111"/>
                  <a:gd name="T24" fmla="*/ 1 w 78"/>
                  <a:gd name="T25" fmla="*/ 109 h 111"/>
                  <a:gd name="T26" fmla="*/ 1 w 78"/>
                  <a:gd name="T27" fmla="*/ 107 h 111"/>
                  <a:gd name="T28" fmla="*/ 9 w 78"/>
                  <a:gd name="T29" fmla="*/ 67 h 111"/>
                  <a:gd name="T30" fmla="*/ 15 w 78"/>
                  <a:gd name="T31" fmla="*/ 54 h 111"/>
                  <a:gd name="T32" fmla="*/ 20 w 78"/>
                  <a:gd name="T33" fmla="*/ 42 h 111"/>
                  <a:gd name="T34" fmla="*/ 37 w 78"/>
                  <a:gd name="T35" fmla="*/ 2 h 111"/>
                  <a:gd name="T36" fmla="*/ 37 w 78"/>
                  <a:gd name="T37" fmla="*/ 0 h 111"/>
                  <a:gd name="T38" fmla="*/ 40 w 78"/>
                  <a:gd name="T39" fmla="*/ 0 h 111"/>
                  <a:gd name="T40" fmla="*/ 50 w 78"/>
                  <a:gd name="T41" fmla="*/ 11 h 111"/>
                  <a:gd name="T42" fmla="*/ 70 w 78"/>
                  <a:gd name="T43" fmla="*/ 103 h 111"/>
                  <a:gd name="T44" fmla="*/ 15 w 78"/>
                  <a:gd name="T45" fmla="*/ 11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111">
                    <a:moveTo>
                      <a:pt x="6" y="105"/>
                    </a:moveTo>
                    <a:cubicBezTo>
                      <a:pt x="8" y="105"/>
                      <a:pt x="11" y="105"/>
                      <a:pt x="15" y="105"/>
                    </a:cubicBezTo>
                    <a:cubicBezTo>
                      <a:pt x="50" y="105"/>
                      <a:pt x="64" y="102"/>
                      <a:pt x="66" y="100"/>
                    </a:cubicBezTo>
                    <a:cubicBezTo>
                      <a:pt x="69" y="96"/>
                      <a:pt x="61" y="56"/>
                      <a:pt x="51" y="26"/>
                    </a:cubicBezTo>
                    <a:cubicBezTo>
                      <a:pt x="45" y="11"/>
                      <a:pt x="42" y="6"/>
                      <a:pt x="41" y="5"/>
                    </a:cubicBezTo>
                    <a:cubicBezTo>
                      <a:pt x="34" y="18"/>
                      <a:pt x="25" y="37"/>
                      <a:pt x="25" y="42"/>
                    </a:cubicBezTo>
                    <a:cubicBezTo>
                      <a:pt x="25" y="47"/>
                      <a:pt x="22" y="52"/>
                      <a:pt x="18" y="57"/>
                    </a:cubicBezTo>
                    <a:cubicBezTo>
                      <a:pt x="16" y="61"/>
                      <a:pt x="14" y="64"/>
                      <a:pt x="14" y="67"/>
                    </a:cubicBezTo>
                    <a:cubicBezTo>
                      <a:pt x="14" y="72"/>
                      <a:pt x="8" y="97"/>
                      <a:pt x="6" y="105"/>
                    </a:cubicBezTo>
                    <a:close/>
                    <a:moveTo>
                      <a:pt x="15" y="110"/>
                    </a:moveTo>
                    <a:lnTo>
                      <a:pt x="15" y="110"/>
                    </a:lnTo>
                    <a:cubicBezTo>
                      <a:pt x="8" y="110"/>
                      <a:pt x="3" y="110"/>
                      <a:pt x="3" y="110"/>
                    </a:cubicBezTo>
                    <a:cubicBezTo>
                      <a:pt x="2" y="110"/>
                      <a:pt x="1" y="110"/>
                      <a:pt x="1" y="109"/>
                    </a:cubicBezTo>
                    <a:cubicBezTo>
                      <a:pt x="1" y="108"/>
                      <a:pt x="0" y="108"/>
                      <a:pt x="1" y="107"/>
                    </a:cubicBezTo>
                    <a:cubicBezTo>
                      <a:pt x="3" y="98"/>
                      <a:pt x="9" y="72"/>
                      <a:pt x="9" y="67"/>
                    </a:cubicBezTo>
                    <a:cubicBezTo>
                      <a:pt x="9" y="63"/>
                      <a:pt x="11" y="59"/>
                      <a:pt x="15" y="54"/>
                    </a:cubicBezTo>
                    <a:cubicBezTo>
                      <a:pt x="17" y="50"/>
                      <a:pt x="20" y="46"/>
                      <a:pt x="20" y="42"/>
                    </a:cubicBezTo>
                    <a:cubicBezTo>
                      <a:pt x="20" y="33"/>
                      <a:pt x="35" y="5"/>
                      <a:pt x="37" y="2"/>
                    </a:cubicBezTo>
                    <a:cubicBezTo>
                      <a:pt x="37" y="1"/>
                      <a:pt x="37" y="1"/>
                      <a:pt x="37" y="0"/>
                    </a:cubicBezTo>
                    <a:cubicBezTo>
                      <a:pt x="38" y="0"/>
                      <a:pt x="39" y="0"/>
                      <a:pt x="40" y="0"/>
                    </a:cubicBezTo>
                    <a:cubicBezTo>
                      <a:pt x="43" y="0"/>
                      <a:pt x="46" y="3"/>
                      <a:pt x="50" y="11"/>
                    </a:cubicBezTo>
                    <a:cubicBezTo>
                      <a:pt x="60" y="32"/>
                      <a:pt x="77" y="94"/>
                      <a:pt x="70" y="103"/>
                    </a:cubicBezTo>
                    <a:cubicBezTo>
                      <a:pt x="69" y="105"/>
                      <a:pt x="64" y="110"/>
                      <a:pt x="15" y="110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7" name="îsliḋê">
                <a:extLst>
                  <a:ext uri="{FF2B5EF4-FFF2-40B4-BE49-F238E27FC236}">
                    <a16:creationId xmlns:a16="http://schemas.microsoft.com/office/drawing/2014/main" id="{01606674-1E15-43EB-A198-327B6BBEBA43}"/>
                  </a:ext>
                </a:extLst>
              </p:cNvPr>
              <p:cNvSpPr/>
              <p:nvPr/>
            </p:nvSpPr>
            <p:spPr bwMode="auto">
              <a:xfrm>
                <a:off x="6697799" y="1972584"/>
                <a:ext cx="182818" cy="335002"/>
              </a:xfrm>
              <a:custGeom>
                <a:avLst/>
                <a:gdLst>
                  <a:gd name="T0" fmla="*/ 21 w 83"/>
                  <a:gd name="T1" fmla="*/ 16 h 156"/>
                  <a:gd name="T2" fmla="*/ 44 w 83"/>
                  <a:gd name="T3" fmla="*/ 6 h 156"/>
                  <a:gd name="T4" fmla="*/ 53 w 83"/>
                  <a:gd name="T5" fmla="*/ 39 h 156"/>
                  <a:gd name="T6" fmla="*/ 66 w 83"/>
                  <a:gd name="T7" fmla="*/ 64 h 156"/>
                  <a:gd name="T8" fmla="*/ 81 w 83"/>
                  <a:gd name="T9" fmla="*/ 105 h 156"/>
                  <a:gd name="T10" fmla="*/ 73 w 83"/>
                  <a:gd name="T11" fmla="*/ 154 h 156"/>
                  <a:gd name="T12" fmla="*/ 0 w 83"/>
                  <a:gd name="T13" fmla="*/ 144 h 156"/>
                  <a:gd name="T14" fmla="*/ 21 w 83"/>
                  <a:gd name="T15" fmla="*/ 1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156">
                    <a:moveTo>
                      <a:pt x="21" y="16"/>
                    </a:moveTo>
                    <a:cubicBezTo>
                      <a:pt x="21" y="16"/>
                      <a:pt x="37" y="0"/>
                      <a:pt x="44" y="6"/>
                    </a:cubicBezTo>
                    <a:cubicBezTo>
                      <a:pt x="50" y="13"/>
                      <a:pt x="53" y="39"/>
                      <a:pt x="53" y="39"/>
                    </a:cubicBezTo>
                    <a:cubicBezTo>
                      <a:pt x="53" y="39"/>
                      <a:pt x="61" y="59"/>
                      <a:pt x="66" y="64"/>
                    </a:cubicBezTo>
                    <a:cubicBezTo>
                      <a:pt x="71" y="69"/>
                      <a:pt x="79" y="96"/>
                      <a:pt x="81" y="105"/>
                    </a:cubicBezTo>
                    <a:cubicBezTo>
                      <a:pt x="82" y="113"/>
                      <a:pt x="79" y="152"/>
                      <a:pt x="73" y="154"/>
                    </a:cubicBezTo>
                    <a:cubicBezTo>
                      <a:pt x="66" y="155"/>
                      <a:pt x="0" y="144"/>
                      <a:pt x="0" y="144"/>
                    </a:cubicBezTo>
                    <a:lnTo>
                      <a:pt x="21" y="16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/>
              <a:p>
                <a:endParaRPr lang="en-US"/>
              </a:p>
            </p:txBody>
          </p:sp>
          <p:sp>
            <p:nvSpPr>
              <p:cNvPr id="18" name="işlíďe">
                <a:extLst>
                  <a:ext uri="{FF2B5EF4-FFF2-40B4-BE49-F238E27FC236}">
                    <a16:creationId xmlns:a16="http://schemas.microsoft.com/office/drawing/2014/main" id="{25A90BA7-BEC5-45C1-8579-09D570D538EF}"/>
                  </a:ext>
                </a:extLst>
              </p:cNvPr>
              <p:cNvSpPr/>
              <p:nvPr/>
            </p:nvSpPr>
            <p:spPr bwMode="auto">
              <a:xfrm>
                <a:off x="6688180" y="1982158"/>
                <a:ext cx="192437" cy="334996"/>
              </a:xfrm>
              <a:custGeom>
                <a:avLst/>
                <a:gdLst>
                  <a:gd name="T0" fmla="*/ 5 w 90"/>
                  <a:gd name="T1" fmla="*/ 139 h 154"/>
                  <a:gd name="T2" fmla="*/ 74 w 90"/>
                  <a:gd name="T3" fmla="*/ 148 h 154"/>
                  <a:gd name="T4" fmla="*/ 76 w 90"/>
                  <a:gd name="T5" fmla="*/ 148 h 154"/>
                  <a:gd name="T6" fmla="*/ 83 w 90"/>
                  <a:gd name="T7" fmla="*/ 102 h 154"/>
                  <a:gd name="T8" fmla="*/ 68 w 90"/>
                  <a:gd name="T9" fmla="*/ 63 h 154"/>
                  <a:gd name="T10" fmla="*/ 54 w 90"/>
                  <a:gd name="T11" fmla="*/ 37 h 154"/>
                  <a:gd name="T12" fmla="*/ 54 w 90"/>
                  <a:gd name="T13" fmla="*/ 36 h 154"/>
                  <a:gd name="T14" fmla="*/ 45 w 90"/>
                  <a:gd name="T15" fmla="*/ 5 h 154"/>
                  <a:gd name="T16" fmla="*/ 43 w 90"/>
                  <a:gd name="T17" fmla="*/ 5 h 154"/>
                  <a:gd name="T18" fmla="*/ 26 w 90"/>
                  <a:gd name="T19" fmla="*/ 15 h 154"/>
                  <a:gd name="T20" fmla="*/ 5 w 90"/>
                  <a:gd name="T21" fmla="*/ 139 h 154"/>
                  <a:gd name="T22" fmla="*/ 74 w 90"/>
                  <a:gd name="T23" fmla="*/ 153 h 154"/>
                  <a:gd name="T24" fmla="*/ 2 w 90"/>
                  <a:gd name="T25" fmla="*/ 143 h 154"/>
                  <a:gd name="T26" fmla="*/ 0 w 90"/>
                  <a:gd name="T27" fmla="*/ 140 h 154"/>
                  <a:gd name="T28" fmla="*/ 21 w 90"/>
                  <a:gd name="T29" fmla="*/ 13 h 154"/>
                  <a:gd name="T30" fmla="*/ 22 w 90"/>
                  <a:gd name="T31" fmla="*/ 12 h 154"/>
                  <a:gd name="T32" fmla="*/ 43 w 90"/>
                  <a:gd name="T33" fmla="*/ 0 h 154"/>
                  <a:gd name="T34" fmla="*/ 49 w 90"/>
                  <a:gd name="T35" fmla="*/ 2 h 154"/>
                  <a:gd name="T36" fmla="*/ 59 w 90"/>
                  <a:gd name="T37" fmla="*/ 36 h 154"/>
                  <a:gd name="T38" fmla="*/ 72 w 90"/>
                  <a:gd name="T39" fmla="*/ 59 h 154"/>
                  <a:gd name="T40" fmla="*/ 88 w 90"/>
                  <a:gd name="T41" fmla="*/ 101 h 154"/>
                  <a:gd name="T42" fmla="*/ 77 w 90"/>
                  <a:gd name="T43" fmla="*/ 153 h 154"/>
                  <a:gd name="T44" fmla="*/ 74 w 90"/>
                  <a:gd name="T45" fmla="*/ 153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0" h="154">
                    <a:moveTo>
                      <a:pt x="5" y="139"/>
                    </a:moveTo>
                    <a:cubicBezTo>
                      <a:pt x="16" y="141"/>
                      <a:pt x="63" y="148"/>
                      <a:pt x="74" y="148"/>
                    </a:cubicBezTo>
                    <a:cubicBezTo>
                      <a:pt x="76" y="148"/>
                      <a:pt x="76" y="148"/>
                      <a:pt x="76" y="148"/>
                    </a:cubicBezTo>
                    <a:cubicBezTo>
                      <a:pt x="80" y="146"/>
                      <a:pt x="84" y="112"/>
                      <a:pt x="83" y="102"/>
                    </a:cubicBezTo>
                    <a:cubicBezTo>
                      <a:pt x="81" y="93"/>
                      <a:pt x="72" y="67"/>
                      <a:pt x="68" y="63"/>
                    </a:cubicBezTo>
                    <a:cubicBezTo>
                      <a:pt x="63" y="57"/>
                      <a:pt x="56" y="39"/>
                      <a:pt x="54" y="37"/>
                    </a:cubicBezTo>
                    <a:cubicBezTo>
                      <a:pt x="54" y="37"/>
                      <a:pt x="54" y="37"/>
                      <a:pt x="54" y="36"/>
                    </a:cubicBezTo>
                    <a:cubicBezTo>
                      <a:pt x="53" y="30"/>
                      <a:pt x="50" y="10"/>
                      <a:pt x="45" y="5"/>
                    </a:cubicBezTo>
                    <a:cubicBezTo>
                      <a:pt x="45" y="5"/>
                      <a:pt x="44" y="5"/>
                      <a:pt x="43" y="5"/>
                    </a:cubicBezTo>
                    <a:cubicBezTo>
                      <a:pt x="38" y="5"/>
                      <a:pt x="30" y="11"/>
                      <a:pt x="26" y="15"/>
                    </a:cubicBezTo>
                    <a:lnTo>
                      <a:pt x="5" y="139"/>
                    </a:lnTo>
                    <a:close/>
                    <a:moveTo>
                      <a:pt x="74" y="153"/>
                    </a:moveTo>
                    <a:cubicBezTo>
                      <a:pt x="61" y="153"/>
                      <a:pt x="4" y="144"/>
                      <a:pt x="2" y="143"/>
                    </a:cubicBezTo>
                    <a:cubicBezTo>
                      <a:pt x="1" y="143"/>
                      <a:pt x="0" y="142"/>
                      <a:pt x="0" y="140"/>
                    </a:cubicBezTo>
                    <a:lnTo>
                      <a:pt x="21" y="13"/>
                    </a:lnTo>
                    <a:lnTo>
                      <a:pt x="22" y="12"/>
                    </a:lnTo>
                    <a:cubicBezTo>
                      <a:pt x="23" y="10"/>
                      <a:pt x="34" y="0"/>
                      <a:pt x="43" y="0"/>
                    </a:cubicBezTo>
                    <a:cubicBezTo>
                      <a:pt x="45" y="0"/>
                      <a:pt x="47" y="0"/>
                      <a:pt x="49" y="2"/>
                    </a:cubicBezTo>
                    <a:cubicBezTo>
                      <a:pt x="56" y="9"/>
                      <a:pt x="59" y="32"/>
                      <a:pt x="59" y="36"/>
                    </a:cubicBezTo>
                    <a:cubicBezTo>
                      <a:pt x="62" y="41"/>
                      <a:pt x="68" y="56"/>
                      <a:pt x="72" y="59"/>
                    </a:cubicBezTo>
                    <a:cubicBezTo>
                      <a:pt x="78" y="65"/>
                      <a:pt x="86" y="95"/>
                      <a:pt x="88" y="101"/>
                    </a:cubicBezTo>
                    <a:cubicBezTo>
                      <a:pt x="89" y="107"/>
                      <a:pt x="87" y="151"/>
                      <a:pt x="77" y="153"/>
                    </a:cubicBezTo>
                    <a:cubicBezTo>
                      <a:pt x="77" y="153"/>
                      <a:pt x="76" y="153"/>
                      <a:pt x="74" y="15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9" name="ïṡļïďê">
                <a:extLst>
                  <a:ext uri="{FF2B5EF4-FFF2-40B4-BE49-F238E27FC236}">
                    <a16:creationId xmlns:a16="http://schemas.microsoft.com/office/drawing/2014/main" id="{81DEAB60-5FF1-4508-AC30-D0BA717C1B15}"/>
                  </a:ext>
                </a:extLst>
              </p:cNvPr>
              <p:cNvSpPr/>
              <p:nvPr/>
            </p:nvSpPr>
            <p:spPr bwMode="auto">
              <a:xfrm>
                <a:off x="6351413" y="1876869"/>
                <a:ext cx="452229" cy="421142"/>
              </a:xfrm>
              <a:custGeom>
                <a:avLst/>
                <a:gdLst>
                  <a:gd name="T0" fmla="*/ 9 w 207"/>
                  <a:gd name="T1" fmla="*/ 0 h 196"/>
                  <a:gd name="T2" fmla="*/ 192 w 207"/>
                  <a:gd name="T3" fmla="*/ 45 h 196"/>
                  <a:gd name="T4" fmla="*/ 171 w 207"/>
                  <a:gd name="T5" fmla="*/ 186 h 196"/>
                  <a:gd name="T6" fmla="*/ 4 w 207"/>
                  <a:gd name="T7" fmla="*/ 183 h 196"/>
                  <a:gd name="T8" fmla="*/ 9 w 207"/>
                  <a:gd name="T9" fmla="*/ 0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7" h="196">
                    <a:moveTo>
                      <a:pt x="9" y="0"/>
                    </a:moveTo>
                    <a:cubicBezTo>
                      <a:pt x="9" y="0"/>
                      <a:pt x="171" y="40"/>
                      <a:pt x="192" y="45"/>
                    </a:cubicBezTo>
                    <a:cubicBezTo>
                      <a:pt x="206" y="47"/>
                      <a:pt x="174" y="87"/>
                      <a:pt x="171" y="186"/>
                    </a:cubicBezTo>
                    <a:cubicBezTo>
                      <a:pt x="170" y="195"/>
                      <a:pt x="9" y="184"/>
                      <a:pt x="4" y="183"/>
                    </a:cubicBezTo>
                    <a:cubicBezTo>
                      <a:pt x="0" y="182"/>
                      <a:pt x="9" y="0"/>
                      <a:pt x="9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0" name="işḻíḑè">
                <a:extLst>
                  <a:ext uri="{FF2B5EF4-FFF2-40B4-BE49-F238E27FC236}">
                    <a16:creationId xmlns:a16="http://schemas.microsoft.com/office/drawing/2014/main" id="{B43F94B2-A46D-4E0E-B27B-BD0F101B5F7A}"/>
                  </a:ext>
                </a:extLst>
              </p:cNvPr>
              <p:cNvSpPr/>
              <p:nvPr/>
            </p:nvSpPr>
            <p:spPr bwMode="auto">
              <a:xfrm>
                <a:off x="6351413" y="1867302"/>
                <a:ext cx="432985" cy="430709"/>
              </a:xfrm>
              <a:custGeom>
                <a:avLst/>
                <a:gdLst>
                  <a:gd name="T0" fmla="*/ 7 w 200"/>
                  <a:gd name="T1" fmla="*/ 185 h 197"/>
                  <a:gd name="T2" fmla="*/ 141 w 200"/>
                  <a:gd name="T3" fmla="*/ 191 h 197"/>
                  <a:gd name="T4" fmla="*/ 168 w 200"/>
                  <a:gd name="T5" fmla="*/ 189 h 197"/>
                  <a:gd name="T6" fmla="*/ 188 w 200"/>
                  <a:gd name="T7" fmla="*/ 73 h 197"/>
                  <a:gd name="T8" fmla="*/ 193 w 200"/>
                  <a:gd name="T9" fmla="*/ 52 h 197"/>
                  <a:gd name="T10" fmla="*/ 192 w 200"/>
                  <a:gd name="T11" fmla="*/ 51 h 197"/>
                  <a:gd name="T12" fmla="*/ 11 w 200"/>
                  <a:gd name="T13" fmla="*/ 6 h 197"/>
                  <a:gd name="T14" fmla="*/ 7 w 200"/>
                  <a:gd name="T15" fmla="*/ 185 h 197"/>
                  <a:gd name="T16" fmla="*/ 141 w 200"/>
                  <a:gd name="T17" fmla="*/ 196 h 197"/>
                  <a:gd name="T18" fmla="*/ 4 w 200"/>
                  <a:gd name="T19" fmla="*/ 189 h 197"/>
                  <a:gd name="T20" fmla="*/ 3 w 200"/>
                  <a:gd name="T21" fmla="*/ 95 h 197"/>
                  <a:gd name="T22" fmla="*/ 7 w 200"/>
                  <a:gd name="T23" fmla="*/ 3 h 197"/>
                  <a:gd name="T24" fmla="*/ 7 w 200"/>
                  <a:gd name="T25" fmla="*/ 1 h 197"/>
                  <a:gd name="T26" fmla="*/ 9 w 200"/>
                  <a:gd name="T27" fmla="*/ 1 h 197"/>
                  <a:gd name="T28" fmla="*/ 192 w 200"/>
                  <a:gd name="T29" fmla="*/ 46 h 197"/>
                  <a:gd name="T30" fmla="*/ 197 w 200"/>
                  <a:gd name="T31" fmla="*/ 49 h 197"/>
                  <a:gd name="T32" fmla="*/ 193 w 200"/>
                  <a:gd name="T33" fmla="*/ 74 h 197"/>
                  <a:gd name="T34" fmla="*/ 173 w 200"/>
                  <a:gd name="T35" fmla="*/ 190 h 197"/>
                  <a:gd name="T36" fmla="*/ 141 w 200"/>
                  <a:gd name="T37" fmla="*/ 196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0" h="197">
                    <a:moveTo>
                      <a:pt x="7" y="185"/>
                    </a:moveTo>
                    <a:cubicBezTo>
                      <a:pt x="18" y="185"/>
                      <a:pt x="96" y="191"/>
                      <a:pt x="141" y="191"/>
                    </a:cubicBezTo>
                    <a:cubicBezTo>
                      <a:pt x="161" y="191"/>
                      <a:pt x="167" y="190"/>
                      <a:pt x="168" y="189"/>
                    </a:cubicBezTo>
                    <a:cubicBezTo>
                      <a:pt x="170" y="132"/>
                      <a:pt x="182" y="95"/>
                      <a:pt x="188" y="73"/>
                    </a:cubicBezTo>
                    <a:cubicBezTo>
                      <a:pt x="192" y="62"/>
                      <a:pt x="194" y="54"/>
                      <a:pt x="193" y="52"/>
                    </a:cubicBezTo>
                    <a:cubicBezTo>
                      <a:pt x="193" y="51"/>
                      <a:pt x="192" y="51"/>
                      <a:pt x="192" y="51"/>
                    </a:cubicBezTo>
                    <a:cubicBezTo>
                      <a:pt x="172" y="47"/>
                      <a:pt x="34" y="12"/>
                      <a:pt x="11" y="6"/>
                    </a:cubicBezTo>
                    <a:cubicBezTo>
                      <a:pt x="8" y="73"/>
                      <a:pt x="5" y="172"/>
                      <a:pt x="7" y="185"/>
                    </a:cubicBezTo>
                    <a:close/>
                    <a:moveTo>
                      <a:pt x="141" y="196"/>
                    </a:moveTo>
                    <a:cubicBezTo>
                      <a:pt x="95" y="196"/>
                      <a:pt x="8" y="190"/>
                      <a:pt x="4" y="189"/>
                    </a:cubicBezTo>
                    <a:cubicBezTo>
                      <a:pt x="1" y="189"/>
                      <a:pt x="0" y="188"/>
                      <a:pt x="3" y="95"/>
                    </a:cubicBezTo>
                    <a:cubicBezTo>
                      <a:pt x="5" y="49"/>
                      <a:pt x="6" y="4"/>
                      <a:pt x="7" y="3"/>
                    </a:cubicBezTo>
                    <a:cubicBezTo>
                      <a:pt x="7" y="2"/>
                      <a:pt x="7" y="1"/>
                      <a:pt x="7" y="1"/>
                    </a:cubicBezTo>
                    <a:cubicBezTo>
                      <a:pt x="8" y="1"/>
                      <a:pt x="9" y="0"/>
                      <a:pt x="9" y="1"/>
                    </a:cubicBezTo>
                    <a:cubicBezTo>
                      <a:pt x="11" y="1"/>
                      <a:pt x="171" y="42"/>
                      <a:pt x="192" y="46"/>
                    </a:cubicBezTo>
                    <a:cubicBezTo>
                      <a:pt x="195" y="46"/>
                      <a:pt x="196" y="47"/>
                      <a:pt x="197" y="49"/>
                    </a:cubicBezTo>
                    <a:cubicBezTo>
                      <a:pt x="199" y="53"/>
                      <a:pt x="197" y="60"/>
                      <a:pt x="193" y="74"/>
                    </a:cubicBezTo>
                    <a:cubicBezTo>
                      <a:pt x="186" y="96"/>
                      <a:pt x="175" y="133"/>
                      <a:pt x="173" y="190"/>
                    </a:cubicBezTo>
                    <a:cubicBezTo>
                      <a:pt x="173" y="193"/>
                      <a:pt x="171" y="196"/>
                      <a:pt x="141" y="196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1" name="iŝlíďé">
                <a:extLst>
                  <a:ext uri="{FF2B5EF4-FFF2-40B4-BE49-F238E27FC236}">
                    <a16:creationId xmlns:a16="http://schemas.microsoft.com/office/drawing/2014/main" id="{2BA0D919-20BC-4F8D-ABB2-FA90B34F4082}"/>
                  </a:ext>
                </a:extLst>
              </p:cNvPr>
              <p:cNvSpPr/>
              <p:nvPr/>
            </p:nvSpPr>
            <p:spPr bwMode="auto">
              <a:xfrm>
                <a:off x="5504690" y="1905587"/>
                <a:ext cx="384873" cy="401999"/>
              </a:xfrm>
              <a:custGeom>
                <a:avLst/>
                <a:gdLst>
                  <a:gd name="T0" fmla="*/ 0 w 177"/>
                  <a:gd name="T1" fmla="*/ 78 h 187"/>
                  <a:gd name="T2" fmla="*/ 100 w 177"/>
                  <a:gd name="T3" fmla="*/ 40 h 187"/>
                  <a:gd name="T4" fmla="*/ 176 w 177"/>
                  <a:gd name="T5" fmla="*/ 0 h 187"/>
                  <a:gd name="T6" fmla="*/ 172 w 177"/>
                  <a:gd name="T7" fmla="*/ 180 h 187"/>
                  <a:gd name="T8" fmla="*/ 21 w 177"/>
                  <a:gd name="T9" fmla="*/ 176 h 187"/>
                  <a:gd name="T10" fmla="*/ 0 w 177"/>
                  <a:gd name="T11" fmla="*/ 78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7" h="187">
                    <a:moveTo>
                      <a:pt x="0" y="78"/>
                    </a:moveTo>
                    <a:cubicBezTo>
                      <a:pt x="4" y="71"/>
                      <a:pt x="80" y="48"/>
                      <a:pt x="100" y="40"/>
                    </a:cubicBezTo>
                    <a:cubicBezTo>
                      <a:pt x="119" y="32"/>
                      <a:pt x="176" y="0"/>
                      <a:pt x="176" y="0"/>
                    </a:cubicBezTo>
                    <a:lnTo>
                      <a:pt x="172" y="180"/>
                    </a:lnTo>
                    <a:cubicBezTo>
                      <a:pt x="172" y="180"/>
                      <a:pt x="20" y="186"/>
                      <a:pt x="21" y="176"/>
                    </a:cubicBezTo>
                    <a:cubicBezTo>
                      <a:pt x="23" y="165"/>
                      <a:pt x="0" y="78"/>
                      <a:pt x="0" y="78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2" name="iṥ1ïḑè">
                <a:extLst>
                  <a:ext uri="{FF2B5EF4-FFF2-40B4-BE49-F238E27FC236}">
                    <a16:creationId xmlns:a16="http://schemas.microsoft.com/office/drawing/2014/main" id="{3A7C89A7-09AC-4C75-A61F-4955FA4745B3}"/>
                  </a:ext>
                </a:extLst>
              </p:cNvPr>
              <p:cNvSpPr/>
              <p:nvPr/>
            </p:nvSpPr>
            <p:spPr bwMode="auto">
              <a:xfrm>
                <a:off x="5495073" y="1905587"/>
                <a:ext cx="404118" cy="411567"/>
              </a:xfrm>
              <a:custGeom>
                <a:avLst/>
                <a:gdLst>
                  <a:gd name="T0" fmla="*/ 27 w 184"/>
                  <a:gd name="T1" fmla="*/ 179 h 189"/>
                  <a:gd name="T2" fmla="*/ 87 w 184"/>
                  <a:gd name="T3" fmla="*/ 183 h 189"/>
                  <a:gd name="T4" fmla="*/ 173 w 184"/>
                  <a:gd name="T5" fmla="*/ 181 h 189"/>
                  <a:gd name="T6" fmla="*/ 178 w 184"/>
                  <a:gd name="T7" fmla="*/ 7 h 189"/>
                  <a:gd name="T8" fmla="*/ 104 w 184"/>
                  <a:gd name="T9" fmla="*/ 45 h 189"/>
                  <a:gd name="T10" fmla="*/ 68 w 184"/>
                  <a:gd name="T11" fmla="*/ 58 h 189"/>
                  <a:gd name="T12" fmla="*/ 6 w 184"/>
                  <a:gd name="T13" fmla="*/ 82 h 189"/>
                  <a:gd name="T14" fmla="*/ 27 w 184"/>
                  <a:gd name="T15" fmla="*/ 179 h 189"/>
                  <a:gd name="T16" fmla="*/ 87 w 184"/>
                  <a:gd name="T17" fmla="*/ 188 h 189"/>
                  <a:gd name="T18" fmla="*/ 87 w 184"/>
                  <a:gd name="T19" fmla="*/ 188 h 189"/>
                  <a:gd name="T20" fmla="*/ 23 w 184"/>
                  <a:gd name="T21" fmla="*/ 182 h 189"/>
                  <a:gd name="T22" fmla="*/ 22 w 184"/>
                  <a:gd name="T23" fmla="*/ 179 h 189"/>
                  <a:gd name="T24" fmla="*/ 0 w 184"/>
                  <a:gd name="T25" fmla="*/ 82 h 189"/>
                  <a:gd name="T26" fmla="*/ 1 w 184"/>
                  <a:gd name="T27" fmla="*/ 80 h 189"/>
                  <a:gd name="T28" fmla="*/ 66 w 184"/>
                  <a:gd name="T29" fmla="*/ 54 h 189"/>
                  <a:gd name="T30" fmla="*/ 103 w 184"/>
                  <a:gd name="T31" fmla="*/ 41 h 189"/>
                  <a:gd name="T32" fmla="*/ 180 w 184"/>
                  <a:gd name="T33" fmla="*/ 1 h 189"/>
                  <a:gd name="T34" fmla="*/ 182 w 184"/>
                  <a:gd name="T35" fmla="*/ 1 h 189"/>
                  <a:gd name="T36" fmla="*/ 183 w 184"/>
                  <a:gd name="T37" fmla="*/ 3 h 189"/>
                  <a:gd name="T38" fmla="*/ 178 w 184"/>
                  <a:gd name="T39" fmla="*/ 183 h 189"/>
                  <a:gd name="T40" fmla="*/ 176 w 184"/>
                  <a:gd name="T41" fmla="*/ 186 h 189"/>
                  <a:gd name="T42" fmla="*/ 87 w 184"/>
                  <a:gd name="T43" fmla="*/ 18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4" h="189">
                    <a:moveTo>
                      <a:pt x="27" y="179"/>
                    </a:moveTo>
                    <a:cubicBezTo>
                      <a:pt x="29" y="180"/>
                      <a:pt x="39" y="183"/>
                      <a:pt x="87" y="183"/>
                    </a:cubicBezTo>
                    <a:cubicBezTo>
                      <a:pt x="124" y="183"/>
                      <a:pt x="163" y="181"/>
                      <a:pt x="173" y="181"/>
                    </a:cubicBezTo>
                    <a:lnTo>
                      <a:pt x="178" y="7"/>
                    </a:lnTo>
                    <a:cubicBezTo>
                      <a:pt x="165" y="15"/>
                      <a:pt x="121" y="38"/>
                      <a:pt x="104" y="45"/>
                    </a:cubicBezTo>
                    <a:cubicBezTo>
                      <a:pt x="97" y="49"/>
                      <a:pt x="83" y="54"/>
                      <a:pt x="68" y="58"/>
                    </a:cubicBezTo>
                    <a:cubicBezTo>
                      <a:pt x="45" y="66"/>
                      <a:pt x="12" y="78"/>
                      <a:pt x="6" y="82"/>
                    </a:cubicBezTo>
                    <a:cubicBezTo>
                      <a:pt x="9" y="95"/>
                      <a:pt x="28" y="166"/>
                      <a:pt x="27" y="179"/>
                    </a:cubicBezTo>
                    <a:close/>
                    <a:moveTo>
                      <a:pt x="87" y="188"/>
                    </a:moveTo>
                    <a:lnTo>
                      <a:pt x="87" y="188"/>
                    </a:lnTo>
                    <a:cubicBezTo>
                      <a:pt x="28" y="188"/>
                      <a:pt x="24" y="183"/>
                      <a:pt x="23" y="182"/>
                    </a:cubicBezTo>
                    <a:cubicBezTo>
                      <a:pt x="22" y="181"/>
                      <a:pt x="22" y="180"/>
                      <a:pt x="22" y="179"/>
                    </a:cubicBezTo>
                    <a:cubicBezTo>
                      <a:pt x="23" y="171"/>
                      <a:pt x="10" y="117"/>
                      <a:pt x="0" y="82"/>
                    </a:cubicBezTo>
                    <a:cubicBezTo>
                      <a:pt x="0" y="81"/>
                      <a:pt x="0" y="80"/>
                      <a:pt x="1" y="80"/>
                    </a:cubicBezTo>
                    <a:cubicBezTo>
                      <a:pt x="3" y="76"/>
                      <a:pt x="22" y="69"/>
                      <a:pt x="66" y="54"/>
                    </a:cubicBezTo>
                    <a:cubicBezTo>
                      <a:pt x="81" y="49"/>
                      <a:pt x="96" y="44"/>
                      <a:pt x="103" y="41"/>
                    </a:cubicBezTo>
                    <a:cubicBezTo>
                      <a:pt x="122" y="33"/>
                      <a:pt x="179" y="1"/>
                      <a:pt x="180" y="1"/>
                    </a:cubicBezTo>
                    <a:cubicBezTo>
                      <a:pt x="180" y="0"/>
                      <a:pt x="181" y="0"/>
                      <a:pt x="182" y="1"/>
                    </a:cubicBezTo>
                    <a:cubicBezTo>
                      <a:pt x="183" y="1"/>
                      <a:pt x="183" y="2"/>
                      <a:pt x="183" y="3"/>
                    </a:cubicBezTo>
                    <a:lnTo>
                      <a:pt x="178" y="183"/>
                    </a:lnTo>
                    <a:cubicBezTo>
                      <a:pt x="178" y="185"/>
                      <a:pt x="177" y="186"/>
                      <a:pt x="176" y="186"/>
                    </a:cubicBezTo>
                    <a:cubicBezTo>
                      <a:pt x="175" y="186"/>
                      <a:pt x="129" y="188"/>
                      <a:pt x="87" y="188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íšliḋé">
                <a:extLst>
                  <a:ext uri="{FF2B5EF4-FFF2-40B4-BE49-F238E27FC236}">
                    <a16:creationId xmlns:a16="http://schemas.microsoft.com/office/drawing/2014/main" id="{10582048-D6D2-498F-9E74-6518670F4A8A}"/>
                  </a:ext>
                </a:extLst>
              </p:cNvPr>
              <p:cNvSpPr/>
              <p:nvPr/>
            </p:nvSpPr>
            <p:spPr bwMode="auto">
              <a:xfrm>
                <a:off x="5947295" y="1704586"/>
                <a:ext cx="346387" cy="287142"/>
              </a:xfrm>
              <a:custGeom>
                <a:avLst/>
                <a:gdLst>
                  <a:gd name="T0" fmla="*/ 0 w 159"/>
                  <a:gd name="T1" fmla="*/ 7 h 133"/>
                  <a:gd name="T2" fmla="*/ 155 w 159"/>
                  <a:gd name="T3" fmla="*/ 4 h 133"/>
                  <a:gd name="T4" fmla="*/ 155 w 159"/>
                  <a:gd name="T5" fmla="*/ 73 h 133"/>
                  <a:gd name="T6" fmla="*/ 114 w 159"/>
                  <a:gd name="T7" fmla="*/ 120 h 133"/>
                  <a:gd name="T8" fmla="*/ 71 w 159"/>
                  <a:gd name="T9" fmla="*/ 131 h 133"/>
                  <a:gd name="T10" fmla="*/ 5 w 159"/>
                  <a:gd name="T11" fmla="*/ 83 h 133"/>
                  <a:gd name="T12" fmla="*/ 0 w 159"/>
                  <a:gd name="T13" fmla="*/ 7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133">
                    <a:moveTo>
                      <a:pt x="0" y="7"/>
                    </a:moveTo>
                    <a:cubicBezTo>
                      <a:pt x="0" y="7"/>
                      <a:pt x="156" y="0"/>
                      <a:pt x="155" y="4"/>
                    </a:cubicBezTo>
                    <a:cubicBezTo>
                      <a:pt x="154" y="8"/>
                      <a:pt x="158" y="63"/>
                      <a:pt x="155" y="73"/>
                    </a:cubicBezTo>
                    <a:cubicBezTo>
                      <a:pt x="152" y="84"/>
                      <a:pt x="125" y="109"/>
                      <a:pt x="114" y="120"/>
                    </a:cubicBezTo>
                    <a:cubicBezTo>
                      <a:pt x="102" y="131"/>
                      <a:pt x="91" y="132"/>
                      <a:pt x="71" y="131"/>
                    </a:cubicBezTo>
                    <a:cubicBezTo>
                      <a:pt x="51" y="130"/>
                      <a:pt x="5" y="83"/>
                      <a:pt x="5" y="83"/>
                    </a:cubicBezTo>
                    <a:lnTo>
                      <a:pt x="0" y="7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24" name="işlïdè">
                <a:extLst>
                  <a:ext uri="{FF2B5EF4-FFF2-40B4-BE49-F238E27FC236}">
                    <a16:creationId xmlns:a16="http://schemas.microsoft.com/office/drawing/2014/main" id="{2C5068FF-5F4A-463F-B03A-FE22633ED649}"/>
                  </a:ext>
                </a:extLst>
              </p:cNvPr>
              <p:cNvSpPr/>
              <p:nvPr/>
            </p:nvSpPr>
            <p:spPr bwMode="auto">
              <a:xfrm>
                <a:off x="5937677" y="1704586"/>
                <a:ext cx="356005" cy="296716"/>
              </a:xfrm>
              <a:custGeom>
                <a:avLst/>
                <a:gdLst>
                  <a:gd name="T0" fmla="*/ 10 w 162"/>
                  <a:gd name="T1" fmla="*/ 83 h 136"/>
                  <a:gd name="T2" fmla="*/ 74 w 162"/>
                  <a:gd name="T3" fmla="*/ 130 h 136"/>
                  <a:gd name="T4" fmla="*/ 83 w 162"/>
                  <a:gd name="T5" fmla="*/ 130 h 136"/>
                  <a:gd name="T6" fmla="*/ 114 w 162"/>
                  <a:gd name="T7" fmla="*/ 119 h 136"/>
                  <a:gd name="T8" fmla="*/ 120 w 162"/>
                  <a:gd name="T9" fmla="*/ 114 h 136"/>
                  <a:gd name="T10" fmla="*/ 155 w 162"/>
                  <a:gd name="T11" fmla="*/ 73 h 136"/>
                  <a:gd name="T12" fmla="*/ 155 w 162"/>
                  <a:gd name="T13" fmla="*/ 22 h 136"/>
                  <a:gd name="T14" fmla="*/ 154 w 162"/>
                  <a:gd name="T15" fmla="*/ 5 h 136"/>
                  <a:gd name="T16" fmla="*/ 138 w 162"/>
                  <a:gd name="T17" fmla="*/ 5 h 136"/>
                  <a:gd name="T18" fmla="*/ 5 w 162"/>
                  <a:gd name="T19" fmla="*/ 9 h 136"/>
                  <a:gd name="T20" fmla="*/ 10 w 162"/>
                  <a:gd name="T21" fmla="*/ 83 h 136"/>
                  <a:gd name="T22" fmla="*/ 83 w 162"/>
                  <a:gd name="T23" fmla="*/ 135 h 136"/>
                  <a:gd name="T24" fmla="*/ 83 w 162"/>
                  <a:gd name="T25" fmla="*/ 135 h 136"/>
                  <a:gd name="T26" fmla="*/ 73 w 162"/>
                  <a:gd name="T27" fmla="*/ 135 h 136"/>
                  <a:gd name="T28" fmla="*/ 5 w 162"/>
                  <a:gd name="T29" fmla="*/ 86 h 136"/>
                  <a:gd name="T30" fmla="*/ 5 w 162"/>
                  <a:gd name="T31" fmla="*/ 84 h 136"/>
                  <a:gd name="T32" fmla="*/ 0 w 162"/>
                  <a:gd name="T33" fmla="*/ 7 h 136"/>
                  <a:gd name="T34" fmla="*/ 1 w 162"/>
                  <a:gd name="T35" fmla="*/ 5 h 136"/>
                  <a:gd name="T36" fmla="*/ 2 w 162"/>
                  <a:gd name="T37" fmla="*/ 5 h 136"/>
                  <a:gd name="T38" fmla="*/ 138 w 162"/>
                  <a:gd name="T39" fmla="*/ 0 h 136"/>
                  <a:gd name="T40" fmla="*/ 159 w 162"/>
                  <a:gd name="T41" fmla="*/ 2 h 136"/>
                  <a:gd name="T42" fmla="*/ 159 w 162"/>
                  <a:gd name="T43" fmla="*/ 4 h 136"/>
                  <a:gd name="T44" fmla="*/ 159 w 162"/>
                  <a:gd name="T45" fmla="*/ 22 h 136"/>
                  <a:gd name="T46" fmla="*/ 159 w 162"/>
                  <a:gd name="T47" fmla="*/ 75 h 136"/>
                  <a:gd name="T48" fmla="*/ 123 w 162"/>
                  <a:gd name="T49" fmla="*/ 117 h 136"/>
                  <a:gd name="T50" fmla="*/ 118 w 162"/>
                  <a:gd name="T51" fmla="*/ 123 h 136"/>
                  <a:gd name="T52" fmla="*/ 83 w 162"/>
                  <a:gd name="T53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62" h="136">
                    <a:moveTo>
                      <a:pt x="10" y="83"/>
                    </a:moveTo>
                    <a:cubicBezTo>
                      <a:pt x="23" y="96"/>
                      <a:pt x="58" y="129"/>
                      <a:pt x="74" y="130"/>
                    </a:cubicBezTo>
                    <a:cubicBezTo>
                      <a:pt x="77" y="130"/>
                      <a:pt x="80" y="130"/>
                      <a:pt x="83" y="130"/>
                    </a:cubicBezTo>
                    <a:cubicBezTo>
                      <a:pt x="96" y="130"/>
                      <a:pt x="105" y="128"/>
                      <a:pt x="114" y="119"/>
                    </a:cubicBezTo>
                    <a:cubicBezTo>
                      <a:pt x="116" y="117"/>
                      <a:pt x="118" y="116"/>
                      <a:pt x="120" y="114"/>
                    </a:cubicBezTo>
                    <a:cubicBezTo>
                      <a:pt x="132" y="102"/>
                      <a:pt x="152" y="82"/>
                      <a:pt x="155" y="73"/>
                    </a:cubicBezTo>
                    <a:cubicBezTo>
                      <a:pt x="156" y="66"/>
                      <a:pt x="155" y="40"/>
                      <a:pt x="155" y="22"/>
                    </a:cubicBezTo>
                    <a:cubicBezTo>
                      <a:pt x="154" y="13"/>
                      <a:pt x="154" y="8"/>
                      <a:pt x="154" y="5"/>
                    </a:cubicBezTo>
                    <a:cubicBezTo>
                      <a:pt x="152" y="5"/>
                      <a:pt x="148" y="5"/>
                      <a:pt x="138" y="5"/>
                    </a:cubicBezTo>
                    <a:cubicBezTo>
                      <a:pt x="102" y="5"/>
                      <a:pt x="20" y="9"/>
                      <a:pt x="5" y="9"/>
                    </a:cubicBezTo>
                    <a:lnTo>
                      <a:pt x="10" y="83"/>
                    </a:lnTo>
                    <a:close/>
                    <a:moveTo>
                      <a:pt x="83" y="135"/>
                    </a:moveTo>
                    <a:lnTo>
                      <a:pt x="83" y="135"/>
                    </a:lnTo>
                    <a:cubicBezTo>
                      <a:pt x="80" y="135"/>
                      <a:pt x="77" y="135"/>
                      <a:pt x="73" y="135"/>
                    </a:cubicBezTo>
                    <a:cubicBezTo>
                      <a:pt x="53" y="134"/>
                      <a:pt x="7" y="87"/>
                      <a:pt x="5" y="86"/>
                    </a:cubicBezTo>
                    <a:cubicBezTo>
                      <a:pt x="5" y="85"/>
                      <a:pt x="5" y="84"/>
                      <a:pt x="5" y="84"/>
                    </a:cubicBezTo>
                    <a:lnTo>
                      <a:pt x="0" y="7"/>
                    </a:lnTo>
                    <a:cubicBezTo>
                      <a:pt x="0" y="7"/>
                      <a:pt x="0" y="6"/>
                      <a:pt x="1" y="5"/>
                    </a:cubicBezTo>
                    <a:lnTo>
                      <a:pt x="2" y="5"/>
                    </a:lnTo>
                    <a:cubicBezTo>
                      <a:pt x="3" y="5"/>
                      <a:pt x="98" y="0"/>
                      <a:pt x="138" y="0"/>
                    </a:cubicBezTo>
                    <a:cubicBezTo>
                      <a:pt x="157" y="0"/>
                      <a:pt x="158" y="1"/>
                      <a:pt x="159" y="2"/>
                    </a:cubicBezTo>
                    <a:cubicBezTo>
                      <a:pt x="159" y="2"/>
                      <a:pt x="159" y="3"/>
                      <a:pt x="159" y="4"/>
                    </a:cubicBezTo>
                    <a:cubicBezTo>
                      <a:pt x="159" y="6"/>
                      <a:pt x="159" y="14"/>
                      <a:pt x="159" y="22"/>
                    </a:cubicBezTo>
                    <a:cubicBezTo>
                      <a:pt x="160" y="46"/>
                      <a:pt x="161" y="68"/>
                      <a:pt x="159" y="75"/>
                    </a:cubicBezTo>
                    <a:cubicBezTo>
                      <a:pt x="156" y="85"/>
                      <a:pt x="136" y="104"/>
                      <a:pt x="123" y="117"/>
                    </a:cubicBezTo>
                    <a:cubicBezTo>
                      <a:pt x="121" y="119"/>
                      <a:pt x="119" y="121"/>
                      <a:pt x="118" y="123"/>
                    </a:cubicBezTo>
                    <a:cubicBezTo>
                      <a:pt x="107" y="133"/>
                      <a:pt x="97" y="135"/>
                      <a:pt x="83" y="135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5" name="íŝ1îḍê">
                <a:extLst>
                  <a:ext uri="{FF2B5EF4-FFF2-40B4-BE49-F238E27FC236}">
                    <a16:creationId xmlns:a16="http://schemas.microsoft.com/office/drawing/2014/main" id="{A630F14C-DC26-4F2F-BAE3-65147167A954}"/>
                  </a:ext>
                </a:extLst>
              </p:cNvPr>
              <p:cNvSpPr/>
              <p:nvPr/>
            </p:nvSpPr>
            <p:spPr bwMode="auto">
              <a:xfrm>
                <a:off x="5812591" y="1513156"/>
                <a:ext cx="76975" cy="191429"/>
              </a:xfrm>
              <a:custGeom>
                <a:avLst/>
                <a:gdLst>
                  <a:gd name="T0" fmla="*/ 23 w 37"/>
                  <a:gd name="T1" fmla="*/ 20 h 89"/>
                  <a:gd name="T2" fmla="*/ 30 w 37"/>
                  <a:gd name="T3" fmla="*/ 81 h 89"/>
                  <a:gd name="T4" fmla="*/ 10 w 37"/>
                  <a:gd name="T5" fmla="*/ 62 h 89"/>
                  <a:gd name="T6" fmla="*/ 9 w 37"/>
                  <a:gd name="T7" fmla="*/ 4 h 89"/>
                  <a:gd name="T8" fmla="*/ 23 w 37"/>
                  <a:gd name="T9" fmla="*/ 2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89">
                    <a:moveTo>
                      <a:pt x="23" y="20"/>
                    </a:moveTo>
                    <a:cubicBezTo>
                      <a:pt x="23" y="20"/>
                      <a:pt x="36" y="74"/>
                      <a:pt x="30" y="81"/>
                    </a:cubicBezTo>
                    <a:cubicBezTo>
                      <a:pt x="24" y="88"/>
                      <a:pt x="10" y="62"/>
                      <a:pt x="10" y="62"/>
                    </a:cubicBezTo>
                    <a:cubicBezTo>
                      <a:pt x="10" y="62"/>
                      <a:pt x="0" y="11"/>
                      <a:pt x="9" y="4"/>
                    </a:cubicBezTo>
                    <a:cubicBezTo>
                      <a:pt x="13" y="0"/>
                      <a:pt x="23" y="20"/>
                      <a:pt x="23" y="2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26" name="ïṩļïḋé">
                <a:extLst>
                  <a:ext uri="{FF2B5EF4-FFF2-40B4-BE49-F238E27FC236}">
                    <a16:creationId xmlns:a16="http://schemas.microsoft.com/office/drawing/2014/main" id="{C1C158B3-D62F-4C26-8A25-D8BD30409997}"/>
                  </a:ext>
                </a:extLst>
              </p:cNvPr>
              <p:cNvSpPr/>
              <p:nvPr/>
            </p:nvSpPr>
            <p:spPr bwMode="auto">
              <a:xfrm>
                <a:off x="5802972" y="1513156"/>
                <a:ext cx="86594" cy="181860"/>
              </a:xfrm>
              <a:custGeom>
                <a:avLst/>
                <a:gdLst>
                  <a:gd name="T0" fmla="*/ 13 w 40"/>
                  <a:gd name="T1" fmla="*/ 59 h 84"/>
                  <a:gd name="T2" fmla="*/ 29 w 40"/>
                  <a:gd name="T3" fmla="*/ 78 h 84"/>
                  <a:gd name="T4" fmla="*/ 29 w 40"/>
                  <a:gd name="T5" fmla="*/ 77 h 84"/>
                  <a:gd name="T6" fmla="*/ 22 w 40"/>
                  <a:gd name="T7" fmla="*/ 19 h 84"/>
                  <a:gd name="T8" fmla="*/ 12 w 40"/>
                  <a:gd name="T9" fmla="*/ 5 h 84"/>
                  <a:gd name="T10" fmla="*/ 13 w 40"/>
                  <a:gd name="T11" fmla="*/ 59 h 84"/>
                  <a:gd name="T12" fmla="*/ 29 w 40"/>
                  <a:gd name="T13" fmla="*/ 83 h 84"/>
                  <a:gd name="T14" fmla="*/ 29 w 40"/>
                  <a:gd name="T15" fmla="*/ 83 h 84"/>
                  <a:gd name="T16" fmla="*/ 9 w 40"/>
                  <a:gd name="T17" fmla="*/ 61 h 84"/>
                  <a:gd name="T18" fmla="*/ 9 w 40"/>
                  <a:gd name="T19" fmla="*/ 61 h 84"/>
                  <a:gd name="T20" fmla="*/ 9 w 40"/>
                  <a:gd name="T21" fmla="*/ 1 h 84"/>
                  <a:gd name="T22" fmla="*/ 12 w 40"/>
                  <a:gd name="T23" fmla="*/ 0 h 84"/>
                  <a:gd name="T24" fmla="*/ 27 w 40"/>
                  <a:gd name="T25" fmla="*/ 17 h 84"/>
                  <a:gd name="T26" fmla="*/ 27 w 40"/>
                  <a:gd name="T27" fmla="*/ 18 h 84"/>
                  <a:gd name="T28" fmla="*/ 33 w 40"/>
                  <a:gd name="T29" fmla="*/ 80 h 84"/>
                  <a:gd name="T30" fmla="*/ 29 w 40"/>
                  <a:gd name="T31" fmla="*/ 8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84">
                    <a:moveTo>
                      <a:pt x="13" y="59"/>
                    </a:moveTo>
                    <a:cubicBezTo>
                      <a:pt x="19" y="68"/>
                      <a:pt x="26" y="78"/>
                      <a:pt x="29" y="78"/>
                    </a:cubicBezTo>
                    <a:cubicBezTo>
                      <a:pt x="29" y="78"/>
                      <a:pt x="29" y="78"/>
                      <a:pt x="29" y="77"/>
                    </a:cubicBezTo>
                    <a:cubicBezTo>
                      <a:pt x="32" y="74"/>
                      <a:pt x="28" y="45"/>
                      <a:pt x="22" y="19"/>
                    </a:cubicBezTo>
                    <a:cubicBezTo>
                      <a:pt x="19" y="12"/>
                      <a:pt x="14" y="6"/>
                      <a:pt x="12" y="5"/>
                    </a:cubicBezTo>
                    <a:cubicBezTo>
                      <a:pt x="7" y="10"/>
                      <a:pt x="10" y="39"/>
                      <a:pt x="13" y="59"/>
                    </a:cubicBezTo>
                    <a:close/>
                    <a:moveTo>
                      <a:pt x="29" y="83"/>
                    </a:moveTo>
                    <a:lnTo>
                      <a:pt x="29" y="83"/>
                    </a:lnTo>
                    <a:cubicBezTo>
                      <a:pt x="21" y="83"/>
                      <a:pt x="12" y="66"/>
                      <a:pt x="9" y="61"/>
                    </a:cubicBezTo>
                    <a:lnTo>
                      <a:pt x="9" y="61"/>
                    </a:lnTo>
                    <a:cubicBezTo>
                      <a:pt x="7" y="52"/>
                      <a:pt x="0" y="9"/>
                      <a:pt x="9" y="1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7" y="0"/>
                      <a:pt x="24" y="12"/>
                      <a:pt x="27" y="17"/>
                    </a:cubicBezTo>
                    <a:lnTo>
                      <a:pt x="27" y="18"/>
                    </a:lnTo>
                    <a:cubicBezTo>
                      <a:pt x="30" y="31"/>
                      <a:pt x="39" y="73"/>
                      <a:pt x="33" y="80"/>
                    </a:cubicBezTo>
                    <a:cubicBezTo>
                      <a:pt x="31" y="82"/>
                      <a:pt x="30" y="83"/>
                      <a:pt x="29" y="8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7" name="îŝḻîḋè">
                <a:extLst>
                  <a:ext uri="{FF2B5EF4-FFF2-40B4-BE49-F238E27FC236}">
                    <a16:creationId xmlns:a16="http://schemas.microsoft.com/office/drawing/2014/main" id="{318FBB1C-3E86-484C-8BA3-EB12290877F2}"/>
                  </a:ext>
                </a:extLst>
              </p:cNvPr>
              <p:cNvSpPr/>
              <p:nvPr/>
            </p:nvSpPr>
            <p:spPr bwMode="auto">
              <a:xfrm>
                <a:off x="6303307" y="1465302"/>
                <a:ext cx="57731" cy="191429"/>
              </a:xfrm>
              <a:custGeom>
                <a:avLst/>
                <a:gdLst>
                  <a:gd name="T0" fmla="*/ 7 w 25"/>
                  <a:gd name="T1" fmla="*/ 21 h 86"/>
                  <a:gd name="T2" fmla="*/ 15 w 25"/>
                  <a:gd name="T3" fmla="*/ 2 h 86"/>
                  <a:gd name="T4" fmla="*/ 24 w 25"/>
                  <a:gd name="T5" fmla="*/ 33 h 86"/>
                  <a:gd name="T6" fmla="*/ 13 w 25"/>
                  <a:gd name="T7" fmla="*/ 83 h 86"/>
                  <a:gd name="T8" fmla="*/ 0 w 25"/>
                  <a:gd name="T9" fmla="*/ 76 h 86"/>
                  <a:gd name="T10" fmla="*/ 7 w 25"/>
                  <a:gd name="T11" fmla="*/ 21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86">
                    <a:moveTo>
                      <a:pt x="7" y="21"/>
                    </a:moveTo>
                    <a:cubicBezTo>
                      <a:pt x="7" y="21"/>
                      <a:pt x="7" y="4"/>
                      <a:pt x="15" y="2"/>
                    </a:cubicBezTo>
                    <a:cubicBezTo>
                      <a:pt x="22" y="0"/>
                      <a:pt x="24" y="21"/>
                      <a:pt x="24" y="33"/>
                    </a:cubicBezTo>
                    <a:cubicBezTo>
                      <a:pt x="24" y="45"/>
                      <a:pt x="22" y="83"/>
                      <a:pt x="13" y="83"/>
                    </a:cubicBezTo>
                    <a:cubicBezTo>
                      <a:pt x="4" y="85"/>
                      <a:pt x="0" y="83"/>
                      <a:pt x="0" y="76"/>
                    </a:cubicBezTo>
                    <a:cubicBezTo>
                      <a:pt x="0" y="69"/>
                      <a:pt x="7" y="21"/>
                      <a:pt x="7" y="21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28" name="işḷiḑe">
                <a:extLst>
                  <a:ext uri="{FF2B5EF4-FFF2-40B4-BE49-F238E27FC236}">
                    <a16:creationId xmlns:a16="http://schemas.microsoft.com/office/drawing/2014/main" id="{6A1DC558-A3C4-4A9A-AA35-3C73C1BF6E2E}"/>
                  </a:ext>
                </a:extLst>
              </p:cNvPr>
              <p:cNvSpPr/>
              <p:nvPr/>
            </p:nvSpPr>
            <p:spPr bwMode="auto">
              <a:xfrm>
                <a:off x="6293683" y="1465302"/>
                <a:ext cx="67356" cy="191429"/>
              </a:xfrm>
              <a:custGeom>
                <a:avLst/>
                <a:gdLst>
                  <a:gd name="T0" fmla="*/ 18 w 31"/>
                  <a:gd name="T1" fmla="*/ 5 h 88"/>
                  <a:gd name="T2" fmla="*/ 18 w 31"/>
                  <a:gd name="T3" fmla="*/ 5 h 88"/>
                  <a:gd name="T4" fmla="*/ 11 w 31"/>
                  <a:gd name="T5" fmla="*/ 21 h 88"/>
                  <a:gd name="T6" fmla="*/ 5 w 31"/>
                  <a:gd name="T7" fmla="*/ 77 h 88"/>
                  <a:gd name="T8" fmla="*/ 11 w 31"/>
                  <a:gd name="T9" fmla="*/ 82 h 88"/>
                  <a:gd name="T10" fmla="*/ 15 w 31"/>
                  <a:gd name="T11" fmla="*/ 82 h 88"/>
                  <a:gd name="T12" fmla="*/ 25 w 31"/>
                  <a:gd name="T13" fmla="*/ 34 h 88"/>
                  <a:gd name="T14" fmla="*/ 18 w 31"/>
                  <a:gd name="T15" fmla="*/ 5 h 88"/>
                  <a:gd name="T16" fmla="*/ 11 w 31"/>
                  <a:gd name="T17" fmla="*/ 87 h 88"/>
                  <a:gd name="T18" fmla="*/ 0 w 31"/>
                  <a:gd name="T19" fmla="*/ 77 h 88"/>
                  <a:gd name="T20" fmla="*/ 6 w 31"/>
                  <a:gd name="T21" fmla="*/ 21 h 88"/>
                  <a:gd name="T22" fmla="*/ 17 w 31"/>
                  <a:gd name="T23" fmla="*/ 0 h 88"/>
                  <a:gd name="T24" fmla="*/ 18 w 31"/>
                  <a:gd name="T25" fmla="*/ 0 h 88"/>
                  <a:gd name="T26" fmla="*/ 28 w 31"/>
                  <a:gd name="T27" fmla="*/ 13 h 88"/>
                  <a:gd name="T28" fmla="*/ 30 w 31"/>
                  <a:gd name="T29" fmla="*/ 34 h 88"/>
                  <a:gd name="T30" fmla="*/ 16 w 31"/>
                  <a:gd name="T31" fmla="*/ 87 h 88"/>
                  <a:gd name="T32" fmla="*/ 11 w 31"/>
                  <a:gd name="T33" fmla="*/ 8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" h="88">
                    <a:moveTo>
                      <a:pt x="18" y="5"/>
                    </a:moveTo>
                    <a:lnTo>
                      <a:pt x="18" y="5"/>
                    </a:lnTo>
                    <a:cubicBezTo>
                      <a:pt x="14" y="6"/>
                      <a:pt x="12" y="16"/>
                      <a:pt x="11" y="21"/>
                    </a:cubicBezTo>
                    <a:cubicBezTo>
                      <a:pt x="11" y="22"/>
                      <a:pt x="5" y="70"/>
                      <a:pt x="5" y="77"/>
                    </a:cubicBezTo>
                    <a:cubicBezTo>
                      <a:pt x="5" y="81"/>
                      <a:pt x="6" y="82"/>
                      <a:pt x="11" y="82"/>
                    </a:cubicBezTo>
                    <a:cubicBezTo>
                      <a:pt x="12" y="82"/>
                      <a:pt x="14" y="82"/>
                      <a:pt x="15" y="82"/>
                    </a:cubicBezTo>
                    <a:cubicBezTo>
                      <a:pt x="20" y="81"/>
                      <a:pt x="25" y="55"/>
                      <a:pt x="25" y="34"/>
                    </a:cubicBezTo>
                    <a:cubicBezTo>
                      <a:pt x="25" y="17"/>
                      <a:pt x="21" y="5"/>
                      <a:pt x="18" y="5"/>
                    </a:cubicBezTo>
                    <a:close/>
                    <a:moveTo>
                      <a:pt x="11" y="87"/>
                    </a:moveTo>
                    <a:cubicBezTo>
                      <a:pt x="6" y="87"/>
                      <a:pt x="0" y="86"/>
                      <a:pt x="0" y="77"/>
                    </a:cubicBezTo>
                    <a:cubicBezTo>
                      <a:pt x="0" y="70"/>
                      <a:pt x="6" y="23"/>
                      <a:pt x="6" y="21"/>
                    </a:cubicBezTo>
                    <a:cubicBezTo>
                      <a:pt x="6" y="19"/>
                      <a:pt x="7" y="2"/>
                      <a:pt x="17" y="0"/>
                    </a:cubicBezTo>
                    <a:lnTo>
                      <a:pt x="18" y="0"/>
                    </a:lnTo>
                    <a:cubicBezTo>
                      <a:pt x="22" y="0"/>
                      <a:pt x="26" y="4"/>
                      <a:pt x="28" y="13"/>
                    </a:cubicBezTo>
                    <a:cubicBezTo>
                      <a:pt x="29" y="19"/>
                      <a:pt x="30" y="26"/>
                      <a:pt x="30" y="34"/>
                    </a:cubicBezTo>
                    <a:cubicBezTo>
                      <a:pt x="30" y="34"/>
                      <a:pt x="30" y="86"/>
                      <a:pt x="16" y="87"/>
                    </a:cubicBezTo>
                    <a:cubicBezTo>
                      <a:pt x="14" y="87"/>
                      <a:pt x="12" y="87"/>
                      <a:pt x="11" y="8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9" name="îşḷídé">
                <a:extLst>
                  <a:ext uri="{FF2B5EF4-FFF2-40B4-BE49-F238E27FC236}">
                    <a16:creationId xmlns:a16="http://schemas.microsoft.com/office/drawing/2014/main" id="{2D9AA8C5-AB52-403A-AFC1-703D691A5597}"/>
                  </a:ext>
                </a:extLst>
              </p:cNvPr>
              <p:cNvSpPr/>
              <p:nvPr/>
            </p:nvSpPr>
            <p:spPr bwMode="auto">
              <a:xfrm>
                <a:off x="5841458" y="1206871"/>
                <a:ext cx="481092" cy="679572"/>
              </a:xfrm>
              <a:custGeom>
                <a:avLst/>
                <a:gdLst>
                  <a:gd name="T0" fmla="*/ 3 w 220"/>
                  <a:gd name="T1" fmla="*/ 105 h 313"/>
                  <a:gd name="T2" fmla="*/ 68 w 220"/>
                  <a:gd name="T3" fmla="*/ 18 h 313"/>
                  <a:gd name="T4" fmla="*/ 184 w 220"/>
                  <a:gd name="T5" fmla="*/ 27 h 313"/>
                  <a:gd name="T6" fmla="*/ 215 w 220"/>
                  <a:gd name="T7" fmla="*/ 122 h 313"/>
                  <a:gd name="T8" fmla="*/ 214 w 220"/>
                  <a:gd name="T9" fmla="*/ 168 h 313"/>
                  <a:gd name="T10" fmla="*/ 201 w 220"/>
                  <a:gd name="T11" fmla="*/ 248 h 313"/>
                  <a:gd name="T12" fmla="*/ 156 w 220"/>
                  <a:gd name="T13" fmla="*/ 302 h 313"/>
                  <a:gd name="T14" fmla="*/ 89 w 220"/>
                  <a:gd name="T15" fmla="*/ 312 h 313"/>
                  <a:gd name="T16" fmla="*/ 13 w 220"/>
                  <a:gd name="T17" fmla="*/ 216 h 313"/>
                  <a:gd name="T18" fmla="*/ 3 w 220"/>
                  <a:gd name="T19" fmla="*/ 105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0" h="313">
                    <a:moveTo>
                      <a:pt x="3" y="105"/>
                    </a:moveTo>
                    <a:cubicBezTo>
                      <a:pt x="0" y="61"/>
                      <a:pt x="30" y="37"/>
                      <a:pt x="68" y="18"/>
                    </a:cubicBezTo>
                    <a:cubicBezTo>
                      <a:pt x="105" y="0"/>
                      <a:pt x="166" y="13"/>
                      <a:pt x="184" y="27"/>
                    </a:cubicBezTo>
                    <a:cubicBezTo>
                      <a:pt x="202" y="40"/>
                      <a:pt x="212" y="109"/>
                      <a:pt x="215" y="122"/>
                    </a:cubicBezTo>
                    <a:cubicBezTo>
                      <a:pt x="219" y="135"/>
                      <a:pt x="212" y="146"/>
                      <a:pt x="214" y="168"/>
                    </a:cubicBezTo>
                    <a:cubicBezTo>
                      <a:pt x="215" y="189"/>
                      <a:pt x="199" y="235"/>
                      <a:pt x="201" y="248"/>
                    </a:cubicBezTo>
                    <a:cubicBezTo>
                      <a:pt x="202" y="261"/>
                      <a:pt x="167" y="292"/>
                      <a:pt x="156" y="302"/>
                    </a:cubicBezTo>
                    <a:cubicBezTo>
                      <a:pt x="144" y="311"/>
                      <a:pt x="104" y="312"/>
                      <a:pt x="89" y="312"/>
                    </a:cubicBezTo>
                    <a:cubicBezTo>
                      <a:pt x="74" y="312"/>
                      <a:pt x="18" y="227"/>
                      <a:pt x="13" y="216"/>
                    </a:cubicBezTo>
                    <a:cubicBezTo>
                      <a:pt x="8" y="204"/>
                      <a:pt x="3" y="105"/>
                      <a:pt x="3" y="105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30" name="i$ļïde">
                <a:extLst>
                  <a:ext uri="{FF2B5EF4-FFF2-40B4-BE49-F238E27FC236}">
                    <a16:creationId xmlns:a16="http://schemas.microsoft.com/office/drawing/2014/main" id="{FE63E8B7-8BBC-4EE4-B6DD-FE476AA61EF5}"/>
                  </a:ext>
                </a:extLst>
              </p:cNvPr>
              <p:cNvSpPr/>
              <p:nvPr/>
            </p:nvSpPr>
            <p:spPr bwMode="auto">
              <a:xfrm>
                <a:off x="5841458" y="1226014"/>
                <a:ext cx="490711" cy="669999"/>
              </a:xfrm>
              <a:custGeom>
                <a:avLst/>
                <a:gdLst>
                  <a:gd name="T0" fmla="*/ 115 w 223"/>
                  <a:gd name="T1" fmla="*/ 5 h 308"/>
                  <a:gd name="T2" fmla="*/ 71 w 223"/>
                  <a:gd name="T3" fmla="*/ 14 h 308"/>
                  <a:gd name="T4" fmla="*/ 9 w 223"/>
                  <a:gd name="T5" fmla="*/ 98 h 308"/>
                  <a:gd name="T6" fmla="*/ 18 w 223"/>
                  <a:gd name="T7" fmla="*/ 207 h 308"/>
                  <a:gd name="T8" fmla="*/ 91 w 223"/>
                  <a:gd name="T9" fmla="*/ 302 h 308"/>
                  <a:gd name="T10" fmla="*/ 157 w 223"/>
                  <a:gd name="T11" fmla="*/ 293 h 308"/>
                  <a:gd name="T12" fmla="*/ 200 w 223"/>
                  <a:gd name="T13" fmla="*/ 241 h 308"/>
                  <a:gd name="T14" fmla="*/ 206 w 223"/>
                  <a:gd name="T15" fmla="*/ 207 h 308"/>
                  <a:gd name="T16" fmla="*/ 213 w 223"/>
                  <a:gd name="T17" fmla="*/ 161 h 308"/>
                  <a:gd name="T18" fmla="*/ 215 w 223"/>
                  <a:gd name="T19" fmla="*/ 135 h 308"/>
                  <a:gd name="T20" fmla="*/ 215 w 223"/>
                  <a:gd name="T21" fmla="*/ 115 h 308"/>
                  <a:gd name="T22" fmla="*/ 212 w 223"/>
                  <a:gd name="T23" fmla="*/ 103 h 308"/>
                  <a:gd name="T24" fmla="*/ 185 w 223"/>
                  <a:gd name="T25" fmla="*/ 21 h 308"/>
                  <a:gd name="T26" fmla="*/ 115 w 223"/>
                  <a:gd name="T27" fmla="*/ 5 h 308"/>
                  <a:gd name="T28" fmla="*/ 91 w 223"/>
                  <a:gd name="T29" fmla="*/ 307 h 308"/>
                  <a:gd name="T30" fmla="*/ 14 w 223"/>
                  <a:gd name="T31" fmla="*/ 209 h 308"/>
                  <a:gd name="T32" fmla="*/ 4 w 223"/>
                  <a:gd name="T33" fmla="*/ 98 h 308"/>
                  <a:gd name="T34" fmla="*/ 69 w 223"/>
                  <a:gd name="T35" fmla="*/ 9 h 308"/>
                  <a:gd name="T36" fmla="*/ 115 w 223"/>
                  <a:gd name="T37" fmla="*/ 0 h 308"/>
                  <a:gd name="T38" fmla="*/ 188 w 223"/>
                  <a:gd name="T39" fmla="*/ 17 h 308"/>
                  <a:gd name="T40" fmla="*/ 217 w 223"/>
                  <a:gd name="T41" fmla="*/ 102 h 308"/>
                  <a:gd name="T42" fmla="*/ 220 w 223"/>
                  <a:gd name="T43" fmla="*/ 114 h 308"/>
                  <a:gd name="T44" fmla="*/ 219 w 223"/>
                  <a:gd name="T45" fmla="*/ 135 h 308"/>
                  <a:gd name="T46" fmla="*/ 218 w 223"/>
                  <a:gd name="T47" fmla="*/ 160 h 308"/>
                  <a:gd name="T48" fmla="*/ 211 w 223"/>
                  <a:gd name="T49" fmla="*/ 208 h 308"/>
                  <a:gd name="T50" fmla="*/ 205 w 223"/>
                  <a:gd name="T51" fmla="*/ 241 h 308"/>
                  <a:gd name="T52" fmla="*/ 160 w 223"/>
                  <a:gd name="T53" fmla="*/ 297 h 308"/>
                  <a:gd name="T54" fmla="*/ 91 w 223"/>
                  <a:gd name="T55" fmla="*/ 30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23" h="308">
                    <a:moveTo>
                      <a:pt x="115" y="5"/>
                    </a:moveTo>
                    <a:cubicBezTo>
                      <a:pt x="98" y="5"/>
                      <a:pt x="83" y="8"/>
                      <a:pt x="71" y="14"/>
                    </a:cubicBezTo>
                    <a:cubicBezTo>
                      <a:pt x="25" y="35"/>
                      <a:pt x="6" y="61"/>
                      <a:pt x="9" y="98"/>
                    </a:cubicBezTo>
                    <a:cubicBezTo>
                      <a:pt x="10" y="125"/>
                      <a:pt x="15" y="198"/>
                      <a:pt x="18" y="207"/>
                    </a:cubicBezTo>
                    <a:cubicBezTo>
                      <a:pt x="24" y="219"/>
                      <a:pt x="79" y="302"/>
                      <a:pt x="91" y="302"/>
                    </a:cubicBezTo>
                    <a:cubicBezTo>
                      <a:pt x="105" y="302"/>
                      <a:pt x="146" y="302"/>
                      <a:pt x="157" y="293"/>
                    </a:cubicBezTo>
                    <a:cubicBezTo>
                      <a:pt x="179" y="274"/>
                      <a:pt x="201" y="250"/>
                      <a:pt x="200" y="241"/>
                    </a:cubicBezTo>
                    <a:cubicBezTo>
                      <a:pt x="199" y="235"/>
                      <a:pt x="202" y="222"/>
                      <a:pt x="206" y="207"/>
                    </a:cubicBezTo>
                    <a:cubicBezTo>
                      <a:pt x="210" y="191"/>
                      <a:pt x="214" y="172"/>
                      <a:pt x="213" y="161"/>
                    </a:cubicBezTo>
                    <a:cubicBezTo>
                      <a:pt x="212" y="150"/>
                      <a:pt x="214" y="142"/>
                      <a:pt x="215" y="135"/>
                    </a:cubicBezTo>
                    <a:cubicBezTo>
                      <a:pt x="216" y="127"/>
                      <a:pt x="217" y="121"/>
                      <a:pt x="215" y="115"/>
                    </a:cubicBezTo>
                    <a:cubicBezTo>
                      <a:pt x="214" y="113"/>
                      <a:pt x="214" y="108"/>
                      <a:pt x="212" y="103"/>
                    </a:cubicBezTo>
                    <a:cubicBezTo>
                      <a:pt x="208" y="80"/>
                      <a:pt x="199" y="32"/>
                      <a:pt x="185" y="21"/>
                    </a:cubicBezTo>
                    <a:cubicBezTo>
                      <a:pt x="174" y="13"/>
                      <a:pt x="145" y="5"/>
                      <a:pt x="115" y="5"/>
                    </a:cubicBezTo>
                    <a:close/>
                    <a:moveTo>
                      <a:pt x="91" y="307"/>
                    </a:moveTo>
                    <a:cubicBezTo>
                      <a:pt x="74" y="307"/>
                      <a:pt x="18" y="220"/>
                      <a:pt x="14" y="209"/>
                    </a:cubicBezTo>
                    <a:cubicBezTo>
                      <a:pt x="9" y="197"/>
                      <a:pt x="4" y="102"/>
                      <a:pt x="4" y="98"/>
                    </a:cubicBezTo>
                    <a:cubicBezTo>
                      <a:pt x="0" y="48"/>
                      <a:pt x="37" y="24"/>
                      <a:pt x="69" y="9"/>
                    </a:cubicBezTo>
                    <a:cubicBezTo>
                      <a:pt x="81" y="3"/>
                      <a:pt x="97" y="0"/>
                      <a:pt x="115" y="0"/>
                    </a:cubicBezTo>
                    <a:cubicBezTo>
                      <a:pt x="147" y="0"/>
                      <a:pt x="176" y="9"/>
                      <a:pt x="188" y="17"/>
                    </a:cubicBezTo>
                    <a:cubicBezTo>
                      <a:pt x="203" y="29"/>
                      <a:pt x="212" y="76"/>
                      <a:pt x="217" y="102"/>
                    </a:cubicBezTo>
                    <a:cubicBezTo>
                      <a:pt x="218" y="107"/>
                      <a:pt x="219" y="112"/>
                      <a:pt x="220" y="114"/>
                    </a:cubicBezTo>
                    <a:cubicBezTo>
                      <a:pt x="222" y="121"/>
                      <a:pt x="221" y="128"/>
                      <a:pt x="219" y="135"/>
                    </a:cubicBezTo>
                    <a:cubicBezTo>
                      <a:pt x="218" y="142"/>
                      <a:pt x="217" y="150"/>
                      <a:pt x="218" y="160"/>
                    </a:cubicBezTo>
                    <a:cubicBezTo>
                      <a:pt x="219" y="172"/>
                      <a:pt x="215" y="191"/>
                      <a:pt x="211" y="208"/>
                    </a:cubicBezTo>
                    <a:cubicBezTo>
                      <a:pt x="207" y="222"/>
                      <a:pt x="204" y="235"/>
                      <a:pt x="205" y="241"/>
                    </a:cubicBezTo>
                    <a:cubicBezTo>
                      <a:pt x="207" y="255"/>
                      <a:pt x="171" y="287"/>
                      <a:pt x="160" y="297"/>
                    </a:cubicBezTo>
                    <a:cubicBezTo>
                      <a:pt x="149" y="306"/>
                      <a:pt x="116" y="307"/>
                      <a:pt x="91" y="30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31" name="îṡlíďe">
                <a:extLst>
                  <a:ext uri="{FF2B5EF4-FFF2-40B4-BE49-F238E27FC236}">
                    <a16:creationId xmlns:a16="http://schemas.microsoft.com/office/drawing/2014/main" id="{8D92EF90-1ECE-4245-B726-F114B8E7DD73}"/>
                  </a:ext>
                </a:extLst>
              </p:cNvPr>
              <p:cNvSpPr/>
              <p:nvPr/>
            </p:nvSpPr>
            <p:spPr bwMode="auto">
              <a:xfrm>
                <a:off x="5908807" y="1857728"/>
                <a:ext cx="413742" cy="459428"/>
              </a:xfrm>
              <a:custGeom>
                <a:avLst/>
                <a:gdLst>
                  <a:gd name="T0" fmla="*/ 4 w 191"/>
                  <a:gd name="T1" fmla="*/ 7 h 213"/>
                  <a:gd name="T2" fmla="*/ 80 w 191"/>
                  <a:gd name="T3" fmla="*/ 47 h 213"/>
                  <a:gd name="T4" fmla="*/ 113 w 191"/>
                  <a:gd name="T5" fmla="*/ 43 h 213"/>
                  <a:gd name="T6" fmla="*/ 189 w 191"/>
                  <a:gd name="T7" fmla="*/ 0 h 213"/>
                  <a:gd name="T8" fmla="*/ 190 w 191"/>
                  <a:gd name="T9" fmla="*/ 212 h 213"/>
                  <a:gd name="T10" fmla="*/ 0 w 191"/>
                  <a:gd name="T11" fmla="*/ 203 h 213"/>
                  <a:gd name="T12" fmla="*/ 4 w 191"/>
                  <a:gd name="T13" fmla="*/ 7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1" h="213">
                    <a:moveTo>
                      <a:pt x="4" y="7"/>
                    </a:moveTo>
                    <a:cubicBezTo>
                      <a:pt x="4" y="7"/>
                      <a:pt x="66" y="47"/>
                      <a:pt x="80" y="47"/>
                    </a:cubicBezTo>
                    <a:cubicBezTo>
                      <a:pt x="94" y="47"/>
                      <a:pt x="108" y="46"/>
                      <a:pt x="113" y="43"/>
                    </a:cubicBezTo>
                    <a:cubicBezTo>
                      <a:pt x="118" y="41"/>
                      <a:pt x="189" y="0"/>
                      <a:pt x="189" y="0"/>
                    </a:cubicBezTo>
                    <a:lnTo>
                      <a:pt x="190" y="212"/>
                    </a:lnTo>
                    <a:lnTo>
                      <a:pt x="0" y="203"/>
                    </a:lnTo>
                    <a:lnTo>
                      <a:pt x="4" y="7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32" name="îṩļîḑè">
                <a:extLst>
                  <a:ext uri="{FF2B5EF4-FFF2-40B4-BE49-F238E27FC236}">
                    <a16:creationId xmlns:a16="http://schemas.microsoft.com/office/drawing/2014/main" id="{FAEEF251-0B8B-49B4-904C-CCC234391E59}"/>
                  </a:ext>
                </a:extLst>
              </p:cNvPr>
              <p:cNvSpPr/>
              <p:nvPr/>
            </p:nvSpPr>
            <p:spPr bwMode="auto">
              <a:xfrm>
                <a:off x="5908807" y="1857728"/>
                <a:ext cx="423361" cy="469002"/>
              </a:xfrm>
              <a:custGeom>
                <a:avLst/>
                <a:gdLst>
                  <a:gd name="T0" fmla="*/ 5 w 196"/>
                  <a:gd name="T1" fmla="*/ 203 h 217"/>
                  <a:gd name="T2" fmla="*/ 190 w 196"/>
                  <a:gd name="T3" fmla="*/ 211 h 217"/>
                  <a:gd name="T4" fmla="*/ 189 w 196"/>
                  <a:gd name="T5" fmla="*/ 7 h 217"/>
                  <a:gd name="T6" fmla="*/ 117 w 196"/>
                  <a:gd name="T7" fmla="*/ 48 h 217"/>
                  <a:gd name="T8" fmla="*/ 83 w 196"/>
                  <a:gd name="T9" fmla="*/ 52 h 217"/>
                  <a:gd name="T10" fmla="*/ 9 w 196"/>
                  <a:gd name="T11" fmla="*/ 14 h 217"/>
                  <a:gd name="T12" fmla="*/ 5 w 196"/>
                  <a:gd name="T13" fmla="*/ 203 h 217"/>
                  <a:gd name="T14" fmla="*/ 192 w 196"/>
                  <a:gd name="T15" fmla="*/ 216 h 217"/>
                  <a:gd name="T16" fmla="*/ 192 w 196"/>
                  <a:gd name="T17" fmla="*/ 216 h 217"/>
                  <a:gd name="T18" fmla="*/ 2 w 196"/>
                  <a:gd name="T19" fmla="*/ 207 h 217"/>
                  <a:gd name="T20" fmla="*/ 0 w 196"/>
                  <a:gd name="T21" fmla="*/ 205 h 217"/>
                  <a:gd name="T22" fmla="*/ 4 w 196"/>
                  <a:gd name="T23" fmla="*/ 10 h 217"/>
                  <a:gd name="T24" fmla="*/ 5 w 196"/>
                  <a:gd name="T25" fmla="*/ 8 h 217"/>
                  <a:gd name="T26" fmla="*/ 8 w 196"/>
                  <a:gd name="T27" fmla="*/ 8 h 217"/>
                  <a:gd name="T28" fmla="*/ 83 w 196"/>
                  <a:gd name="T29" fmla="*/ 47 h 217"/>
                  <a:gd name="T30" fmla="*/ 114 w 196"/>
                  <a:gd name="T31" fmla="*/ 44 h 217"/>
                  <a:gd name="T32" fmla="*/ 191 w 196"/>
                  <a:gd name="T33" fmla="*/ 0 h 217"/>
                  <a:gd name="T34" fmla="*/ 193 w 196"/>
                  <a:gd name="T35" fmla="*/ 0 h 217"/>
                  <a:gd name="T36" fmla="*/ 194 w 196"/>
                  <a:gd name="T37" fmla="*/ 3 h 217"/>
                  <a:gd name="T38" fmla="*/ 195 w 196"/>
                  <a:gd name="T39" fmla="*/ 214 h 217"/>
                  <a:gd name="T40" fmla="*/ 195 w 196"/>
                  <a:gd name="T41" fmla="*/ 214 h 217"/>
                  <a:gd name="T42" fmla="*/ 193 w 196"/>
                  <a:gd name="T43" fmla="*/ 216 h 217"/>
                  <a:gd name="T44" fmla="*/ 192 w 196"/>
                  <a:gd name="T45" fmla="*/ 216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6" h="217">
                    <a:moveTo>
                      <a:pt x="5" y="203"/>
                    </a:moveTo>
                    <a:lnTo>
                      <a:pt x="190" y="211"/>
                    </a:lnTo>
                    <a:lnTo>
                      <a:pt x="189" y="7"/>
                    </a:lnTo>
                    <a:cubicBezTo>
                      <a:pt x="175" y="15"/>
                      <a:pt x="121" y="46"/>
                      <a:pt x="117" y="48"/>
                    </a:cubicBezTo>
                    <a:cubicBezTo>
                      <a:pt x="111" y="51"/>
                      <a:pt x="95" y="52"/>
                      <a:pt x="83" y="52"/>
                    </a:cubicBezTo>
                    <a:cubicBezTo>
                      <a:pt x="70" y="52"/>
                      <a:pt x="23" y="23"/>
                      <a:pt x="9" y="14"/>
                    </a:cubicBezTo>
                    <a:lnTo>
                      <a:pt x="5" y="203"/>
                    </a:lnTo>
                    <a:close/>
                    <a:moveTo>
                      <a:pt x="192" y="216"/>
                    </a:moveTo>
                    <a:lnTo>
                      <a:pt x="192" y="216"/>
                    </a:lnTo>
                    <a:lnTo>
                      <a:pt x="2" y="207"/>
                    </a:lnTo>
                    <a:cubicBezTo>
                      <a:pt x="1" y="207"/>
                      <a:pt x="0" y="206"/>
                      <a:pt x="0" y="205"/>
                    </a:cubicBezTo>
                    <a:lnTo>
                      <a:pt x="4" y="10"/>
                    </a:lnTo>
                    <a:cubicBezTo>
                      <a:pt x="4" y="9"/>
                      <a:pt x="5" y="8"/>
                      <a:pt x="5" y="8"/>
                    </a:cubicBezTo>
                    <a:cubicBezTo>
                      <a:pt x="6" y="7"/>
                      <a:pt x="7" y="7"/>
                      <a:pt x="8" y="8"/>
                    </a:cubicBezTo>
                    <a:cubicBezTo>
                      <a:pt x="25" y="19"/>
                      <a:pt x="72" y="47"/>
                      <a:pt x="83" y="47"/>
                    </a:cubicBezTo>
                    <a:cubicBezTo>
                      <a:pt x="99" y="47"/>
                      <a:pt x="110" y="46"/>
                      <a:pt x="114" y="44"/>
                    </a:cubicBezTo>
                    <a:cubicBezTo>
                      <a:pt x="119" y="42"/>
                      <a:pt x="190" y="1"/>
                      <a:pt x="191" y="0"/>
                    </a:cubicBezTo>
                    <a:cubicBezTo>
                      <a:pt x="191" y="0"/>
                      <a:pt x="192" y="0"/>
                      <a:pt x="193" y="0"/>
                    </a:cubicBezTo>
                    <a:cubicBezTo>
                      <a:pt x="194" y="1"/>
                      <a:pt x="194" y="2"/>
                      <a:pt x="194" y="3"/>
                    </a:cubicBezTo>
                    <a:lnTo>
                      <a:pt x="195" y="214"/>
                    </a:lnTo>
                    <a:lnTo>
                      <a:pt x="195" y="214"/>
                    </a:lnTo>
                    <a:cubicBezTo>
                      <a:pt x="195" y="215"/>
                      <a:pt x="194" y="216"/>
                      <a:pt x="193" y="216"/>
                    </a:cubicBezTo>
                    <a:lnTo>
                      <a:pt x="192" y="216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33" name="îṣḷïḓe">
                <a:extLst>
                  <a:ext uri="{FF2B5EF4-FFF2-40B4-BE49-F238E27FC236}">
                    <a16:creationId xmlns:a16="http://schemas.microsoft.com/office/drawing/2014/main" id="{16EDC962-D01A-4C2E-A7BC-813A1265FB46}"/>
                  </a:ext>
                </a:extLst>
              </p:cNvPr>
              <p:cNvSpPr/>
              <p:nvPr/>
            </p:nvSpPr>
            <p:spPr bwMode="auto">
              <a:xfrm>
                <a:off x="6014651" y="2087441"/>
                <a:ext cx="173193" cy="191429"/>
              </a:xfrm>
              <a:custGeom>
                <a:avLst/>
                <a:gdLst>
                  <a:gd name="T0" fmla="*/ 0 w 80"/>
                  <a:gd name="T1" fmla="*/ 87 h 88"/>
                  <a:gd name="T2" fmla="*/ 36 w 80"/>
                  <a:gd name="T3" fmla="*/ 0 h 88"/>
                  <a:gd name="T4" fmla="*/ 61 w 80"/>
                  <a:gd name="T5" fmla="*/ 4 h 88"/>
                  <a:gd name="T6" fmla="*/ 59 w 80"/>
                  <a:gd name="T7" fmla="*/ 21 h 88"/>
                  <a:gd name="T8" fmla="*/ 79 w 80"/>
                  <a:gd name="T9" fmla="*/ 86 h 88"/>
                  <a:gd name="T10" fmla="*/ 0 w 80"/>
                  <a:gd name="T11" fmla="*/ 8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" h="88">
                    <a:moveTo>
                      <a:pt x="0" y="87"/>
                    </a:moveTo>
                    <a:cubicBezTo>
                      <a:pt x="0" y="87"/>
                      <a:pt x="19" y="26"/>
                      <a:pt x="36" y="0"/>
                    </a:cubicBezTo>
                    <a:cubicBezTo>
                      <a:pt x="36" y="0"/>
                      <a:pt x="61" y="2"/>
                      <a:pt x="61" y="4"/>
                    </a:cubicBezTo>
                    <a:cubicBezTo>
                      <a:pt x="62" y="7"/>
                      <a:pt x="58" y="13"/>
                      <a:pt x="59" y="21"/>
                    </a:cubicBezTo>
                    <a:cubicBezTo>
                      <a:pt x="61" y="28"/>
                      <a:pt x="73" y="74"/>
                      <a:pt x="79" y="86"/>
                    </a:cubicBezTo>
                    <a:lnTo>
                      <a:pt x="0" y="87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34" name="îs1iḋè">
                <a:extLst>
                  <a:ext uri="{FF2B5EF4-FFF2-40B4-BE49-F238E27FC236}">
                    <a16:creationId xmlns:a16="http://schemas.microsoft.com/office/drawing/2014/main" id="{6B2DB554-688B-4814-8F6D-78C81754A750}"/>
                  </a:ext>
                </a:extLst>
              </p:cNvPr>
              <p:cNvSpPr/>
              <p:nvPr/>
            </p:nvSpPr>
            <p:spPr bwMode="auto">
              <a:xfrm>
                <a:off x="6005027" y="2087441"/>
                <a:ext cx="192437" cy="201003"/>
              </a:xfrm>
              <a:custGeom>
                <a:avLst/>
                <a:gdLst>
                  <a:gd name="T0" fmla="*/ 41 w 87"/>
                  <a:gd name="T1" fmla="*/ 6 h 93"/>
                  <a:gd name="T2" fmla="*/ 6 w 87"/>
                  <a:gd name="T3" fmla="*/ 87 h 93"/>
                  <a:gd name="T4" fmla="*/ 80 w 87"/>
                  <a:gd name="T5" fmla="*/ 86 h 93"/>
                  <a:gd name="T6" fmla="*/ 60 w 87"/>
                  <a:gd name="T7" fmla="*/ 24 h 93"/>
                  <a:gd name="T8" fmla="*/ 62 w 87"/>
                  <a:gd name="T9" fmla="*/ 11 h 93"/>
                  <a:gd name="T10" fmla="*/ 63 w 87"/>
                  <a:gd name="T11" fmla="*/ 8 h 93"/>
                  <a:gd name="T12" fmla="*/ 41 w 87"/>
                  <a:gd name="T13" fmla="*/ 6 h 93"/>
                  <a:gd name="T14" fmla="*/ 3 w 87"/>
                  <a:gd name="T15" fmla="*/ 92 h 93"/>
                  <a:gd name="T16" fmla="*/ 1 w 87"/>
                  <a:gd name="T17" fmla="*/ 91 h 93"/>
                  <a:gd name="T18" fmla="*/ 1 w 87"/>
                  <a:gd name="T19" fmla="*/ 89 h 93"/>
                  <a:gd name="T20" fmla="*/ 38 w 87"/>
                  <a:gd name="T21" fmla="*/ 2 h 93"/>
                  <a:gd name="T22" fmla="*/ 40 w 87"/>
                  <a:gd name="T23" fmla="*/ 0 h 93"/>
                  <a:gd name="T24" fmla="*/ 68 w 87"/>
                  <a:gd name="T25" fmla="*/ 6 h 93"/>
                  <a:gd name="T26" fmla="*/ 67 w 87"/>
                  <a:gd name="T27" fmla="*/ 12 h 93"/>
                  <a:gd name="T28" fmla="*/ 65 w 87"/>
                  <a:gd name="T29" fmla="*/ 23 h 93"/>
                  <a:gd name="T30" fmla="*/ 86 w 87"/>
                  <a:gd name="T31" fmla="*/ 87 h 93"/>
                  <a:gd name="T32" fmla="*/ 86 w 87"/>
                  <a:gd name="T33" fmla="*/ 89 h 93"/>
                  <a:gd name="T34" fmla="*/ 84 w 87"/>
                  <a:gd name="T35" fmla="*/ 91 h 93"/>
                  <a:gd name="T36" fmla="*/ 3 w 87"/>
                  <a:gd name="T37" fmla="*/ 9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7" h="93">
                    <a:moveTo>
                      <a:pt x="41" y="6"/>
                    </a:moveTo>
                    <a:cubicBezTo>
                      <a:pt x="27" y="28"/>
                      <a:pt x="11" y="75"/>
                      <a:pt x="6" y="87"/>
                    </a:cubicBezTo>
                    <a:lnTo>
                      <a:pt x="80" y="86"/>
                    </a:lnTo>
                    <a:cubicBezTo>
                      <a:pt x="73" y="70"/>
                      <a:pt x="62" y="30"/>
                      <a:pt x="60" y="24"/>
                    </a:cubicBezTo>
                    <a:cubicBezTo>
                      <a:pt x="59" y="19"/>
                      <a:pt x="61" y="14"/>
                      <a:pt x="62" y="11"/>
                    </a:cubicBezTo>
                    <a:cubicBezTo>
                      <a:pt x="63" y="10"/>
                      <a:pt x="63" y="9"/>
                      <a:pt x="63" y="8"/>
                    </a:cubicBezTo>
                    <a:cubicBezTo>
                      <a:pt x="60" y="7"/>
                      <a:pt x="50" y="6"/>
                      <a:pt x="41" y="6"/>
                    </a:cubicBezTo>
                    <a:close/>
                    <a:moveTo>
                      <a:pt x="3" y="92"/>
                    </a:moveTo>
                    <a:cubicBezTo>
                      <a:pt x="2" y="92"/>
                      <a:pt x="1" y="92"/>
                      <a:pt x="1" y="91"/>
                    </a:cubicBezTo>
                    <a:cubicBezTo>
                      <a:pt x="1" y="91"/>
                      <a:pt x="0" y="90"/>
                      <a:pt x="1" y="89"/>
                    </a:cubicBezTo>
                    <a:cubicBezTo>
                      <a:pt x="1" y="87"/>
                      <a:pt x="21" y="27"/>
                      <a:pt x="38" y="2"/>
                    </a:cubicBezTo>
                    <a:cubicBezTo>
                      <a:pt x="38" y="1"/>
                      <a:pt x="39" y="0"/>
                      <a:pt x="40" y="0"/>
                    </a:cubicBezTo>
                    <a:cubicBezTo>
                      <a:pt x="66" y="2"/>
                      <a:pt x="67" y="5"/>
                      <a:pt x="68" y="6"/>
                    </a:cubicBezTo>
                    <a:cubicBezTo>
                      <a:pt x="69" y="8"/>
                      <a:pt x="68" y="10"/>
                      <a:pt x="67" y="12"/>
                    </a:cubicBezTo>
                    <a:cubicBezTo>
                      <a:pt x="66" y="15"/>
                      <a:pt x="65" y="19"/>
                      <a:pt x="65" y="23"/>
                    </a:cubicBezTo>
                    <a:cubicBezTo>
                      <a:pt x="67" y="30"/>
                      <a:pt x="79" y="75"/>
                      <a:pt x="86" y="87"/>
                    </a:cubicBezTo>
                    <a:cubicBezTo>
                      <a:pt x="86" y="88"/>
                      <a:pt x="86" y="89"/>
                      <a:pt x="86" y="89"/>
                    </a:cubicBezTo>
                    <a:cubicBezTo>
                      <a:pt x="85" y="90"/>
                      <a:pt x="85" y="91"/>
                      <a:pt x="84" y="91"/>
                    </a:cubicBezTo>
                    <a:lnTo>
                      <a:pt x="3" y="92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ïṣliďe">
                <a:extLst>
                  <a:ext uri="{FF2B5EF4-FFF2-40B4-BE49-F238E27FC236}">
                    <a16:creationId xmlns:a16="http://schemas.microsoft.com/office/drawing/2014/main" id="{FB92171D-03F4-48E4-88F9-25F5AAEAB2AC}"/>
                  </a:ext>
                </a:extLst>
              </p:cNvPr>
              <p:cNvSpPr/>
              <p:nvPr/>
            </p:nvSpPr>
            <p:spPr bwMode="auto">
              <a:xfrm>
                <a:off x="6014651" y="1972584"/>
                <a:ext cx="202056" cy="143574"/>
              </a:xfrm>
              <a:custGeom>
                <a:avLst/>
                <a:gdLst>
                  <a:gd name="T0" fmla="*/ 10 w 94"/>
                  <a:gd name="T1" fmla="*/ 2 h 68"/>
                  <a:gd name="T2" fmla="*/ 78 w 94"/>
                  <a:gd name="T3" fmla="*/ 0 h 68"/>
                  <a:gd name="T4" fmla="*/ 93 w 94"/>
                  <a:gd name="T5" fmla="*/ 22 h 68"/>
                  <a:gd name="T6" fmla="*/ 59 w 94"/>
                  <a:gd name="T7" fmla="*/ 67 h 68"/>
                  <a:gd name="T8" fmla="*/ 29 w 94"/>
                  <a:gd name="T9" fmla="*/ 61 h 68"/>
                  <a:gd name="T10" fmla="*/ 0 w 94"/>
                  <a:gd name="T11" fmla="*/ 27 h 68"/>
                  <a:gd name="T12" fmla="*/ 10 w 94"/>
                  <a:gd name="T13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" h="68">
                    <a:moveTo>
                      <a:pt x="10" y="2"/>
                    </a:moveTo>
                    <a:cubicBezTo>
                      <a:pt x="10" y="2"/>
                      <a:pt x="60" y="7"/>
                      <a:pt x="78" y="0"/>
                    </a:cubicBezTo>
                    <a:lnTo>
                      <a:pt x="93" y="22"/>
                    </a:lnTo>
                    <a:lnTo>
                      <a:pt x="59" y="67"/>
                    </a:lnTo>
                    <a:cubicBezTo>
                      <a:pt x="59" y="67"/>
                      <a:pt x="42" y="52"/>
                      <a:pt x="29" y="61"/>
                    </a:cubicBezTo>
                    <a:cubicBezTo>
                      <a:pt x="29" y="61"/>
                      <a:pt x="11" y="35"/>
                      <a:pt x="0" y="27"/>
                    </a:cubicBezTo>
                    <a:lnTo>
                      <a:pt x="10" y="2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36" name="ïŝļïďê">
                <a:extLst>
                  <a:ext uri="{FF2B5EF4-FFF2-40B4-BE49-F238E27FC236}">
                    <a16:creationId xmlns:a16="http://schemas.microsoft.com/office/drawing/2014/main" id="{D067147F-96EE-4451-B929-7CC1DD175C00}"/>
                  </a:ext>
                </a:extLst>
              </p:cNvPr>
              <p:cNvSpPr/>
              <p:nvPr/>
            </p:nvSpPr>
            <p:spPr bwMode="auto">
              <a:xfrm>
                <a:off x="6014651" y="1963015"/>
                <a:ext cx="211681" cy="162711"/>
              </a:xfrm>
              <a:custGeom>
                <a:avLst/>
                <a:gdLst>
                  <a:gd name="T0" fmla="*/ 41 w 99"/>
                  <a:gd name="T1" fmla="*/ 59 h 74"/>
                  <a:gd name="T2" fmla="*/ 61 w 99"/>
                  <a:gd name="T3" fmla="*/ 67 h 74"/>
                  <a:gd name="T4" fmla="*/ 92 w 99"/>
                  <a:gd name="T5" fmla="*/ 25 h 74"/>
                  <a:gd name="T6" fmla="*/ 79 w 99"/>
                  <a:gd name="T7" fmla="*/ 5 h 74"/>
                  <a:gd name="T8" fmla="*/ 46 w 99"/>
                  <a:gd name="T9" fmla="*/ 9 h 74"/>
                  <a:gd name="T10" fmla="*/ 15 w 99"/>
                  <a:gd name="T11" fmla="*/ 8 h 74"/>
                  <a:gd name="T12" fmla="*/ 5 w 99"/>
                  <a:gd name="T13" fmla="*/ 29 h 74"/>
                  <a:gd name="T14" fmla="*/ 32 w 99"/>
                  <a:gd name="T15" fmla="*/ 60 h 74"/>
                  <a:gd name="T16" fmla="*/ 41 w 99"/>
                  <a:gd name="T17" fmla="*/ 59 h 74"/>
                  <a:gd name="T18" fmla="*/ 61 w 99"/>
                  <a:gd name="T19" fmla="*/ 73 h 74"/>
                  <a:gd name="T20" fmla="*/ 59 w 99"/>
                  <a:gd name="T21" fmla="*/ 72 h 74"/>
                  <a:gd name="T22" fmla="*/ 41 w 99"/>
                  <a:gd name="T23" fmla="*/ 64 h 74"/>
                  <a:gd name="T24" fmla="*/ 33 w 99"/>
                  <a:gd name="T25" fmla="*/ 66 h 74"/>
                  <a:gd name="T26" fmla="*/ 30 w 99"/>
                  <a:gd name="T27" fmla="*/ 65 h 74"/>
                  <a:gd name="T28" fmla="*/ 1 w 99"/>
                  <a:gd name="T29" fmla="*/ 32 h 74"/>
                  <a:gd name="T30" fmla="*/ 0 w 99"/>
                  <a:gd name="T31" fmla="*/ 28 h 74"/>
                  <a:gd name="T32" fmla="*/ 11 w 99"/>
                  <a:gd name="T33" fmla="*/ 4 h 74"/>
                  <a:gd name="T34" fmla="*/ 13 w 99"/>
                  <a:gd name="T35" fmla="*/ 2 h 74"/>
                  <a:gd name="T36" fmla="*/ 46 w 99"/>
                  <a:gd name="T37" fmla="*/ 4 h 74"/>
                  <a:gd name="T38" fmla="*/ 79 w 99"/>
                  <a:gd name="T39" fmla="*/ 0 h 74"/>
                  <a:gd name="T40" fmla="*/ 82 w 99"/>
                  <a:gd name="T41" fmla="*/ 1 h 74"/>
                  <a:gd name="T42" fmla="*/ 97 w 99"/>
                  <a:gd name="T43" fmla="*/ 23 h 74"/>
                  <a:gd name="T44" fmla="*/ 97 w 99"/>
                  <a:gd name="T45" fmla="*/ 26 h 74"/>
                  <a:gd name="T46" fmla="*/ 63 w 99"/>
                  <a:gd name="T47" fmla="*/ 72 h 74"/>
                  <a:gd name="T48" fmla="*/ 62 w 99"/>
                  <a:gd name="T49" fmla="*/ 73 h 74"/>
                  <a:gd name="T50" fmla="*/ 61 w 99"/>
                  <a:gd name="T51" fmla="*/ 7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9" h="74">
                    <a:moveTo>
                      <a:pt x="41" y="59"/>
                    </a:moveTo>
                    <a:cubicBezTo>
                      <a:pt x="49" y="59"/>
                      <a:pt x="57" y="64"/>
                      <a:pt x="61" y="67"/>
                    </a:cubicBezTo>
                    <a:lnTo>
                      <a:pt x="92" y="25"/>
                    </a:lnTo>
                    <a:lnTo>
                      <a:pt x="79" y="5"/>
                    </a:lnTo>
                    <a:cubicBezTo>
                      <a:pt x="72" y="8"/>
                      <a:pt x="61" y="9"/>
                      <a:pt x="46" y="9"/>
                    </a:cubicBezTo>
                    <a:cubicBezTo>
                      <a:pt x="32" y="9"/>
                      <a:pt x="19" y="8"/>
                      <a:pt x="15" y="8"/>
                    </a:cubicBezTo>
                    <a:lnTo>
                      <a:pt x="5" y="29"/>
                    </a:lnTo>
                    <a:cubicBezTo>
                      <a:pt x="15" y="37"/>
                      <a:pt x="29" y="55"/>
                      <a:pt x="32" y="60"/>
                    </a:cubicBezTo>
                    <a:cubicBezTo>
                      <a:pt x="35" y="59"/>
                      <a:pt x="38" y="59"/>
                      <a:pt x="41" y="59"/>
                    </a:cubicBezTo>
                    <a:close/>
                    <a:moveTo>
                      <a:pt x="61" y="73"/>
                    </a:moveTo>
                    <a:cubicBezTo>
                      <a:pt x="60" y="73"/>
                      <a:pt x="60" y="73"/>
                      <a:pt x="59" y="72"/>
                    </a:cubicBezTo>
                    <a:cubicBezTo>
                      <a:pt x="59" y="72"/>
                      <a:pt x="50" y="64"/>
                      <a:pt x="41" y="64"/>
                    </a:cubicBezTo>
                    <a:cubicBezTo>
                      <a:pt x="38" y="64"/>
                      <a:pt x="35" y="65"/>
                      <a:pt x="33" y="66"/>
                    </a:cubicBezTo>
                    <a:cubicBezTo>
                      <a:pt x="32" y="67"/>
                      <a:pt x="31" y="66"/>
                      <a:pt x="30" y="65"/>
                    </a:cubicBezTo>
                    <a:cubicBezTo>
                      <a:pt x="30" y="65"/>
                      <a:pt x="12" y="39"/>
                      <a:pt x="1" y="32"/>
                    </a:cubicBezTo>
                    <a:cubicBezTo>
                      <a:pt x="0" y="31"/>
                      <a:pt x="0" y="29"/>
                      <a:pt x="0" y="28"/>
                    </a:cubicBezTo>
                    <a:lnTo>
                      <a:pt x="11" y="4"/>
                    </a:lnTo>
                    <a:cubicBezTo>
                      <a:pt x="11" y="3"/>
                      <a:pt x="12" y="2"/>
                      <a:pt x="13" y="2"/>
                    </a:cubicBezTo>
                    <a:cubicBezTo>
                      <a:pt x="13" y="2"/>
                      <a:pt x="29" y="4"/>
                      <a:pt x="46" y="4"/>
                    </a:cubicBezTo>
                    <a:cubicBezTo>
                      <a:pt x="61" y="4"/>
                      <a:pt x="73" y="3"/>
                      <a:pt x="79" y="0"/>
                    </a:cubicBezTo>
                    <a:cubicBezTo>
                      <a:pt x="80" y="0"/>
                      <a:pt x="81" y="0"/>
                      <a:pt x="82" y="1"/>
                    </a:cubicBezTo>
                    <a:lnTo>
                      <a:pt x="97" y="23"/>
                    </a:lnTo>
                    <a:cubicBezTo>
                      <a:pt x="98" y="24"/>
                      <a:pt x="98" y="25"/>
                      <a:pt x="97" y="26"/>
                    </a:cubicBezTo>
                    <a:lnTo>
                      <a:pt x="63" y="72"/>
                    </a:lnTo>
                    <a:lnTo>
                      <a:pt x="62" y="73"/>
                    </a:lnTo>
                    <a:cubicBezTo>
                      <a:pt x="61" y="73"/>
                      <a:pt x="61" y="73"/>
                      <a:pt x="61" y="7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37" name="iṧ1îḍe">
                <a:extLst>
                  <a:ext uri="{FF2B5EF4-FFF2-40B4-BE49-F238E27FC236}">
                    <a16:creationId xmlns:a16="http://schemas.microsoft.com/office/drawing/2014/main" id="{A5C347A3-4E51-4A67-9C52-594B1D1E0864}"/>
                  </a:ext>
                </a:extLst>
              </p:cNvPr>
              <p:cNvSpPr/>
              <p:nvPr/>
            </p:nvSpPr>
            <p:spPr bwMode="auto">
              <a:xfrm>
                <a:off x="5908807" y="1848159"/>
                <a:ext cx="182818" cy="220139"/>
              </a:xfrm>
              <a:custGeom>
                <a:avLst/>
                <a:gdLst>
                  <a:gd name="T0" fmla="*/ 15 w 82"/>
                  <a:gd name="T1" fmla="*/ 0 h 103"/>
                  <a:gd name="T2" fmla="*/ 81 w 82"/>
                  <a:gd name="T3" fmla="*/ 52 h 103"/>
                  <a:gd name="T4" fmla="*/ 47 w 82"/>
                  <a:gd name="T5" fmla="*/ 101 h 103"/>
                  <a:gd name="T6" fmla="*/ 0 w 82"/>
                  <a:gd name="T7" fmla="*/ 36 h 103"/>
                  <a:gd name="T8" fmla="*/ 15 w 82"/>
                  <a:gd name="T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03">
                    <a:moveTo>
                      <a:pt x="15" y="0"/>
                    </a:moveTo>
                    <a:cubicBezTo>
                      <a:pt x="16" y="13"/>
                      <a:pt x="81" y="52"/>
                      <a:pt x="81" y="52"/>
                    </a:cubicBezTo>
                    <a:cubicBezTo>
                      <a:pt x="60" y="67"/>
                      <a:pt x="50" y="102"/>
                      <a:pt x="47" y="101"/>
                    </a:cubicBezTo>
                    <a:cubicBezTo>
                      <a:pt x="42" y="99"/>
                      <a:pt x="0" y="40"/>
                      <a:pt x="0" y="36"/>
                    </a:cubicBezTo>
                    <a:cubicBezTo>
                      <a:pt x="0" y="32"/>
                      <a:pt x="15" y="0"/>
                      <a:pt x="15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5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38" name="íšľíḓé">
                <a:extLst>
                  <a:ext uri="{FF2B5EF4-FFF2-40B4-BE49-F238E27FC236}">
                    <a16:creationId xmlns:a16="http://schemas.microsoft.com/office/drawing/2014/main" id="{979ED83B-5FEB-48E5-80BB-080E0E5A05D1}"/>
                  </a:ext>
                </a:extLst>
              </p:cNvPr>
              <p:cNvSpPr/>
              <p:nvPr/>
            </p:nvSpPr>
            <p:spPr bwMode="auto">
              <a:xfrm>
                <a:off x="5899190" y="1848159"/>
                <a:ext cx="192437" cy="229714"/>
              </a:xfrm>
              <a:custGeom>
                <a:avLst/>
                <a:gdLst>
                  <a:gd name="T0" fmla="*/ 5 w 86"/>
                  <a:gd name="T1" fmla="*/ 38 h 107"/>
                  <a:gd name="T2" fmla="*/ 49 w 86"/>
                  <a:gd name="T3" fmla="*/ 100 h 107"/>
                  <a:gd name="T4" fmla="*/ 53 w 86"/>
                  <a:gd name="T5" fmla="*/ 92 h 107"/>
                  <a:gd name="T6" fmla="*/ 79 w 86"/>
                  <a:gd name="T7" fmla="*/ 55 h 107"/>
                  <a:gd name="T8" fmla="*/ 18 w 86"/>
                  <a:gd name="T9" fmla="*/ 8 h 107"/>
                  <a:gd name="T10" fmla="*/ 5 w 86"/>
                  <a:gd name="T11" fmla="*/ 38 h 107"/>
                  <a:gd name="T12" fmla="*/ 49 w 86"/>
                  <a:gd name="T13" fmla="*/ 106 h 107"/>
                  <a:gd name="T14" fmla="*/ 49 w 86"/>
                  <a:gd name="T15" fmla="*/ 106 h 107"/>
                  <a:gd name="T16" fmla="*/ 48 w 86"/>
                  <a:gd name="T17" fmla="*/ 106 h 107"/>
                  <a:gd name="T18" fmla="*/ 0 w 86"/>
                  <a:gd name="T19" fmla="*/ 39 h 107"/>
                  <a:gd name="T20" fmla="*/ 16 w 86"/>
                  <a:gd name="T21" fmla="*/ 2 h 107"/>
                  <a:gd name="T22" fmla="*/ 18 w 86"/>
                  <a:gd name="T23" fmla="*/ 0 h 107"/>
                  <a:gd name="T24" fmla="*/ 20 w 86"/>
                  <a:gd name="T25" fmla="*/ 3 h 107"/>
                  <a:gd name="T26" fmla="*/ 84 w 86"/>
                  <a:gd name="T27" fmla="*/ 53 h 107"/>
                  <a:gd name="T28" fmla="*/ 85 w 86"/>
                  <a:gd name="T29" fmla="*/ 55 h 107"/>
                  <a:gd name="T30" fmla="*/ 84 w 86"/>
                  <a:gd name="T31" fmla="*/ 57 h 107"/>
                  <a:gd name="T32" fmla="*/ 58 w 86"/>
                  <a:gd name="T33" fmla="*/ 94 h 107"/>
                  <a:gd name="T34" fmla="*/ 49 w 86"/>
                  <a:gd name="T35" fmla="*/ 106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6" h="107">
                    <a:moveTo>
                      <a:pt x="5" y="38"/>
                    </a:moveTo>
                    <a:cubicBezTo>
                      <a:pt x="7" y="45"/>
                      <a:pt x="42" y="93"/>
                      <a:pt x="49" y="100"/>
                    </a:cubicBezTo>
                    <a:cubicBezTo>
                      <a:pt x="50" y="99"/>
                      <a:pt x="52" y="95"/>
                      <a:pt x="53" y="92"/>
                    </a:cubicBezTo>
                    <a:cubicBezTo>
                      <a:pt x="59" y="81"/>
                      <a:pt x="67" y="65"/>
                      <a:pt x="79" y="55"/>
                    </a:cubicBezTo>
                    <a:cubicBezTo>
                      <a:pt x="65" y="47"/>
                      <a:pt x="27" y="23"/>
                      <a:pt x="18" y="8"/>
                    </a:cubicBezTo>
                    <a:cubicBezTo>
                      <a:pt x="11" y="22"/>
                      <a:pt x="5" y="36"/>
                      <a:pt x="5" y="38"/>
                    </a:cubicBezTo>
                    <a:close/>
                    <a:moveTo>
                      <a:pt x="49" y="106"/>
                    </a:moveTo>
                    <a:lnTo>
                      <a:pt x="49" y="106"/>
                    </a:lnTo>
                    <a:lnTo>
                      <a:pt x="48" y="106"/>
                    </a:lnTo>
                    <a:cubicBezTo>
                      <a:pt x="43" y="104"/>
                      <a:pt x="0" y="44"/>
                      <a:pt x="0" y="39"/>
                    </a:cubicBezTo>
                    <a:cubicBezTo>
                      <a:pt x="0" y="34"/>
                      <a:pt x="12" y="9"/>
                      <a:pt x="16" y="2"/>
                    </a:cubicBezTo>
                    <a:cubicBezTo>
                      <a:pt x="16" y="0"/>
                      <a:pt x="17" y="0"/>
                      <a:pt x="18" y="0"/>
                    </a:cubicBezTo>
                    <a:cubicBezTo>
                      <a:pt x="19" y="0"/>
                      <a:pt x="20" y="1"/>
                      <a:pt x="20" y="3"/>
                    </a:cubicBezTo>
                    <a:cubicBezTo>
                      <a:pt x="21" y="11"/>
                      <a:pt x="60" y="38"/>
                      <a:pt x="84" y="53"/>
                    </a:cubicBezTo>
                    <a:cubicBezTo>
                      <a:pt x="85" y="53"/>
                      <a:pt x="85" y="54"/>
                      <a:pt x="85" y="55"/>
                    </a:cubicBezTo>
                    <a:cubicBezTo>
                      <a:pt x="85" y="56"/>
                      <a:pt x="85" y="57"/>
                      <a:pt x="84" y="57"/>
                    </a:cubicBezTo>
                    <a:cubicBezTo>
                      <a:pt x="71" y="66"/>
                      <a:pt x="63" y="83"/>
                      <a:pt x="58" y="94"/>
                    </a:cubicBezTo>
                    <a:cubicBezTo>
                      <a:pt x="54" y="102"/>
                      <a:pt x="52" y="106"/>
                      <a:pt x="49" y="106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39" name="ïsľíḋê">
                <a:extLst>
                  <a:ext uri="{FF2B5EF4-FFF2-40B4-BE49-F238E27FC236}">
                    <a16:creationId xmlns:a16="http://schemas.microsoft.com/office/drawing/2014/main" id="{987D1636-0170-48D4-BAF3-17543BB65A11}"/>
                  </a:ext>
                </a:extLst>
              </p:cNvPr>
              <p:cNvSpPr/>
              <p:nvPr/>
            </p:nvSpPr>
            <p:spPr bwMode="auto">
              <a:xfrm>
                <a:off x="6149357" y="1809873"/>
                <a:ext cx="202056" cy="258425"/>
              </a:xfrm>
              <a:custGeom>
                <a:avLst/>
                <a:gdLst>
                  <a:gd name="T0" fmla="*/ 63 w 91"/>
                  <a:gd name="T1" fmla="*/ 0 h 117"/>
                  <a:gd name="T2" fmla="*/ 90 w 91"/>
                  <a:gd name="T3" fmla="*/ 25 h 117"/>
                  <a:gd name="T4" fmla="*/ 90 w 91"/>
                  <a:gd name="T5" fmla="*/ 42 h 117"/>
                  <a:gd name="T6" fmla="*/ 35 w 91"/>
                  <a:gd name="T7" fmla="*/ 116 h 117"/>
                  <a:gd name="T8" fmla="*/ 0 w 91"/>
                  <a:gd name="T9" fmla="*/ 71 h 117"/>
                  <a:gd name="T10" fmla="*/ 61 w 91"/>
                  <a:gd name="T11" fmla="*/ 12 h 117"/>
                  <a:gd name="T12" fmla="*/ 63 w 91"/>
                  <a:gd name="T13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117">
                    <a:moveTo>
                      <a:pt x="63" y="0"/>
                    </a:moveTo>
                    <a:lnTo>
                      <a:pt x="90" y="25"/>
                    </a:lnTo>
                    <a:lnTo>
                      <a:pt x="90" y="42"/>
                    </a:lnTo>
                    <a:cubicBezTo>
                      <a:pt x="85" y="64"/>
                      <a:pt x="35" y="116"/>
                      <a:pt x="35" y="116"/>
                    </a:cubicBezTo>
                    <a:cubicBezTo>
                      <a:pt x="33" y="108"/>
                      <a:pt x="0" y="71"/>
                      <a:pt x="0" y="71"/>
                    </a:cubicBezTo>
                    <a:cubicBezTo>
                      <a:pt x="25" y="54"/>
                      <a:pt x="61" y="12"/>
                      <a:pt x="61" y="12"/>
                    </a:cubicBezTo>
                    <a:lnTo>
                      <a:pt x="63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40" name="iṣlïḋè">
                <a:extLst>
                  <a:ext uri="{FF2B5EF4-FFF2-40B4-BE49-F238E27FC236}">
                    <a16:creationId xmlns:a16="http://schemas.microsoft.com/office/drawing/2014/main" id="{ED762EB9-F74F-456E-8B65-ACB055FA83A1}"/>
                  </a:ext>
                </a:extLst>
              </p:cNvPr>
              <p:cNvSpPr/>
              <p:nvPr/>
            </p:nvSpPr>
            <p:spPr bwMode="auto">
              <a:xfrm>
                <a:off x="6139732" y="1800298"/>
                <a:ext cx="211681" cy="267999"/>
              </a:xfrm>
              <a:custGeom>
                <a:avLst/>
                <a:gdLst>
                  <a:gd name="T0" fmla="*/ 6 w 97"/>
                  <a:gd name="T1" fmla="*/ 74 h 122"/>
                  <a:gd name="T2" fmla="*/ 39 w 97"/>
                  <a:gd name="T3" fmla="*/ 114 h 122"/>
                  <a:gd name="T4" fmla="*/ 91 w 97"/>
                  <a:gd name="T5" fmla="*/ 44 h 122"/>
                  <a:gd name="T6" fmla="*/ 91 w 97"/>
                  <a:gd name="T7" fmla="*/ 29 h 122"/>
                  <a:gd name="T8" fmla="*/ 68 w 97"/>
                  <a:gd name="T9" fmla="*/ 7 h 122"/>
                  <a:gd name="T10" fmla="*/ 67 w 97"/>
                  <a:gd name="T11" fmla="*/ 15 h 122"/>
                  <a:gd name="T12" fmla="*/ 66 w 97"/>
                  <a:gd name="T13" fmla="*/ 16 h 122"/>
                  <a:gd name="T14" fmla="*/ 6 w 97"/>
                  <a:gd name="T15" fmla="*/ 74 h 122"/>
                  <a:gd name="T16" fmla="*/ 38 w 97"/>
                  <a:gd name="T17" fmla="*/ 121 h 122"/>
                  <a:gd name="T18" fmla="*/ 37 w 97"/>
                  <a:gd name="T19" fmla="*/ 121 h 122"/>
                  <a:gd name="T20" fmla="*/ 35 w 97"/>
                  <a:gd name="T21" fmla="*/ 119 h 122"/>
                  <a:gd name="T22" fmla="*/ 0 w 97"/>
                  <a:gd name="T23" fmla="*/ 75 h 122"/>
                  <a:gd name="T24" fmla="*/ 0 w 97"/>
                  <a:gd name="T25" fmla="*/ 73 h 122"/>
                  <a:gd name="T26" fmla="*/ 1 w 97"/>
                  <a:gd name="T27" fmla="*/ 71 h 122"/>
                  <a:gd name="T28" fmla="*/ 62 w 97"/>
                  <a:gd name="T29" fmla="*/ 13 h 122"/>
                  <a:gd name="T30" fmla="*/ 63 w 97"/>
                  <a:gd name="T31" fmla="*/ 2 h 122"/>
                  <a:gd name="T32" fmla="*/ 65 w 97"/>
                  <a:gd name="T33" fmla="*/ 0 h 122"/>
                  <a:gd name="T34" fmla="*/ 68 w 97"/>
                  <a:gd name="T35" fmla="*/ 0 h 122"/>
                  <a:gd name="T36" fmla="*/ 96 w 97"/>
                  <a:gd name="T37" fmla="*/ 26 h 122"/>
                  <a:gd name="T38" fmla="*/ 96 w 97"/>
                  <a:gd name="T39" fmla="*/ 28 h 122"/>
                  <a:gd name="T40" fmla="*/ 96 w 97"/>
                  <a:gd name="T41" fmla="*/ 44 h 122"/>
                  <a:gd name="T42" fmla="*/ 96 w 97"/>
                  <a:gd name="T43" fmla="*/ 45 h 122"/>
                  <a:gd name="T44" fmla="*/ 39 w 97"/>
                  <a:gd name="T45" fmla="*/ 120 h 122"/>
                  <a:gd name="T46" fmla="*/ 38 w 97"/>
                  <a:gd name="T47" fmla="*/ 12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7" h="122">
                    <a:moveTo>
                      <a:pt x="6" y="74"/>
                    </a:moveTo>
                    <a:cubicBezTo>
                      <a:pt x="13" y="82"/>
                      <a:pt x="33" y="103"/>
                      <a:pt x="39" y="114"/>
                    </a:cubicBezTo>
                    <a:cubicBezTo>
                      <a:pt x="49" y="103"/>
                      <a:pt x="87" y="62"/>
                      <a:pt x="91" y="44"/>
                    </a:cubicBezTo>
                    <a:lnTo>
                      <a:pt x="91" y="29"/>
                    </a:lnTo>
                    <a:lnTo>
                      <a:pt x="68" y="7"/>
                    </a:lnTo>
                    <a:lnTo>
                      <a:pt x="67" y="15"/>
                    </a:lnTo>
                    <a:cubicBezTo>
                      <a:pt x="67" y="15"/>
                      <a:pt x="67" y="16"/>
                      <a:pt x="66" y="16"/>
                    </a:cubicBezTo>
                    <a:cubicBezTo>
                      <a:pt x="65" y="18"/>
                      <a:pt x="31" y="56"/>
                      <a:pt x="6" y="74"/>
                    </a:cubicBezTo>
                    <a:close/>
                    <a:moveTo>
                      <a:pt x="38" y="121"/>
                    </a:moveTo>
                    <a:lnTo>
                      <a:pt x="37" y="121"/>
                    </a:lnTo>
                    <a:cubicBezTo>
                      <a:pt x="36" y="120"/>
                      <a:pt x="36" y="120"/>
                      <a:pt x="35" y="119"/>
                    </a:cubicBezTo>
                    <a:cubicBezTo>
                      <a:pt x="34" y="113"/>
                      <a:pt x="13" y="89"/>
                      <a:pt x="0" y="75"/>
                    </a:cubicBezTo>
                    <a:cubicBezTo>
                      <a:pt x="0" y="74"/>
                      <a:pt x="0" y="73"/>
                      <a:pt x="0" y="73"/>
                    </a:cubicBezTo>
                    <a:cubicBezTo>
                      <a:pt x="0" y="72"/>
                      <a:pt x="0" y="71"/>
                      <a:pt x="1" y="71"/>
                    </a:cubicBezTo>
                    <a:cubicBezTo>
                      <a:pt x="24" y="56"/>
                      <a:pt x="58" y="18"/>
                      <a:pt x="62" y="13"/>
                    </a:cubicBezTo>
                    <a:lnTo>
                      <a:pt x="63" y="2"/>
                    </a:lnTo>
                    <a:cubicBezTo>
                      <a:pt x="64" y="1"/>
                      <a:pt x="64" y="0"/>
                      <a:pt x="65" y="0"/>
                    </a:cubicBezTo>
                    <a:cubicBezTo>
                      <a:pt x="66" y="0"/>
                      <a:pt x="67" y="0"/>
                      <a:pt x="68" y="0"/>
                    </a:cubicBezTo>
                    <a:lnTo>
                      <a:pt x="96" y="26"/>
                    </a:lnTo>
                    <a:cubicBezTo>
                      <a:pt x="96" y="26"/>
                      <a:pt x="96" y="27"/>
                      <a:pt x="96" y="28"/>
                    </a:cubicBezTo>
                    <a:lnTo>
                      <a:pt x="96" y="44"/>
                    </a:lnTo>
                    <a:cubicBezTo>
                      <a:pt x="96" y="44"/>
                      <a:pt x="96" y="44"/>
                      <a:pt x="96" y="45"/>
                    </a:cubicBezTo>
                    <a:cubicBezTo>
                      <a:pt x="90" y="67"/>
                      <a:pt x="42" y="118"/>
                      <a:pt x="39" y="120"/>
                    </a:cubicBezTo>
                    <a:lnTo>
                      <a:pt x="38" y="121"/>
                    </a:ln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41" name="ïṣļîḑê">
                <a:extLst>
                  <a:ext uri="{FF2B5EF4-FFF2-40B4-BE49-F238E27FC236}">
                    <a16:creationId xmlns:a16="http://schemas.microsoft.com/office/drawing/2014/main" id="{2142C97E-B0F4-4097-965D-15177A3FE3F6}"/>
                  </a:ext>
                </a:extLst>
              </p:cNvPr>
              <p:cNvSpPr/>
              <p:nvPr/>
            </p:nvSpPr>
            <p:spPr bwMode="auto">
              <a:xfrm>
                <a:off x="5697128" y="1857728"/>
                <a:ext cx="250168" cy="478569"/>
              </a:xfrm>
              <a:custGeom>
                <a:avLst/>
                <a:gdLst>
                  <a:gd name="T0" fmla="*/ 108 w 114"/>
                  <a:gd name="T1" fmla="*/ 0 h 221"/>
                  <a:gd name="T2" fmla="*/ 111 w 114"/>
                  <a:gd name="T3" fmla="*/ 210 h 221"/>
                  <a:gd name="T4" fmla="*/ 19 w 114"/>
                  <a:gd name="T5" fmla="*/ 205 h 221"/>
                  <a:gd name="T6" fmla="*/ 0 w 114"/>
                  <a:gd name="T7" fmla="*/ 99 h 221"/>
                  <a:gd name="T8" fmla="*/ 46 w 114"/>
                  <a:gd name="T9" fmla="*/ 84 h 221"/>
                  <a:gd name="T10" fmla="*/ 27 w 114"/>
                  <a:gd name="T11" fmla="*/ 64 h 221"/>
                  <a:gd name="T12" fmla="*/ 90 w 114"/>
                  <a:gd name="T13" fmla="*/ 18 h 221"/>
                  <a:gd name="T14" fmla="*/ 108 w 114"/>
                  <a:gd name="T15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4" h="221">
                    <a:moveTo>
                      <a:pt x="108" y="0"/>
                    </a:moveTo>
                    <a:cubicBezTo>
                      <a:pt x="108" y="0"/>
                      <a:pt x="103" y="173"/>
                      <a:pt x="111" y="210"/>
                    </a:cubicBezTo>
                    <a:cubicBezTo>
                      <a:pt x="113" y="220"/>
                      <a:pt x="19" y="205"/>
                      <a:pt x="19" y="205"/>
                    </a:cubicBezTo>
                    <a:lnTo>
                      <a:pt x="0" y="99"/>
                    </a:lnTo>
                    <a:cubicBezTo>
                      <a:pt x="0" y="99"/>
                      <a:pt x="40" y="88"/>
                      <a:pt x="46" y="84"/>
                    </a:cubicBezTo>
                    <a:cubicBezTo>
                      <a:pt x="51" y="80"/>
                      <a:pt x="29" y="69"/>
                      <a:pt x="27" y="64"/>
                    </a:cubicBezTo>
                    <a:cubicBezTo>
                      <a:pt x="25" y="59"/>
                      <a:pt x="83" y="31"/>
                      <a:pt x="90" y="18"/>
                    </a:cubicBezTo>
                    <a:cubicBezTo>
                      <a:pt x="93" y="14"/>
                      <a:pt x="103" y="1"/>
                      <a:pt x="108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42" name="ïšḷïḑê">
                <a:extLst>
                  <a:ext uri="{FF2B5EF4-FFF2-40B4-BE49-F238E27FC236}">
                    <a16:creationId xmlns:a16="http://schemas.microsoft.com/office/drawing/2014/main" id="{2A87E01A-8E20-43BF-B0BE-86F08FEE9CAA}"/>
                  </a:ext>
                </a:extLst>
              </p:cNvPr>
              <p:cNvSpPr/>
              <p:nvPr/>
            </p:nvSpPr>
            <p:spPr bwMode="auto">
              <a:xfrm>
                <a:off x="5697127" y="1857729"/>
                <a:ext cx="259793" cy="478569"/>
              </a:xfrm>
              <a:custGeom>
                <a:avLst/>
                <a:gdLst>
                  <a:gd name="T0" fmla="*/ 24 w 118"/>
                  <a:gd name="T1" fmla="*/ 205 h 219"/>
                  <a:gd name="T2" fmla="*/ 101 w 118"/>
                  <a:gd name="T3" fmla="*/ 213 h 219"/>
                  <a:gd name="T4" fmla="*/ 112 w 118"/>
                  <a:gd name="T5" fmla="*/ 212 h 219"/>
                  <a:gd name="T6" fmla="*/ 108 w 118"/>
                  <a:gd name="T7" fmla="*/ 6 h 219"/>
                  <a:gd name="T8" fmla="*/ 96 w 118"/>
                  <a:gd name="T9" fmla="*/ 21 h 219"/>
                  <a:gd name="T10" fmla="*/ 56 w 118"/>
                  <a:gd name="T11" fmla="*/ 50 h 219"/>
                  <a:gd name="T12" fmla="*/ 33 w 118"/>
                  <a:gd name="T13" fmla="*/ 66 h 219"/>
                  <a:gd name="T14" fmla="*/ 40 w 118"/>
                  <a:gd name="T15" fmla="*/ 72 h 219"/>
                  <a:gd name="T16" fmla="*/ 52 w 118"/>
                  <a:gd name="T17" fmla="*/ 84 h 219"/>
                  <a:gd name="T18" fmla="*/ 50 w 118"/>
                  <a:gd name="T19" fmla="*/ 88 h 219"/>
                  <a:gd name="T20" fmla="*/ 5 w 118"/>
                  <a:gd name="T21" fmla="*/ 102 h 219"/>
                  <a:gd name="T22" fmla="*/ 24 w 118"/>
                  <a:gd name="T23" fmla="*/ 205 h 219"/>
                  <a:gd name="T24" fmla="*/ 101 w 118"/>
                  <a:gd name="T25" fmla="*/ 218 h 219"/>
                  <a:gd name="T26" fmla="*/ 21 w 118"/>
                  <a:gd name="T27" fmla="*/ 210 h 219"/>
                  <a:gd name="T28" fmla="*/ 19 w 118"/>
                  <a:gd name="T29" fmla="*/ 207 h 219"/>
                  <a:gd name="T30" fmla="*/ 0 w 118"/>
                  <a:gd name="T31" fmla="*/ 101 h 219"/>
                  <a:gd name="T32" fmla="*/ 2 w 118"/>
                  <a:gd name="T33" fmla="*/ 98 h 219"/>
                  <a:gd name="T34" fmla="*/ 47 w 118"/>
                  <a:gd name="T35" fmla="*/ 84 h 219"/>
                  <a:gd name="T36" fmla="*/ 38 w 118"/>
                  <a:gd name="T37" fmla="*/ 76 h 219"/>
                  <a:gd name="T38" fmla="*/ 27 w 118"/>
                  <a:gd name="T39" fmla="*/ 67 h 219"/>
                  <a:gd name="T40" fmla="*/ 53 w 118"/>
                  <a:gd name="T41" fmla="*/ 46 h 219"/>
                  <a:gd name="T42" fmla="*/ 91 w 118"/>
                  <a:gd name="T43" fmla="*/ 18 h 219"/>
                  <a:gd name="T44" fmla="*/ 110 w 118"/>
                  <a:gd name="T45" fmla="*/ 0 h 219"/>
                  <a:gd name="T46" fmla="*/ 113 w 118"/>
                  <a:gd name="T47" fmla="*/ 0 h 219"/>
                  <a:gd name="T48" fmla="*/ 113 w 118"/>
                  <a:gd name="T49" fmla="*/ 2 h 219"/>
                  <a:gd name="T50" fmla="*/ 117 w 118"/>
                  <a:gd name="T51" fmla="*/ 212 h 219"/>
                  <a:gd name="T52" fmla="*/ 116 w 118"/>
                  <a:gd name="T53" fmla="*/ 215 h 219"/>
                  <a:gd name="T54" fmla="*/ 101 w 118"/>
                  <a:gd name="T55" fmla="*/ 218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8" h="219">
                    <a:moveTo>
                      <a:pt x="24" y="205"/>
                    </a:moveTo>
                    <a:cubicBezTo>
                      <a:pt x="33" y="206"/>
                      <a:pt x="78" y="213"/>
                      <a:pt x="101" y="213"/>
                    </a:cubicBezTo>
                    <a:cubicBezTo>
                      <a:pt x="108" y="213"/>
                      <a:pt x="111" y="212"/>
                      <a:pt x="112" y="212"/>
                    </a:cubicBezTo>
                    <a:cubicBezTo>
                      <a:pt x="104" y="176"/>
                      <a:pt x="108" y="33"/>
                      <a:pt x="108" y="6"/>
                    </a:cubicBezTo>
                    <a:cubicBezTo>
                      <a:pt x="104" y="9"/>
                      <a:pt x="98" y="17"/>
                      <a:pt x="96" y="21"/>
                    </a:cubicBezTo>
                    <a:cubicBezTo>
                      <a:pt x="91" y="28"/>
                      <a:pt x="72" y="40"/>
                      <a:pt x="56" y="50"/>
                    </a:cubicBezTo>
                    <a:cubicBezTo>
                      <a:pt x="47" y="56"/>
                      <a:pt x="35" y="63"/>
                      <a:pt x="33" y="66"/>
                    </a:cubicBezTo>
                    <a:cubicBezTo>
                      <a:pt x="34" y="67"/>
                      <a:pt x="38" y="70"/>
                      <a:pt x="40" y="72"/>
                    </a:cubicBezTo>
                    <a:cubicBezTo>
                      <a:pt x="48" y="77"/>
                      <a:pt x="52" y="81"/>
                      <a:pt x="52" y="84"/>
                    </a:cubicBezTo>
                    <a:cubicBezTo>
                      <a:pt x="52" y="86"/>
                      <a:pt x="52" y="87"/>
                      <a:pt x="50" y="88"/>
                    </a:cubicBezTo>
                    <a:cubicBezTo>
                      <a:pt x="45" y="92"/>
                      <a:pt x="14" y="100"/>
                      <a:pt x="5" y="102"/>
                    </a:cubicBezTo>
                    <a:lnTo>
                      <a:pt x="24" y="205"/>
                    </a:lnTo>
                    <a:close/>
                    <a:moveTo>
                      <a:pt x="101" y="218"/>
                    </a:moveTo>
                    <a:cubicBezTo>
                      <a:pt x="75" y="218"/>
                      <a:pt x="24" y="210"/>
                      <a:pt x="21" y="210"/>
                    </a:cubicBezTo>
                    <a:cubicBezTo>
                      <a:pt x="20" y="210"/>
                      <a:pt x="19" y="208"/>
                      <a:pt x="19" y="207"/>
                    </a:cubicBezTo>
                    <a:lnTo>
                      <a:pt x="0" y="101"/>
                    </a:lnTo>
                    <a:cubicBezTo>
                      <a:pt x="0" y="100"/>
                      <a:pt x="1" y="98"/>
                      <a:pt x="2" y="98"/>
                    </a:cubicBezTo>
                    <a:cubicBezTo>
                      <a:pt x="18" y="94"/>
                      <a:pt x="43" y="87"/>
                      <a:pt x="47" y="84"/>
                    </a:cubicBezTo>
                    <a:cubicBezTo>
                      <a:pt x="46" y="82"/>
                      <a:pt x="41" y="78"/>
                      <a:pt x="38" y="76"/>
                    </a:cubicBezTo>
                    <a:cubicBezTo>
                      <a:pt x="32" y="72"/>
                      <a:pt x="29" y="69"/>
                      <a:pt x="27" y="67"/>
                    </a:cubicBezTo>
                    <a:cubicBezTo>
                      <a:pt x="26" y="63"/>
                      <a:pt x="31" y="60"/>
                      <a:pt x="53" y="46"/>
                    </a:cubicBezTo>
                    <a:cubicBezTo>
                      <a:pt x="69" y="36"/>
                      <a:pt x="88" y="24"/>
                      <a:pt x="91" y="18"/>
                    </a:cubicBezTo>
                    <a:cubicBezTo>
                      <a:pt x="93" y="15"/>
                      <a:pt x="104" y="1"/>
                      <a:pt x="110" y="0"/>
                    </a:cubicBezTo>
                    <a:cubicBezTo>
                      <a:pt x="111" y="0"/>
                      <a:pt x="112" y="0"/>
                      <a:pt x="113" y="0"/>
                    </a:cubicBezTo>
                    <a:cubicBezTo>
                      <a:pt x="113" y="1"/>
                      <a:pt x="114" y="1"/>
                      <a:pt x="113" y="2"/>
                    </a:cubicBezTo>
                    <a:cubicBezTo>
                      <a:pt x="113" y="4"/>
                      <a:pt x="109" y="175"/>
                      <a:pt x="117" y="212"/>
                    </a:cubicBezTo>
                    <a:cubicBezTo>
                      <a:pt x="117" y="213"/>
                      <a:pt x="117" y="214"/>
                      <a:pt x="116" y="215"/>
                    </a:cubicBezTo>
                    <a:cubicBezTo>
                      <a:pt x="115" y="217"/>
                      <a:pt x="112" y="218"/>
                      <a:pt x="101" y="218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43" name="iṧḷïḑè">
                <a:extLst>
                  <a:ext uri="{FF2B5EF4-FFF2-40B4-BE49-F238E27FC236}">
                    <a16:creationId xmlns:a16="http://schemas.microsoft.com/office/drawing/2014/main" id="{C30173CE-0D89-4518-BDC3-8210FA7E15A9}"/>
                  </a:ext>
                </a:extLst>
              </p:cNvPr>
              <p:cNvSpPr/>
              <p:nvPr/>
            </p:nvSpPr>
            <p:spPr bwMode="auto">
              <a:xfrm>
                <a:off x="6842129" y="2192731"/>
                <a:ext cx="76975" cy="95714"/>
              </a:xfrm>
              <a:custGeom>
                <a:avLst/>
                <a:gdLst>
                  <a:gd name="T0" fmla="*/ 0 w 37"/>
                  <a:gd name="T1" fmla="*/ 34 h 42"/>
                  <a:gd name="T2" fmla="*/ 18 w 37"/>
                  <a:gd name="T3" fmla="*/ 12 h 42"/>
                  <a:gd name="T4" fmla="*/ 27 w 37"/>
                  <a:gd name="T5" fmla="*/ 0 h 42"/>
                  <a:gd name="T6" fmla="*/ 35 w 37"/>
                  <a:gd name="T7" fmla="*/ 9 h 42"/>
                  <a:gd name="T8" fmla="*/ 30 w 37"/>
                  <a:gd name="T9" fmla="*/ 34 h 42"/>
                  <a:gd name="T10" fmla="*/ 24 w 37"/>
                  <a:gd name="T11" fmla="*/ 41 h 42"/>
                  <a:gd name="T12" fmla="*/ 0 w 37"/>
                  <a:gd name="T13" fmla="*/ 3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42">
                    <a:moveTo>
                      <a:pt x="0" y="34"/>
                    </a:moveTo>
                    <a:lnTo>
                      <a:pt x="18" y="12"/>
                    </a:lnTo>
                    <a:lnTo>
                      <a:pt x="27" y="0"/>
                    </a:lnTo>
                    <a:cubicBezTo>
                      <a:pt x="27" y="0"/>
                      <a:pt x="36" y="4"/>
                      <a:pt x="35" y="9"/>
                    </a:cubicBezTo>
                    <a:cubicBezTo>
                      <a:pt x="35" y="14"/>
                      <a:pt x="34" y="30"/>
                      <a:pt x="30" y="34"/>
                    </a:cubicBezTo>
                    <a:cubicBezTo>
                      <a:pt x="27" y="38"/>
                      <a:pt x="24" y="41"/>
                      <a:pt x="24" y="41"/>
                    </a:cubicBezTo>
                    <a:lnTo>
                      <a:pt x="0" y="34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44" name="ïŝḻïḍé">
                <a:extLst>
                  <a:ext uri="{FF2B5EF4-FFF2-40B4-BE49-F238E27FC236}">
                    <a16:creationId xmlns:a16="http://schemas.microsoft.com/office/drawing/2014/main" id="{74BF1920-65F2-497D-B1F8-3346618D8E0B}"/>
                  </a:ext>
                </a:extLst>
              </p:cNvPr>
              <p:cNvSpPr/>
              <p:nvPr/>
            </p:nvSpPr>
            <p:spPr bwMode="auto">
              <a:xfrm>
                <a:off x="6832503" y="2183155"/>
                <a:ext cx="96219" cy="105289"/>
              </a:xfrm>
              <a:custGeom>
                <a:avLst/>
                <a:gdLst>
                  <a:gd name="T0" fmla="*/ 7 w 44"/>
                  <a:gd name="T1" fmla="*/ 36 h 48"/>
                  <a:gd name="T2" fmla="*/ 27 w 44"/>
                  <a:gd name="T3" fmla="*/ 42 h 48"/>
                  <a:gd name="T4" fmla="*/ 32 w 44"/>
                  <a:gd name="T5" fmla="*/ 35 h 48"/>
                  <a:gd name="T6" fmla="*/ 37 w 44"/>
                  <a:gd name="T7" fmla="*/ 17 h 48"/>
                  <a:gd name="T8" fmla="*/ 37 w 44"/>
                  <a:gd name="T9" fmla="*/ 12 h 48"/>
                  <a:gd name="T10" fmla="*/ 32 w 44"/>
                  <a:gd name="T11" fmla="*/ 5 h 48"/>
                  <a:gd name="T12" fmla="*/ 23 w 44"/>
                  <a:gd name="T13" fmla="*/ 16 h 48"/>
                  <a:gd name="T14" fmla="*/ 7 w 44"/>
                  <a:gd name="T15" fmla="*/ 36 h 48"/>
                  <a:gd name="T16" fmla="*/ 28 w 44"/>
                  <a:gd name="T17" fmla="*/ 47 h 48"/>
                  <a:gd name="T18" fmla="*/ 27 w 44"/>
                  <a:gd name="T19" fmla="*/ 47 h 48"/>
                  <a:gd name="T20" fmla="*/ 2 w 44"/>
                  <a:gd name="T21" fmla="*/ 40 h 48"/>
                  <a:gd name="T22" fmla="*/ 0 w 44"/>
                  <a:gd name="T23" fmla="*/ 39 h 48"/>
                  <a:gd name="T24" fmla="*/ 1 w 44"/>
                  <a:gd name="T25" fmla="*/ 36 h 48"/>
                  <a:gd name="T26" fmla="*/ 19 w 44"/>
                  <a:gd name="T27" fmla="*/ 13 h 48"/>
                  <a:gd name="T28" fmla="*/ 29 w 44"/>
                  <a:gd name="T29" fmla="*/ 1 h 48"/>
                  <a:gd name="T30" fmla="*/ 32 w 44"/>
                  <a:gd name="T31" fmla="*/ 0 h 48"/>
                  <a:gd name="T32" fmla="*/ 42 w 44"/>
                  <a:gd name="T33" fmla="*/ 13 h 48"/>
                  <a:gd name="T34" fmla="*/ 42 w 44"/>
                  <a:gd name="T35" fmla="*/ 17 h 48"/>
                  <a:gd name="T36" fmla="*/ 36 w 44"/>
                  <a:gd name="T37" fmla="*/ 39 h 48"/>
                  <a:gd name="T38" fmla="*/ 30 w 44"/>
                  <a:gd name="T39" fmla="*/ 46 h 48"/>
                  <a:gd name="T40" fmla="*/ 28 w 44"/>
                  <a:gd name="T41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" h="48">
                    <a:moveTo>
                      <a:pt x="7" y="36"/>
                    </a:moveTo>
                    <a:lnTo>
                      <a:pt x="27" y="42"/>
                    </a:lnTo>
                    <a:cubicBezTo>
                      <a:pt x="28" y="40"/>
                      <a:pt x="30" y="38"/>
                      <a:pt x="32" y="35"/>
                    </a:cubicBezTo>
                    <a:cubicBezTo>
                      <a:pt x="35" y="33"/>
                      <a:pt x="36" y="23"/>
                      <a:pt x="37" y="17"/>
                    </a:cubicBezTo>
                    <a:cubicBezTo>
                      <a:pt x="37" y="15"/>
                      <a:pt x="37" y="13"/>
                      <a:pt x="37" y="12"/>
                    </a:cubicBezTo>
                    <a:cubicBezTo>
                      <a:pt x="37" y="10"/>
                      <a:pt x="35" y="7"/>
                      <a:pt x="32" y="5"/>
                    </a:cubicBezTo>
                    <a:lnTo>
                      <a:pt x="23" y="16"/>
                    </a:lnTo>
                    <a:lnTo>
                      <a:pt x="7" y="36"/>
                    </a:lnTo>
                    <a:close/>
                    <a:moveTo>
                      <a:pt x="28" y="47"/>
                    </a:moveTo>
                    <a:lnTo>
                      <a:pt x="27" y="47"/>
                    </a:lnTo>
                    <a:lnTo>
                      <a:pt x="2" y="40"/>
                    </a:lnTo>
                    <a:cubicBezTo>
                      <a:pt x="1" y="40"/>
                      <a:pt x="1" y="40"/>
                      <a:pt x="0" y="39"/>
                    </a:cubicBezTo>
                    <a:cubicBezTo>
                      <a:pt x="0" y="38"/>
                      <a:pt x="0" y="37"/>
                      <a:pt x="1" y="36"/>
                    </a:cubicBezTo>
                    <a:lnTo>
                      <a:pt x="19" y="13"/>
                    </a:lnTo>
                    <a:lnTo>
                      <a:pt x="29" y="1"/>
                    </a:lnTo>
                    <a:cubicBezTo>
                      <a:pt x="30" y="0"/>
                      <a:pt x="31" y="0"/>
                      <a:pt x="32" y="0"/>
                    </a:cubicBezTo>
                    <a:cubicBezTo>
                      <a:pt x="34" y="1"/>
                      <a:pt x="43" y="6"/>
                      <a:pt x="42" y="13"/>
                    </a:cubicBezTo>
                    <a:cubicBezTo>
                      <a:pt x="42" y="14"/>
                      <a:pt x="42" y="15"/>
                      <a:pt x="42" y="17"/>
                    </a:cubicBezTo>
                    <a:cubicBezTo>
                      <a:pt x="41" y="27"/>
                      <a:pt x="40" y="35"/>
                      <a:pt x="36" y="39"/>
                    </a:cubicBezTo>
                    <a:cubicBezTo>
                      <a:pt x="32" y="43"/>
                      <a:pt x="30" y="46"/>
                      <a:pt x="30" y="46"/>
                    </a:cubicBezTo>
                    <a:cubicBezTo>
                      <a:pt x="29" y="47"/>
                      <a:pt x="29" y="47"/>
                      <a:pt x="28" y="4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45" name="îṥľîḓè">
                <a:extLst>
                  <a:ext uri="{FF2B5EF4-FFF2-40B4-BE49-F238E27FC236}">
                    <a16:creationId xmlns:a16="http://schemas.microsoft.com/office/drawing/2014/main" id="{F1C0EBC6-412C-41C2-AD3F-3B3AE3E6F927}"/>
                  </a:ext>
                </a:extLst>
              </p:cNvPr>
              <p:cNvSpPr/>
              <p:nvPr/>
            </p:nvSpPr>
            <p:spPr bwMode="auto">
              <a:xfrm>
                <a:off x="6303305" y="1819443"/>
                <a:ext cx="240542" cy="478569"/>
              </a:xfrm>
              <a:custGeom>
                <a:avLst/>
                <a:gdLst>
                  <a:gd name="T0" fmla="*/ 0 w 112"/>
                  <a:gd name="T1" fmla="*/ 0 h 219"/>
                  <a:gd name="T2" fmla="*/ 23 w 112"/>
                  <a:gd name="T3" fmla="*/ 18 h 219"/>
                  <a:gd name="T4" fmla="*/ 86 w 112"/>
                  <a:gd name="T5" fmla="*/ 61 h 219"/>
                  <a:gd name="T6" fmla="*/ 67 w 112"/>
                  <a:gd name="T7" fmla="*/ 75 h 219"/>
                  <a:gd name="T8" fmla="*/ 111 w 112"/>
                  <a:gd name="T9" fmla="*/ 91 h 219"/>
                  <a:gd name="T10" fmla="*/ 76 w 112"/>
                  <a:gd name="T11" fmla="*/ 218 h 219"/>
                  <a:gd name="T12" fmla="*/ 1 w 112"/>
                  <a:gd name="T13" fmla="*/ 211 h 219"/>
                  <a:gd name="T14" fmla="*/ 0 w 112"/>
                  <a:gd name="T1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2" h="219">
                    <a:moveTo>
                      <a:pt x="0" y="0"/>
                    </a:moveTo>
                    <a:cubicBezTo>
                      <a:pt x="0" y="0"/>
                      <a:pt x="14" y="5"/>
                      <a:pt x="23" y="18"/>
                    </a:cubicBezTo>
                    <a:cubicBezTo>
                      <a:pt x="32" y="30"/>
                      <a:pt x="86" y="61"/>
                      <a:pt x="86" y="61"/>
                    </a:cubicBezTo>
                    <a:lnTo>
                      <a:pt x="67" y="75"/>
                    </a:lnTo>
                    <a:lnTo>
                      <a:pt x="111" y="91"/>
                    </a:lnTo>
                    <a:cubicBezTo>
                      <a:pt x="111" y="120"/>
                      <a:pt x="76" y="218"/>
                      <a:pt x="76" y="218"/>
                    </a:cubicBezTo>
                    <a:lnTo>
                      <a:pt x="1" y="211"/>
                    </a:lnTo>
                    <a:cubicBezTo>
                      <a:pt x="4" y="183"/>
                      <a:pt x="0" y="0"/>
                      <a:pt x="0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46" name="îṡļîďê">
                <a:extLst>
                  <a:ext uri="{FF2B5EF4-FFF2-40B4-BE49-F238E27FC236}">
                    <a16:creationId xmlns:a16="http://schemas.microsoft.com/office/drawing/2014/main" id="{D1A016A6-DB7B-4C27-9E6F-7D5E8491A3AE}"/>
                  </a:ext>
                </a:extLst>
              </p:cNvPr>
              <p:cNvSpPr/>
              <p:nvPr/>
            </p:nvSpPr>
            <p:spPr bwMode="auto">
              <a:xfrm>
                <a:off x="6303304" y="1809874"/>
                <a:ext cx="259786" cy="488139"/>
              </a:xfrm>
              <a:custGeom>
                <a:avLst/>
                <a:gdLst>
                  <a:gd name="T0" fmla="*/ 6 w 118"/>
                  <a:gd name="T1" fmla="*/ 211 h 224"/>
                  <a:gd name="T2" fmla="*/ 77 w 118"/>
                  <a:gd name="T3" fmla="*/ 218 h 224"/>
                  <a:gd name="T4" fmla="*/ 112 w 118"/>
                  <a:gd name="T5" fmla="*/ 95 h 224"/>
                  <a:gd name="T6" fmla="*/ 70 w 118"/>
                  <a:gd name="T7" fmla="*/ 79 h 224"/>
                  <a:gd name="T8" fmla="*/ 68 w 118"/>
                  <a:gd name="T9" fmla="*/ 77 h 224"/>
                  <a:gd name="T10" fmla="*/ 69 w 118"/>
                  <a:gd name="T11" fmla="*/ 75 h 224"/>
                  <a:gd name="T12" fmla="*/ 85 w 118"/>
                  <a:gd name="T13" fmla="*/ 64 h 224"/>
                  <a:gd name="T14" fmla="*/ 24 w 118"/>
                  <a:gd name="T15" fmla="*/ 22 h 224"/>
                  <a:gd name="T16" fmla="*/ 5 w 118"/>
                  <a:gd name="T17" fmla="*/ 6 h 224"/>
                  <a:gd name="T18" fmla="*/ 6 w 118"/>
                  <a:gd name="T19" fmla="*/ 211 h 224"/>
                  <a:gd name="T20" fmla="*/ 79 w 118"/>
                  <a:gd name="T21" fmla="*/ 223 h 224"/>
                  <a:gd name="T22" fmla="*/ 78 w 118"/>
                  <a:gd name="T23" fmla="*/ 223 h 224"/>
                  <a:gd name="T24" fmla="*/ 3 w 118"/>
                  <a:gd name="T25" fmla="*/ 215 h 224"/>
                  <a:gd name="T26" fmla="*/ 2 w 118"/>
                  <a:gd name="T27" fmla="*/ 215 h 224"/>
                  <a:gd name="T28" fmla="*/ 1 w 118"/>
                  <a:gd name="T29" fmla="*/ 212 h 224"/>
                  <a:gd name="T30" fmla="*/ 0 w 118"/>
                  <a:gd name="T31" fmla="*/ 3 h 224"/>
                  <a:gd name="T32" fmla="*/ 1 w 118"/>
                  <a:gd name="T33" fmla="*/ 0 h 224"/>
                  <a:gd name="T34" fmla="*/ 4 w 118"/>
                  <a:gd name="T35" fmla="*/ 0 h 224"/>
                  <a:gd name="T36" fmla="*/ 28 w 118"/>
                  <a:gd name="T37" fmla="*/ 19 h 224"/>
                  <a:gd name="T38" fmla="*/ 91 w 118"/>
                  <a:gd name="T39" fmla="*/ 62 h 224"/>
                  <a:gd name="T40" fmla="*/ 92 w 118"/>
                  <a:gd name="T41" fmla="*/ 64 h 224"/>
                  <a:gd name="T42" fmla="*/ 91 w 118"/>
                  <a:gd name="T43" fmla="*/ 66 h 224"/>
                  <a:gd name="T44" fmla="*/ 76 w 118"/>
                  <a:gd name="T45" fmla="*/ 76 h 224"/>
                  <a:gd name="T46" fmla="*/ 115 w 118"/>
                  <a:gd name="T47" fmla="*/ 91 h 224"/>
                  <a:gd name="T48" fmla="*/ 117 w 118"/>
                  <a:gd name="T49" fmla="*/ 93 h 224"/>
                  <a:gd name="T50" fmla="*/ 81 w 118"/>
                  <a:gd name="T51" fmla="*/ 221 h 224"/>
                  <a:gd name="T52" fmla="*/ 79 w 118"/>
                  <a:gd name="T53" fmla="*/ 22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8" h="224">
                    <a:moveTo>
                      <a:pt x="6" y="211"/>
                    </a:moveTo>
                    <a:lnTo>
                      <a:pt x="77" y="218"/>
                    </a:lnTo>
                    <a:cubicBezTo>
                      <a:pt x="82" y="204"/>
                      <a:pt x="110" y="123"/>
                      <a:pt x="112" y="95"/>
                    </a:cubicBezTo>
                    <a:lnTo>
                      <a:pt x="70" y="79"/>
                    </a:lnTo>
                    <a:cubicBezTo>
                      <a:pt x="69" y="79"/>
                      <a:pt x="68" y="78"/>
                      <a:pt x="68" y="77"/>
                    </a:cubicBezTo>
                    <a:cubicBezTo>
                      <a:pt x="68" y="76"/>
                      <a:pt x="68" y="75"/>
                      <a:pt x="69" y="75"/>
                    </a:cubicBezTo>
                    <a:lnTo>
                      <a:pt x="85" y="64"/>
                    </a:lnTo>
                    <a:cubicBezTo>
                      <a:pt x="72" y="57"/>
                      <a:pt x="32" y="33"/>
                      <a:pt x="24" y="22"/>
                    </a:cubicBezTo>
                    <a:cubicBezTo>
                      <a:pt x="18" y="14"/>
                      <a:pt x="10" y="9"/>
                      <a:pt x="5" y="6"/>
                    </a:cubicBezTo>
                    <a:cubicBezTo>
                      <a:pt x="6" y="33"/>
                      <a:pt x="9" y="179"/>
                      <a:pt x="6" y="211"/>
                    </a:cubicBezTo>
                    <a:close/>
                    <a:moveTo>
                      <a:pt x="79" y="223"/>
                    </a:moveTo>
                    <a:cubicBezTo>
                      <a:pt x="78" y="223"/>
                      <a:pt x="78" y="223"/>
                      <a:pt x="78" y="223"/>
                    </a:cubicBezTo>
                    <a:lnTo>
                      <a:pt x="3" y="215"/>
                    </a:lnTo>
                    <a:lnTo>
                      <a:pt x="2" y="215"/>
                    </a:lnTo>
                    <a:cubicBezTo>
                      <a:pt x="1" y="214"/>
                      <a:pt x="1" y="213"/>
                      <a:pt x="1" y="212"/>
                    </a:cubicBezTo>
                    <a:cubicBezTo>
                      <a:pt x="4" y="186"/>
                      <a:pt x="0" y="4"/>
                      <a:pt x="0" y="3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4" y="0"/>
                      <a:pt x="18" y="6"/>
                      <a:pt x="28" y="19"/>
                    </a:cubicBezTo>
                    <a:cubicBezTo>
                      <a:pt x="36" y="31"/>
                      <a:pt x="90" y="61"/>
                      <a:pt x="91" y="62"/>
                    </a:cubicBezTo>
                    <a:cubicBezTo>
                      <a:pt x="91" y="62"/>
                      <a:pt x="92" y="63"/>
                      <a:pt x="92" y="64"/>
                    </a:cubicBezTo>
                    <a:cubicBezTo>
                      <a:pt x="92" y="64"/>
                      <a:pt x="91" y="65"/>
                      <a:pt x="91" y="66"/>
                    </a:cubicBezTo>
                    <a:lnTo>
                      <a:pt x="76" y="76"/>
                    </a:lnTo>
                    <a:lnTo>
                      <a:pt x="115" y="91"/>
                    </a:lnTo>
                    <a:cubicBezTo>
                      <a:pt x="116" y="91"/>
                      <a:pt x="117" y="92"/>
                      <a:pt x="117" y="93"/>
                    </a:cubicBezTo>
                    <a:cubicBezTo>
                      <a:pt x="117" y="123"/>
                      <a:pt x="82" y="217"/>
                      <a:pt x="81" y="221"/>
                    </a:cubicBezTo>
                    <a:cubicBezTo>
                      <a:pt x="81" y="222"/>
                      <a:pt x="80" y="223"/>
                      <a:pt x="79" y="223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47" name="îṧlîḍê">
                <a:extLst>
                  <a:ext uri="{FF2B5EF4-FFF2-40B4-BE49-F238E27FC236}">
                    <a16:creationId xmlns:a16="http://schemas.microsoft.com/office/drawing/2014/main" id="{CA289C02-ABE8-4A31-8C86-FF4AE5D3025D}"/>
                  </a:ext>
                </a:extLst>
              </p:cNvPr>
              <p:cNvSpPr/>
              <p:nvPr/>
            </p:nvSpPr>
            <p:spPr bwMode="auto">
              <a:xfrm>
                <a:off x="5304323" y="2202702"/>
                <a:ext cx="75475" cy="175356"/>
              </a:xfrm>
              <a:custGeom>
                <a:avLst/>
                <a:gdLst>
                  <a:gd name="T0" fmla="*/ 0 w 34"/>
                  <a:gd name="T1" fmla="*/ 5 h 80"/>
                  <a:gd name="T2" fmla="*/ 17 w 34"/>
                  <a:gd name="T3" fmla="*/ 0 h 80"/>
                  <a:gd name="T4" fmla="*/ 31 w 34"/>
                  <a:gd name="T5" fmla="*/ 10 h 80"/>
                  <a:gd name="T6" fmla="*/ 33 w 34"/>
                  <a:gd name="T7" fmla="*/ 33 h 80"/>
                  <a:gd name="T8" fmla="*/ 28 w 34"/>
                  <a:gd name="T9" fmla="*/ 69 h 80"/>
                  <a:gd name="T10" fmla="*/ 17 w 34"/>
                  <a:gd name="T11" fmla="*/ 79 h 80"/>
                  <a:gd name="T12" fmla="*/ 4 w 34"/>
                  <a:gd name="T13" fmla="*/ 66 h 80"/>
                  <a:gd name="T14" fmla="*/ 5 w 34"/>
                  <a:gd name="T15" fmla="*/ 33 h 80"/>
                  <a:gd name="T16" fmla="*/ 5 w 34"/>
                  <a:gd name="T17" fmla="*/ 9 h 80"/>
                  <a:gd name="T18" fmla="*/ 0 w 34"/>
                  <a:gd name="T19" fmla="*/ 5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" h="80">
                    <a:moveTo>
                      <a:pt x="0" y="5"/>
                    </a:moveTo>
                    <a:cubicBezTo>
                      <a:pt x="0" y="5"/>
                      <a:pt x="16" y="0"/>
                      <a:pt x="17" y="0"/>
                    </a:cubicBezTo>
                    <a:cubicBezTo>
                      <a:pt x="19" y="0"/>
                      <a:pt x="30" y="7"/>
                      <a:pt x="31" y="10"/>
                    </a:cubicBezTo>
                    <a:cubicBezTo>
                      <a:pt x="32" y="12"/>
                      <a:pt x="33" y="30"/>
                      <a:pt x="33" y="33"/>
                    </a:cubicBezTo>
                    <a:cubicBezTo>
                      <a:pt x="33" y="36"/>
                      <a:pt x="28" y="66"/>
                      <a:pt x="28" y="69"/>
                    </a:cubicBezTo>
                    <a:cubicBezTo>
                      <a:pt x="28" y="72"/>
                      <a:pt x="22" y="78"/>
                      <a:pt x="17" y="79"/>
                    </a:cubicBezTo>
                    <a:cubicBezTo>
                      <a:pt x="10" y="79"/>
                      <a:pt x="4" y="72"/>
                      <a:pt x="4" y="66"/>
                    </a:cubicBezTo>
                    <a:cubicBezTo>
                      <a:pt x="3" y="60"/>
                      <a:pt x="4" y="38"/>
                      <a:pt x="5" y="33"/>
                    </a:cubicBezTo>
                    <a:cubicBezTo>
                      <a:pt x="6" y="28"/>
                      <a:pt x="5" y="9"/>
                      <a:pt x="5" y="9"/>
                    </a:cubicBezTo>
                    <a:lnTo>
                      <a:pt x="0" y="5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32500" lnSpcReduction="20000"/>
              </a:bodyPr>
              <a:lstStyle/>
              <a:p>
                <a:endParaRPr lang="en-US"/>
              </a:p>
            </p:txBody>
          </p:sp>
          <p:sp>
            <p:nvSpPr>
              <p:cNvPr id="48" name="ïšļíḋè">
                <a:extLst>
                  <a:ext uri="{FF2B5EF4-FFF2-40B4-BE49-F238E27FC236}">
                    <a16:creationId xmlns:a16="http://schemas.microsoft.com/office/drawing/2014/main" id="{727ACCE9-B4C5-444A-AF75-D06DAB9DD30C}"/>
                  </a:ext>
                </a:extLst>
              </p:cNvPr>
              <p:cNvSpPr/>
              <p:nvPr/>
            </p:nvSpPr>
            <p:spPr bwMode="auto">
              <a:xfrm>
                <a:off x="5294886" y="2192963"/>
                <a:ext cx="84912" cy="185095"/>
              </a:xfrm>
              <a:custGeom>
                <a:avLst/>
                <a:gdLst>
                  <a:gd name="T0" fmla="*/ 19 w 39"/>
                  <a:gd name="T1" fmla="*/ 82 h 83"/>
                  <a:gd name="T2" fmla="*/ 4 w 39"/>
                  <a:gd name="T3" fmla="*/ 68 h 83"/>
                  <a:gd name="T4" fmla="*/ 6 w 39"/>
                  <a:gd name="T5" fmla="*/ 35 h 83"/>
                  <a:gd name="T6" fmla="*/ 5 w 39"/>
                  <a:gd name="T7" fmla="*/ 11 h 83"/>
                  <a:gd name="T8" fmla="*/ 6 w 39"/>
                  <a:gd name="T9" fmla="*/ 8 h 83"/>
                  <a:gd name="T10" fmla="*/ 3 w 39"/>
                  <a:gd name="T11" fmla="*/ 10 h 83"/>
                  <a:gd name="T12" fmla="*/ 0 w 39"/>
                  <a:gd name="T13" fmla="*/ 8 h 83"/>
                  <a:gd name="T14" fmla="*/ 2 w 39"/>
                  <a:gd name="T15" fmla="*/ 5 h 83"/>
                  <a:gd name="T16" fmla="*/ 20 w 39"/>
                  <a:gd name="T17" fmla="*/ 0 h 83"/>
                  <a:gd name="T18" fmla="*/ 35 w 39"/>
                  <a:gd name="T19" fmla="*/ 11 h 83"/>
                  <a:gd name="T20" fmla="*/ 38 w 39"/>
                  <a:gd name="T21" fmla="*/ 35 h 83"/>
                  <a:gd name="T22" fmla="*/ 34 w 39"/>
                  <a:gd name="T23" fmla="*/ 61 h 83"/>
                  <a:gd name="T24" fmla="*/ 33 w 39"/>
                  <a:gd name="T25" fmla="*/ 70 h 83"/>
                  <a:gd name="T26" fmla="*/ 20 w 39"/>
                  <a:gd name="T27" fmla="*/ 82 h 83"/>
                  <a:gd name="T28" fmla="*/ 19 w 39"/>
                  <a:gd name="T29" fmla="*/ 82 h 83"/>
                  <a:gd name="T30" fmla="*/ 7 w 39"/>
                  <a:gd name="T31" fmla="*/ 8 h 83"/>
                  <a:gd name="T32" fmla="*/ 8 w 39"/>
                  <a:gd name="T33" fmla="*/ 8 h 83"/>
                  <a:gd name="T34" fmla="*/ 6 w 39"/>
                  <a:gd name="T35" fmla="*/ 8 h 83"/>
                  <a:gd name="T36" fmla="*/ 7 w 39"/>
                  <a:gd name="T37" fmla="*/ 8 h 83"/>
                  <a:gd name="T38" fmla="*/ 10 w 39"/>
                  <a:gd name="T39" fmla="*/ 11 h 83"/>
                  <a:gd name="T40" fmla="*/ 11 w 39"/>
                  <a:gd name="T41" fmla="*/ 35 h 83"/>
                  <a:gd name="T42" fmla="*/ 9 w 39"/>
                  <a:gd name="T43" fmla="*/ 68 h 83"/>
                  <a:gd name="T44" fmla="*/ 19 w 39"/>
                  <a:gd name="T45" fmla="*/ 78 h 83"/>
                  <a:gd name="T46" fmla="*/ 28 w 39"/>
                  <a:gd name="T47" fmla="*/ 70 h 83"/>
                  <a:gd name="T48" fmla="*/ 29 w 39"/>
                  <a:gd name="T49" fmla="*/ 60 h 83"/>
                  <a:gd name="T50" fmla="*/ 33 w 39"/>
                  <a:gd name="T51" fmla="*/ 35 h 83"/>
                  <a:gd name="T52" fmla="*/ 31 w 39"/>
                  <a:gd name="T53" fmla="*/ 13 h 83"/>
                  <a:gd name="T54" fmla="*/ 19 w 39"/>
                  <a:gd name="T55" fmla="*/ 5 h 83"/>
                  <a:gd name="T56" fmla="*/ 8 w 39"/>
                  <a:gd name="T57" fmla="*/ 8 h 83"/>
                  <a:gd name="T58" fmla="*/ 10 w 39"/>
                  <a:gd name="T59" fmla="*/ 1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9" h="83">
                    <a:moveTo>
                      <a:pt x="19" y="82"/>
                    </a:moveTo>
                    <a:cubicBezTo>
                      <a:pt x="11" y="82"/>
                      <a:pt x="5" y="75"/>
                      <a:pt x="4" y="68"/>
                    </a:cubicBezTo>
                    <a:cubicBezTo>
                      <a:pt x="4" y="62"/>
                      <a:pt x="5" y="40"/>
                      <a:pt x="6" y="35"/>
                    </a:cubicBezTo>
                    <a:cubicBezTo>
                      <a:pt x="6" y="31"/>
                      <a:pt x="5" y="16"/>
                      <a:pt x="5" y="11"/>
                    </a:cubicBezTo>
                    <a:cubicBezTo>
                      <a:pt x="5" y="10"/>
                      <a:pt x="6" y="9"/>
                      <a:pt x="6" y="8"/>
                    </a:cubicBezTo>
                    <a:cubicBezTo>
                      <a:pt x="5" y="9"/>
                      <a:pt x="4" y="9"/>
                      <a:pt x="3" y="10"/>
                    </a:cubicBezTo>
                    <a:cubicBezTo>
                      <a:pt x="2" y="10"/>
                      <a:pt x="1" y="9"/>
                      <a:pt x="0" y="8"/>
                    </a:cubicBezTo>
                    <a:cubicBezTo>
                      <a:pt x="0" y="7"/>
                      <a:pt x="1" y="5"/>
                      <a:pt x="2" y="5"/>
                    </a:cubicBezTo>
                    <a:cubicBezTo>
                      <a:pt x="18" y="0"/>
                      <a:pt x="20" y="0"/>
                      <a:pt x="20" y="0"/>
                    </a:cubicBezTo>
                    <a:cubicBezTo>
                      <a:pt x="22" y="0"/>
                      <a:pt x="34" y="7"/>
                      <a:pt x="35" y="11"/>
                    </a:cubicBezTo>
                    <a:cubicBezTo>
                      <a:pt x="37" y="14"/>
                      <a:pt x="38" y="35"/>
                      <a:pt x="38" y="35"/>
                    </a:cubicBezTo>
                    <a:cubicBezTo>
                      <a:pt x="38" y="37"/>
                      <a:pt x="36" y="47"/>
                      <a:pt x="34" y="61"/>
                    </a:cubicBezTo>
                    <a:cubicBezTo>
                      <a:pt x="33" y="65"/>
                      <a:pt x="33" y="70"/>
                      <a:pt x="33" y="70"/>
                    </a:cubicBezTo>
                    <a:cubicBezTo>
                      <a:pt x="32" y="74"/>
                      <a:pt x="26" y="82"/>
                      <a:pt x="20" y="82"/>
                    </a:cubicBezTo>
                    <a:lnTo>
                      <a:pt x="19" y="82"/>
                    </a:lnTo>
                    <a:close/>
                    <a:moveTo>
                      <a:pt x="7" y="8"/>
                    </a:moveTo>
                    <a:cubicBezTo>
                      <a:pt x="7" y="8"/>
                      <a:pt x="7" y="8"/>
                      <a:pt x="8" y="8"/>
                    </a:cubicBezTo>
                    <a:cubicBezTo>
                      <a:pt x="7" y="8"/>
                      <a:pt x="7" y="8"/>
                      <a:pt x="6" y="8"/>
                    </a:cubicBezTo>
                    <a:cubicBezTo>
                      <a:pt x="7" y="8"/>
                      <a:pt x="7" y="8"/>
                      <a:pt x="7" y="8"/>
                    </a:cubicBezTo>
                    <a:close/>
                    <a:moveTo>
                      <a:pt x="10" y="11"/>
                    </a:moveTo>
                    <a:cubicBezTo>
                      <a:pt x="10" y="13"/>
                      <a:pt x="12" y="30"/>
                      <a:pt x="11" y="35"/>
                    </a:cubicBezTo>
                    <a:cubicBezTo>
                      <a:pt x="10" y="40"/>
                      <a:pt x="9" y="62"/>
                      <a:pt x="9" y="68"/>
                    </a:cubicBezTo>
                    <a:cubicBezTo>
                      <a:pt x="10" y="72"/>
                      <a:pt x="14" y="78"/>
                      <a:pt x="19" y="78"/>
                    </a:cubicBezTo>
                    <a:cubicBezTo>
                      <a:pt x="23" y="77"/>
                      <a:pt x="28" y="72"/>
                      <a:pt x="28" y="70"/>
                    </a:cubicBezTo>
                    <a:cubicBezTo>
                      <a:pt x="28" y="69"/>
                      <a:pt x="28" y="65"/>
                      <a:pt x="29" y="60"/>
                    </a:cubicBezTo>
                    <a:cubicBezTo>
                      <a:pt x="30" y="52"/>
                      <a:pt x="33" y="37"/>
                      <a:pt x="33" y="35"/>
                    </a:cubicBezTo>
                    <a:cubicBezTo>
                      <a:pt x="33" y="31"/>
                      <a:pt x="32" y="15"/>
                      <a:pt x="31" y="13"/>
                    </a:cubicBezTo>
                    <a:cubicBezTo>
                      <a:pt x="30" y="11"/>
                      <a:pt x="22" y="6"/>
                      <a:pt x="19" y="5"/>
                    </a:cubicBezTo>
                    <a:cubicBezTo>
                      <a:pt x="18" y="5"/>
                      <a:pt x="13" y="6"/>
                      <a:pt x="8" y="8"/>
                    </a:cubicBezTo>
                    <a:cubicBezTo>
                      <a:pt x="9" y="8"/>
                      <a:pt x="10" y="9"/>
                      <a:pt x="10" y="11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49" name="isḻïďé">
                <a:extLst>
                  <a:ext uri="{FF2B5EF4-FFF2-40B4-BE49-F238E27FC236}">
                    <a16:creationId xmlns:a16="http://schemas.microsoft.com/office/drawing/2014/main" id="{10CF11C7-EC5F-4E08-8AF4-99F21BABC9FA}"/>
                  </a:ext>
                </a:extLst>
              </p:cNvPr>
              <p:cNvSpPr/>
              <p:nvPr/>
            </p:nvSpPr>
            <p:spPr bwMode="auto">
              <a:xfrm>
                <a:off x="5106199" y="2183218"/>
                <a:ext cx="207556" cy="233808"/>
              </a:xfrm>
              <a:custGeom>
                <a:avLst/>
                <a:gdLst>
                  <a:gd name="T0" fmla="*/ 55 w 95"/>
                  <a:gd name="T1" fmla="*/ 10 h 105"/>
                  <a:gd name="T2" fmla="*/ 70 w 95"/>
                  <a:gd name="T3" fmla="*/ 0 h 105"/>
                  <a:gd name="T4" fmla="*/ 94 w 95"/>
                  <a:gd name="T5" fmla="*/ 18 h 105"/>
                  <a:gd name="T6" fmla="*/ 94 w 95"/>
                  <a:gd name="T7" fmla="*/ 42 h 105"/>
                  <a:gd name="T8" fmla="*/ 92 w 95"/>
                  <a:gd name="T9" fmla="*/ 79 h 105"/>
                  <a:gd name="T10" fmla="*/ 85 w 95"/>
                  <a:gd name="T11" fmla="*/ 103 h 105"/>
                  <a:gd name="T12" fmla="*/ 65 w 95"/>
                  <a:gd name="T13" fmla="*/ 96 h 105"/>
                  <a:gd name="T14" fmla="*/ 66 w 95"/>
                  <a:gd name="T15" fmla="*/ 37 h 105"/>
                  <a:gd name="T16" fmla="*/ 0 w 95"/>
                  <a:gd name="T17" fmla="*/ 36 h 105"/>
                  <a:gd name="T18" fmla="*/ 13 w 95"/>
                  <a:gd name="T19" fmla="*/ 8 h 105"/>
                  <a:gd name="T20" fmla="*/ 36 w 95"/>
                  <a:gd name="T21" fmla="*/ 10 h 105"/>
                  <a:gd name="T22" fmla="*/ 55 w 95"/>
                  <a:gd name="T23" fmla="*/ 1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5" h="105">
                    <a:moveTo>
                      <a:pt x="55" y="10"/>
                    </a:moveTo>
                    <a:cubicBezTo>
                      <a:pt x="55" y="10"/>
                      <a:pt x="68" y="0"/>
                      <a:pt x="70" y="0"/>
                    </a:cubicBezTo>
                    <a:cubicBezTo>
                      <a:pt x="79" y="3"/>
                      <a:pt x="93" y="14"/>
                      <a:pt x="94" y="18"/>
                    </a:cubicBezTo>
                    <a:cubicBezTo>
                      <a:pt x="94" y="21"/>
                      <a:pt x="94" y="38"/>
                      <a:pt x="94" y="42"/>
                    </a:cubicBezTo>
                    <a:cubicBezTo>
                      <a:pt x="93" y="46"/>
                      <a:pt x="92" y="76"/>
                      <a:pt x="92" y="79"/>
                    </a:cubicBezTo>
                    <a:cubicBezTo>
                      <a:pt x="92" y="97"/>
                      <a:pt x="88" y="102"/>
                      <a:pt x="85" y="103"/>
                    </a:cubicBezTo>
                    <a:cubicBezTo>
                      <a:pt x="72" y="104"/>
                      <a:pt x="67" y="99"/>
                      <a:pt x="65" y="96"/>
                    </a:cubicBezTo>
                    <a:cubicBezTo>
                      <a:pt x="64" y="94"/>
                      <a:pt x="66" y="37"/>
                      <a:pt x="66" y="37"/>
                    </a:cubicBezTo>
                    <a:lnTo>
                      <a:pt x="0" y="36"/>
                    </a:lnTo>
                    <a:cubicBezTo>
                      <a:pt x="0" y="36"/>
                      <a:pt x="4" y="13"/>
                      <a:pt x="13" y="8"/>
                    </a:cubicBezTo>
                    <a:cubicBezTo>
                      <a:pt x="16" y="7"/>
                      <a:pt x="33" y="7"/>
                      <a:pt x="36" y="10"/>
                    </a:cubicBezTo>
                    <a:cubicBezTo>
                      <a:pt x="36" y="10"/>
                      <a:pt x="51" y="5"/>
                      <a:pt x="55" y="1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/>
              <a:p>
                <a:endParaRPr lang="en-US"/>
              </a:p>
            </p:txBody>
          </p:sp>
          <p:sp>
            <p:nvSpPr>
              <p:cNvPr id="50" name="íSlïde">
                <a:extLst>
                  <a:ext uri="{FF2B5EF4-FFF2-40B4-BE49-F238E27FC236}">
                    <a16:creationId xmlns:a16="http://schemas.microsoft.com/office/drawing/2014/main" id="{C98DAD8D-7CBC-48E9-BC05-DB8D9BCE7374}"/>
                  </a:ext>
                </a:extLst>
              </p:cNvPr>
              <p:cNvSpPr/>
              <p:nvPr/>
            </p:nvSpPr>
            <p:spPr bwMode="auto">
              <a:xfrm>
                <a:off x="5106201" y="2183218"/>
                <a:ext cx="207556" cy="233808"/>
              </a:xfrm>
              <a:custGeom>
                <a:avLst/>
                <a:gdLst>
                  <a:gd name="T0" fmla="*/ 69 w 99"/>
                  <a:gd name="T1" fmla="*/ 97 h 108"/>
                  <a:gd name="T2" fmla="*/ 81 w 99"/>
                  <a:gd name="T3" fmla="*/ 102 h 108"/>
                  <a:gd name="T4" fmla="*/ 86 w 99"/>
                  <a:gd name="T5" fmla="*/ 102 h 108"/>
                  <a:gd name="T6" fmla="*/ 91 w 99"/>
                  <a:gd name="T7" fmla="*/ 80 h 108"/>
                  <a:gd name="T8" fmla="*/ 92 w 99"/>
                  <a:gd name="T9" fmla="*/ 44 h 108"/>
                  <a:gd name="T10" fmla="*/ 92 w 99"/>
                  <a:gd name="T11" fmla="*/ 19 h 108"/>
                  <a:gd name="T12" fmla="*/ 71 w 99"/>
                  <a:gd name="T13" fmla="*/ 4 h 108"/>
                  <a:gd name="T14" fmla="*/ 58 w 99"/>
                  <a:gd name="T15" fmla="*/ 13 h 108"/>
                  <a:gd name="T16" fmla="*/ 55 w 99"/>
                  <a:gd name="T17" fmla="*/ 12 h 108"/>
                  <a:gd name="T18" fmla="*/ 50 w 99"/>
                  <a:gd name="T19" fmla="*/ 11 h 108"/>
                  <a:gd name="T20" fmla="*/ 38 w 99"/>
                  <a:gd name="T21" fmla="*/ 13 h 108"/>
                  <a:gd name="T22" fmla="*/ 36 w 99"/>
                  <a:gd name="T23" fmla="*/ 13 h 108"/>
                  <a:gd name="T24" fmla="*/ 26 w 99"/>
                  <a:gd name="T25" fmla="*/ 11 h 108"/>
                  <a:gd name="T26" fmla="*/ 16 w 99"/>
                  <a:gd name="T27" fmla="*/ 12 h 108"/>
                  <a:gd name="T28" fmla="*/ 5 w 99"/>
                  <a:gd name="T29" fmla="*/ 35 h 108"/>
                  <a:gd name="T30" fmla="*/ 68 w 99"/>
                  <a:gd name="T31" fmla="*/ 36 h 108"/>
                  <a:gd name="T32" fmla="*/ 69 w 99"/>
                  <a:gd name="T33" fmla="*/ 37 h 108"/>
                  <a:gd name="T34" fmla="*/ 70 w 99"/>
                  <a:gd name="T35" fmla="*/ 38 h 108"/>
                  <a:gd name="T36" fmla="*/ 69 w 99"/>
                  <a:gd name="T37" fmla="*/ 97 h 108"/>
                  <a:gd name="T38" fmla="*/ 81 w 99"/>
                  <a:gd name="T39" fmla="*/ 107 h 108"/>
                  <a:gd name="T40" fmla="*/ 65 w 99"/>
                  <a:gd name="T41" fmla="*/ 99 h 108"/>
                  <a:gd name="T42" fmla="*/ 65 w 99"/>
                  <a:gd name="T43" fmla="*/ 41 h 108"/>
                  <a:gd name="T44" fmla="*/ 2 w 99"/>
                  <a:gd name="T45" fmla="*/ 40 h 108"/>
                  <a:gd name="T46" fmla="*/ 0 w 99"/>
                  <a:gd name="T47" fmla="*/ 39 h 108"/>
                  <a:gd name="T48" fmla="*/ 0 w 99"/>
                  <a:gd name="T49" fmla="*/ 37 h 108"/>
                  <a:gd name="T50" fmla="*/ 14 w 99"/>
                  <a:gd name="T51" fmla="*/ 8 h 108"/>
                  <a:gd name="T52" fmla="*/ 26 w 99"/>
                  <a:gd name="T53" fmla="*/ 7 h 108"/>
                  <a:gd name="T54" fmla="*/ 38 w 99"/>
                  <a:gd name="T55" fmla="*/ 8 h 108"/>
                  <a:gd name="T56" fmla="*/ 50 w 99"/>
                  <a:gd name="T57" fmla="*/ 7 h 108"/>
                  <a:gd name="T58" fmla="*/ 56 w 99"/>
                  <a:gd name="T59" fmla="*/ 8 h 108"/>
                  <a:gd name="T60" fmla="*/ 71 w 99"/>
                  <a:gd name="T61" fmla="*/ 0 h 108"/>
                  <a:gd name="T62" fmla="*/ 72 w 99"/>
                  <a:gd name="T63" fmla="*/ 0 h 108"/>
                  <a:gd name="T64" fmla="*/ 97 w 99"/>
                  <a:gd name="T65" fmla="*/ 18 h 108"/>
                  <a:gd name="T66" fmla="*/ 97 w 99"/>
                  <a:gd name="T67" fmla="*/ 44 h 108"/>
                  <a:gd name="T68" fmla="*/ 95 w 99"/>
                  <a:gd name="T69" fmla="*/ 80 h 108"/>
                  <a:gd name="T70" fmla="*/ 86 w 99"/>
                  <a:gd name="T71" fmla="*/ 107 h 108"/>
                  <a:gd name="T72" fmla="*/ 81 w 99"/>
                  <a:gd name="T73" fmla="*/ 107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9" h="108">
                    <a:moveTo>
                      <a:pt x="69" y="97"/>
                    </a:moveTo>
                    <a:cubicBezTo>
                      <a:pt x="70" y="99"/>
                      <a:pt x="74" y="102"/>
                      <a:pt x="81" y="102"/>
                    </a:cubicBezTo>
                    <a:cubicBezTo>
                      <a:pt x="82" y="102"/>
                      <a:pt x="84" y="102"/>
                      <a:pt x="86" y="102"/>
                    </a:cubicBezTo>
                    <a:cubicBezTo>
                      <a:pt x="87" y="101"/>
                      <a:pt x="91" y="97"/>
                      <a:pt x="91" y="80"/>
                    </a:cubicBezTo>
                    <a:cubicBezTo>
                      <a:pt x="91" y="78"/>
                      <a:pt x="92" y="47"/>
                      <a:pt x="92" y="44"/>
                    </a:cubicBezTo>
                    <a:cubicBezTo>
                      <a:pt x="92" y="39"/>
                      <a:pt x="93" y="22"/>
                      <a:pt x="92" y="19"/>
                    </a:cubicBezTo>
                    <a:cubicBezTo>
                      <a:pt x="92" y="17"/>
                      <a:pt x="80" y="7"/>
                      <a:pt x="71" y="4"/>
                    </a:cubicBezTo>
                    <a:cubicBezTo>
                      <a:pt x="70" y="5"/>
                      <a:pt x="63" y="9"/>
                      <a:pt x="58" y="13"/>
                    </a:cubicBezTo>
                    <a:cubicBezTo>
                      <a:pt x="57" y="14"/>
                      <a:pt x="55" y="14"/>
                      <a:pt x="55" y="12"/>
                    </a:cubicBezTo>
                    <a:cubicBezTo>
                      <a:pt x="54" y="12"/>
                      <a:pt x="53" y="11"/>
                      <a:pt x="50" y="11"/>
                    </a:cubicBezTo>
                    <a:cubicBezTo>
                      <a:pt x="45" y="11"/>
                      <a:pt x="39" y="13"/>
                      <a:pt x="38" y="13"/>
                    </a:cubicBezTo>
                    <a:cubicBezTo>
                      <a:pt x="38" y="14"/>
                      <a:pt x="37" y="14"/>
                      <a:pt x="36" y="13"/>
                    </a:cubicBezTo>
                    <a:cubicBezTo>
                      <a:pt x="36" y="12"/>
                      <a:pt x="33" y="11"/>
                      <a:pt x="26" y="11"/>
                    </a:cubicBezTo>
                    <a:cubicBezTo>
                      <a:pt x="21" y="11"/>
                      <a:pt x="17" y="12"/>
                      <a:pt x="16" y="12"/>
                    </a:cubicBezTo>
                    <a:cubicBezTo>
                      <a:pt x="11" y="15"/>
                      <a:pt x="7" y="28"/>
                      <a:pt x="5" y="35"/>
                    </a:cubicBezTo>
                    <a:lnTo>
                      <a:pt x="68" y="36"/>
                    </a:lnTo>
                    <a:cubicBezTo>
                      <a:pt x="68" y="36"/>
                      <a:pt x="69" y="36"/>
                      <a:pt x="69" y="37"/>
                    </a:cubicBezTo>
                    <a:cubicBezTo>
                      <a:pt x="70" y="37"/>
                      <a:pt x="70" y="38"/>
                      <a:pt x="70" y="38"/>
                    </a:cubicBezTo>
                    <a:cubicBezTo>
                      <a:pt x="69" y="59"/>
                      <a:pt x="68" y="93"/>
                      <a:pt x="69" y="97"/>
                    </a:cubicBezTo>
                    <a:close/>
                    <a:moveTo>
                      <a:pt x="81" y="107"/>
                    </a:moveTo>
                    <a:cubicBezTo>
                      <a:pt x="71" y="107"/>
                      <a:pt x="67" y="102"/>
                      <a:pt x="65" y="99"/>
                    </a:cubicBezTo>
                    <a:cubicBezTo>
                      <a:pt x="63" y="96"/>
                      <a:pt x="64" y="67"/>
                      <a:pt x="65" y="41"/>
                    </a:cubicBezTo>
                    <a:lnTo>
                      <a:pt x="2" y="40"/>
                    </a:lnTo>
                    <a:cubicBezTo>
                      <a:pt x="2" y="40"/>
                      <a:pt x="1" y="39"/>
                      <a:pt x="0" y="39"/>
                    </a:cubicBezTo>
                    <a:cubicBezTo>
                      <a:pt x="0" y="38"/>
                      <a:pt x="0" y="37"/>
                      <a:pt x="0" y="37"/>
                    </a:cubicBezTo>
                    <a:cubicBezTo>
                      <a:pt x="0" y="34"/>
                      <a:pt x="4" y="13"/>
                      <a:pt x="14" y="8"/>
                    </a:cubicBezTo>
                    <a:cubicBezTo>
                      <a:pt x="16" y="7"/>
                      <a:pt x="25" y="7"/>
                      <a:pt x="26" y="7"/>
                    </a:cubicBezTo>
                    <a:cubicBezTo>
                      <a:pt x="32" y="7"/>
                      <a:pt x="36" y="7"/>
                      <a:pt x="38" y="8"/>
                    </a:cubicBezTo>
                    <a:cubicBezTo>
                      <a:pt x="40" y="8"/>
                      <a:pt x="45" y="7"/>
                      <a:pt x="50" y="7"/>
                    </a:cubicBezTo>
                    <a:cubicBezTo>
                      <a:pt x="53" y="7"/>
                      <a:pt x="55" y="7"/>
                      <a:pt x="56" y="8"/>
                    </a:cubicBezTo>
                    <a:cubicBezTo>
                      <a:pt x="62" y="4"/>
                      <a:pt x="69" y="0"/>
                      <a:pt x="71" y="0"/>
                    </a:cubicBezTo>
                    <a:lnTo>
                      <a:pt x="72" y="0"/>
                    </a:lnTo>
                    <a:cubicBezTo>
                      <a:pt x="82" y="2"/>
                      <a:pt x="97" y="14"/>
                      <a:pt x="97" y="18"/>
                    </a:cubicBezTo>
                    <a:cubicBezTo>
                      <a:pt x="98" y="22"/>
                      <a:pt x="97" y="40"/>
                      <a:pt x="97" y="44"/>
                    </a:cubicBezTo>
                    <a:cubicBezTo>
                      <a:pt x="97" y="48"/>
                      <a:pt x="95" y="78"/>
                      <a:pt x="95" y="80"/>
                    </a:cubicBezTo>
                    <a:cubicBezTo>
                      <a:pt x="97" y="103"/>
                      <a:pt x="90" y="106"/>
                      <a:pt x="86" y="107"/>
                    </a:cubicBezTo>
                    <a:cubicBezTo>
                      <a:pt x="84" y="107"/>
                      <a:pt x="83" y="107"/>
                      <a:pt x="81" y="107"/>
                    </a:cubicBezTo>
                    <a:close/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1" name="îślíḋè">
                <a:extLst>
                  <a:ext uri="{FF2B5EF4-FFF2-40B4-BE49-F238E27FC236}">
                    <a16:creationId xmlns:a16="http://schemas.microsoft.com/office/drawing/2014/main" id="{F0ED242A-136D-4DEF-8117-E7B4862DF6B4}"/>
                  </a:ext>
                </a:extLst>
              </p:cNvPr>
              <p:cNvSpPr/>
              <p:nvPr/>
            </p:nvSpPr>
            <p:spPr bwMode="auto">
              <a:xfrm>
                <a:off x="5200543" y="2222186"/>
                <a:ext cx="66043" cy="204585"/>
              </a:xfrm>
              <a:custGeom>
                <a:avLst/>
                <a:gdLst>
                  <a:gd name="T0" fmla="*/ 23 w 30"/>
                  <a:gd name="T1" fmla="*/ 0 h 93"/>
                  <a:gd name="T2" fmla="*/ 28 w 30"/>
                  <a:gd name="T3" fmla="*/ 9 h 93"/>
                  <a:gd name="T4" fmla="*/ 26 w 30"/>
                  <a:gd name="T5" fmla="*/ 50 h 93"/>
                  <a:gd name="T6" fmla="*/ 25 w 30"/>
                  <a:gd name="T7" fmla="*/ 82 h 93"/>
                  <a:gd name="T8" fmla="*/ 16 w 30"/>
                  <a:gd name="T9" fmla="*/ 92 h 93"/>
                  <a:gd name="T10" fmla="*/ 2 w 30"/>
                  <a:gd name="T11" fmla="*/ 85 h 93"/>
                  <a:gd name="T12" fmla="*/ 1 w 30"/>
                  <a:gd name="T13" fmla="*/ 59 h 93"/>
                  <a:gd name="T14" fmla="*/ 3 w 30"/>
                  <a:gd name="T15" fmla="*/ 17 h 93"/>
                  <a:gd name="T16" fmla="*/ 1 w 30"/>
                  <a:gd name="T17" fmla="*/ 4 h 93"/>
                  <a:gd name="T18" fmla="*/ 23 w 30"/>
                  <a:gd name="T19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93">
                    <a:moveTo>
                      <a:pt x="23" y="0"/>
                    </a:moveTo>
                    <a:cubicBezTo>
                      <a:pt x="23" y="0"/>
                      <a:pt x="27" y="7"/>
                      <a:pt x="28" y="9"/>
                    </a:cubicBezTo>
                    <a:cubicBezTo>
                      <a:pt x="29" y="12"/>
                      <a:pt x="26" y="47"/>
                      <a:pt x="26" y="50"/>
                    </a:cubicBezTo>
                    <a:cubicBezTo>
                      <a:pt x="26" y="52"/>
                      <a:pt x="25" y="80"/>
                      <a:pt x="25" y="82"/>
                    </a:cubicBezTo>
                    <a:cubicBezTo>
                      <a:pt x="25" y="84"/>
                      <a:pt x="21" y="92"/>
                      <a:pt x="16" y="92"/>
                    </a:cubicBezTo>
                    <a:cubicBezTo>
                      <a:pt x="11" y="91"/>
                      <a:pt x="4" y="88"/>
                      <a:pt x="2" y="85"/>
                    </a:cubicBezTo>
                    <a:cubicBezTo>
                      <a:pt x="0" y="81"/>
                      <a:pt x="1" y="62"/>
                      <a:pt x="1" y="59"/>
                    </a:cubicBezTo>
                    <a:cubicBezTo>
                      <a:pt x="1" y="54"/>
                      <a:pt x="3" y="18"/>
                      <a:pt x="3" y="17"/>
                    </a:cubicBezTo>
                    <a:cubicBezTo>
                      <a:pt x="3" y="15"/>
                      <a:pt x="1" y="4"/>
                      <a:pt x="1" y="4"/>
                    </a:cubicBezTo>
                    <a:lnTo>
                      <a:pt x="23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/>
              <a:p>
                <a:endParaRPr lang="en-US"/>
              </a:p>
            </p:txBody>
          </p:sp>
          <p:sp>
            <p:nvSpPr>
              <p:cNvPr id="52" name="íṩḻïḍê">
                <a:extLst>
                  <a:ext uri="{FF2B5EF4-FFF2-40B4-BE49-F238E27FC236}">
                    <a16:creationId xmlns:a16="http://schemas.microsoft.com/office/drawing/2014/main" id="{A9F32532-FB6C-4DAC-B633-B309999AB2CF}"/>
                  </a:ext>
                </a:extLst>
              </p:cNvPr>
              <p:cNvSpPr/>
              <p:nvPr/>
            </p:nvSpPr>
            <p:spPr bwMode="auto">
              <a:xfrm>
                <a:off x="5191113" y="2212447"/>
                <a:ext cx="66038" cy="214324"/>
              </a:xfrm>
              <a:custGeom>
                <a:avLst/>
                <a:gdLst>
                  <a:gd name="T0" fmla="*/ 17 w 33"/>
                  <a:gd name="T1" fmla="*/ 97 h 98"/>
                  <a:gd name="T2" fmla="*/ 17 w 33"/>
                  <a:gd name="T3" fmla="*/ 97 h 98"/>
                  <a:gd name="T4" fmla="*/ 1 w 33"/>
                  <a:gd name="T5" fmla="*/ 88 h 98"/>
                  <a:gd name="T6" fmla="*/ 0 w 33"/>
                  <a:gd name="T7" fmla="*/ 69 h 98"/>
                  <a:gd name="T8" fmla="*/ 0 w 33"/>
                  <a:gd name="T9" fmla="*/ 61 h 98"/>
                  <a:gd name="T10" fmla="*/ 1 w 33"/>
                  <a:gd name="T11" fmla="*/ 26 h 98"/>
                  <a:gd name="T12" fmla="*/ 1 w 33"/>
                  <a:gd name="T13" fmla="*/ 20 h 98"/>
                  <a:gd name="T14" fmla="*/ 0 w 33"/>
                  <a:gd name="T15" fmla="*/ 6 h 98"/>
                  <a:gd name="T16" fmla="*/ 2 w 33"/>
                  <a:gd name="T17" fmla="*/ 4 h 98"/>
                  <a:gd name="T18" fmla="*/ 5 w 33"/>
                  <a:gd name="T19" fmla="*/ 6 h 98"/>
                  <a:gd name="T20" fmla="*/ 6 w 33"/>
                  <a:gd name="T21" fmla="*/ 20 h 98"/>
                  <a:gd name="T22" fmla="*/ 6 w 33"/>
                  <a:gd name="T23" fmla="*/ 26 h 98"/>
                  <a:gd name="T24" fmla="*/ 5 w 33"/>
                  <a:gd name="T25" fmla="*/ 61 h 98"/>
                  <a:gd name="T26" fmla="*/ 5 w 33"/>
                  <a:gd name="T27" fmla="*/ 69 h 98"/>
                  <a:gd name="T28" fmla="*/ 5 w 33"/>
                  <a:gd name="T29" fmla="*/ 86 h 98"/>
                  <a:gd name="T30" fmla="*/ 17 w 33"/>
                  <a:gd name="T31" fmla="*/ 92 h 98"/>
                  <a:gd name="T32" fmla="*/ 23 w 33"/>
                  <a:gd name="T33" fmla="*/ 85 h 98"/>
                  <a:gd name="T34" fmla="*/ 24 w 33"/>
                  <a:gd name="T35" fmla="*/ 69 h 98"/>
                  <a:gd name="T36" fmla="*/ 24 w 33"/>
                  <a:gd name="T37" fmla="*/ 52 h 98"/>
                  <a:gd name="T38" fmla="*/ 25 w 33"/>
                  <a:gd name="T39" fmla="*/ 39 h 98"/>
                  <a:gd name="T40" fmla="*/ 27 w 33"/>
                  <a:gd name="T41" fmla="*/ 13 h 98"/>
                  <a:gd name="T42" fmla="*/ 21 w 33"/>
                  <a:gd name="T43" fmla="*/ 4 h 98"/>
                  <a:gd name="T44" fmla="*/ 22 w 33"/>
                  <a:gd name="T45" fmla="*/ 1 h 98"/>
                  <a:gd name="T46" fmla="*/ 26 w 33"/>
                  <a:gd name="T47" fmla="*/ 1 h 98"/>
                  <a:gd name="T48" fmla="*/ 31 w 33"/>
                  <a:gd name="T49" fmla="*/ 11 h 98"/>
                  <a:gd name="T50" fmla="*/ 30 w 33"/>
                  <a:gd name="T51" fmla="*/ 40 h 98"/>
                  <a:gd name="T52" fmla="*/ 29 w 33"/>
                  <a:gd name="T53" fmla="*/ 52 h 98"/>
                  <a:gd name="T54" fmla="*/ 29 w 33"/>
                  <a:gd name="T55" fmla="*/ 69 h 98"/>
                  <a:gd name="T56" fmla="*/ 28 w 33"/>
                  <a:gd name="T57" fmla="*/ 84 h 98"/>
                  <a:gd name="T58" fmla="*/ 25 w 33"/>
                  <a:gd name="T59" fmla="*/ 92 h 98"/>
                  <a:gd name="T60" fmla="*/ 17 w 33"/>
                  <a:gd name="T61" fmla="*/ 97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98">
                    <a:moveTo>
                      <a:pt x="17" y="97"/>
                    </a:moveTo>
                    <a:lnTo>
                      <a:pt x="17" y="97"/>
                    </a:lnTo>
                    <a:cubicBezTo>
                      <a:pt x="11" y="96"/>
                      <a:pt x="4" y="93"/>
                      <a:pt x="1" y="88"/>
                    </a:cubicBezTo>
                    <a:cubicBezTo>
                      <a:pt x="0" y="86"/>
                      <a:pt x="0" y="78"/>
                      <a:pt x="0" y="69"/>
                    </a:cubicBezTo>
                    <a:cubicBezTo>
                      <a:pt x="0" y="65"/>
                      <a:pt x="1" y="63"/>
                      <a:pt x="0" y="61"/>
                    </a:cubicBezTo>
                    <a:cubicBezTo>
                      <a:pt x="0" y="58"/>
                      <a:pt x="1" y="42"/>
                      <a:pt x="1" y="26"/>
                    </a:cubicBezTo>
                    <a:cubicBezTo>
                      <a:pt x="1" y="23"/>
                      <a:pt x="1" y="20"/>
                      <a:pt x="1" y="20"/>
                    </a:cubicBezTo>
                    <a:cubicBezTo>
                      <a:pt x="1" y="19"/>
                      <a:pt x="1" y="11"/>
                      <a:pt x="0" y="6"/>
                    </a:cubicBezTo>
                    <a:cubicBezTo>
                      <a:pt x="0" y="5"/>
                      <a:pt x="1" y="4"/>
                      <a:pt x="2" y="4"/>
                    </a:cubicBezTo>
                    <a:cubicBezTo>
                      <a:pt x="4" y="3"/>
                      <a:pt x="5" y="4"/>
                      <a:pt x="5" y="6"/>
                    </a:cubicBezTo>
                    <a:cubicBezTo>
                      <a:pt x="5" y="8"/>
                      <a:pt x="6" y="18"/>
                      <a:pt x="6" y="20"/>
                    </a:cubicBezTo>
                    <a:cubicBezTo>
                      <a:pt x="6" y="20"/>
                      <a:pt x="6" y="23"/>
                      <a:pt x="6" y="26"/>
                    </a:cubicBezTo>
                    <a:cubicBezTo>
                      <a:pt x="6" y="37"/>
                      <a:pt x="5" y="58"/>
                      <a:pt x="5" y="61"/>
                    </a:cubicBezTo>
                    <a:cubicBezTo>
                      <a:pt x="5" y="62"/>
                      <a:pt x="5" y="65"/>
                      <a:pt x="5" y="69"/>
                    </a:cubicBezTo>
                    <a:cubicBezTo>
                      <a:pt x="5" y="74"/>
                      <a:pt x="5" y="84"/>
                      <a:pt x="5" y="86"/>
                    </a:cubicBezTo>
                    <a:cubicBezTo>
                      <a:pt x="7" y="88"/>
                      <a:pt x="13" y="91"/>
                      <a:pt x="17" y="92"/>
                    </a:cubicBezTo>
                    <a:cubicBezTo>
                      <a:pt x="20" y="92"/>
                      <a:pt x="23" y="86"/>
                      <a:pt x="23" y="85"/>
                    </a:cubicBezTo>
                    <a:cubicBezTo>
                      <a:pt x="23" y="84"/>
                      <a:pt x="23" y="80"/>
                      <a:pt x="24" y="69"/>
                    </a:cubicBezTo>
                    <a:cubicBezTo>
                      <a:pt x="24" y="62"/>
                      <a:pt x="25" y="53"/>
                      <a:pt x="24" y="52"/>
                    </a:cubicBezTo>
                    <a:cubicBezTo>
                      <a:pt x="24" y="51"/>
                      <a:pt x="24" y="49"/>
                      <a:pt x="25" y="39"/>
                    </a:cubicBezTo>
                    <a:cubicBezTo>
                      <a:pt x="26" y="31"/>
                      <a:pt x="27" y="15"/>
                      <a:pt x="27" y="13"/>
                    </a:cubicBezTo>
                    <a:cubicBezTo>
                      <a:pt x="26" y="11"/>
                      <a:pt x="22" y="6"/>
                      <a:pt x="21" y="4"/>
                    </a:cubicBezTo>
                    <a:cubicBezTo>
                      <a:pt x="21" y="3"/>
                      <a:pt x="21" y="1"/>
                      <a:pt x="22" y="1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6" y="2"/>
                      <a:pt x="30" y="8"/>
                      <a:pt x="31" y="11"/>
                    </a:cubicBezTo>
                    <a:cubicBezTo>
                      <a:pt x="32" y="13"/>
                      <a:pt x="32" y="19"/>
                      <a:pt x="30" y="40"/>
                    </a:cubicBezTo>
                    <a:cubicBezTo>
                      <a:pt x="29" y="45"/>
                      <a:pt x="29" y="51"/>
                      <a:pt x="29" y="52"/>
                    </a:cubicBezTo>
                    <a:cubicBezTo>
                      <a:pt x="29" y="53"/>
                      <a:pt x="29" y="58"/>
                      <a:pt x="29" y="69"/>
                    </a:cubicBezTo>
                    <a:cubicBezTo>
                      <a:pt x="29" y="75"/>
                      <a:pt x="28" y="83"/>
                      <a:pt x="28" y="84"/>
                    </a:cubicBezTo>
                    <a:cubicBezTo>
                      <a:pt x="29" y="86"/>
                      <a:pt x="26" y="91"/>
                      <a:pt x="25" y="92"/>
                    </a:cubicBezTo>
                    <a:cubicBezTo>
                      <a:pt x="22" y="95"/>
                      <a:pt x="20" y="97"/>
                      <a:pt x="17" y="97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3" name="iṩliďè">
                <a:extLst>
                  <a:ext uri="{FF2B5EF4-FFF2-40B4-BE49-F238E27FC236}">
                    <a16:creationId xmlns:a16="http://schemas.microsoft.com/office/drawing/2014/main" id="{6ABF136C-EB96-4516-B1A6-462413530A05}"/>
                  </a:ext>
                </a:extLst>
              </p:cNvPr>
              <p:cNvSpPr/>
              <p:nvPr/>
            </p:nvSpPr>
            <p:spPr bwMode="auto">
              <a:xfrm>
                <a:off x="5134507" y="2222186"/>
                <a:ext cx="66038" cy="136388"/>
              </a:xfrm>
              <a:custGeom>
                <a:avLst/>
                <a:gdLst>
                  <a:gd name="T0" fmla="*/ 26 w 31"/>
                  <a:gd name="T1" fmla="*/ 0 h 63"/>
                  <a:gd name="T2" fmla="*/ 30 w 31"/>
                  <a:gd name="T3" fmla="*/ 13 h 63"/>
                  <a:gd name="T4" fmla="*/ 28 w 31"/>
                  <a:gd name="T5" fmla="*/ 61 h 63"/>
                  <a:gd name="T6" fmla="*/ 13 w 31"/>
                  <a:gd name="T7" fmla="*/ 57 h 63"/>
                  <a:gd name="T8" fmla="*/ 10 w 31"/>
                  <a:gd name="T9" fmla="*/ 28 h 63"/>
                  <a:gd name="T10" fmla="*/ 0 w 31"/>
                  <a:gd name="T11" fmla="*/ 17 h 63"/>
                  <a:gd name="T12" fmla="*/ 0 w 31"/>
                  <a:gd name="T13" fmla="*/ 9 h 63"/>
                  <a:gd name="T14" fmla="*/ 26 w 31"/>
                  <a:gd name="T1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63">
                    <a:moveTo>
                      <a:pt x="26" y="0"/>
                    </a:moveTo>
                    <a:cubicBezTo>
                      <a:pt x="26" y="0"/>
                      <a:pt x="29" y="11"/>
                      <a:pt x="30" y="13"/>
                    </a:cubicBezTo>
                    <a:cubicBezTo>
                      <a:pt x="30" y="16"/>
                      <a:pt x="28" y="61"/>
                      <a:pt x="28" y="61"/>
                    </a:cubicBezTo>
                    <a:cubicBezTo>
                      <a:pt x="28" y="61"/>
                      <a:pt x="16" y="62"/>
                      <a:pt x="13" y="57"/>
                    </a:cubicBezTo>
                    <a:cubicBezTo>
                      <a:pt x="11" y="53"/>
                      <a:pt x="10" y="31"/>
                      <a:pt x="10" y="28"/>
                    </a:cubicBezTo>
                    <a:cubicBezTo>
                      <a:pt x="10" y="24"/>
                      <a:pt x="1" y="19"/>
                      <a:pt x="0" y="17"/>
                    </a:cubicBezTo>
                    <a:cubicBezTo>
                      <a:pt x="0" y="15"/>
                      <a:pt x="0" y="9"/>
                      <a:pt x="0" y="9"/>
                    </a:cubicBezTo>
                    <a:lnTo>
                      <a:pt x="26" y="0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54" name="i$lïḍé">
                <a:extLst>
                  <a:ext uri="{FF2B5EF4-FFF2-40B4-BE49-F238E27FC236}">
                    <a16:creationId xmlns:a16="http://schemas.microsoft.com/office/drawing/2014/main" id="{4B7B6198-9245-4F64-A32A-CAE8281702DF}"/>
                  </a:ext>
                </a:extLst>
              </p:cNvPr>
              <p:cNvSpPr/>
              <p:nvPr/>
            </p:nvSpPr>
            <p:spPr bwMode="auto">
              <a:xfrm>
                <a:off x="5134508" y="2212447"/>
                <a:ext cx="75475" cy="146127"/>
              </a:xfrm>
              <a:custGeom>
                <a:avLst/>
                <a:gdLst>
                  <a:gd name="T0" fmla="*/ 29 w 36"/>
                  <a:gd name="T1" fmla="*/ 66 h 67"/>
                  <a:gd name="T2" fmla="*/ 13 w 36"/>
                  <a:gd name="T3" fmla="*/ 61 h 67"/>
                  <a:gd name="T4" fmla="*/ 10 w 36"/>
                  <a:gd name="T5" fmla="*/ 30 h 67"/>
                  <a:gd name="T6" fmla="*/ 5 w 36"/>
                  <a:gd name="T7" fmla="*/ 26 h 67"/>
                  <a:gd name="T8" fmla="*/ 0 w 36"/>
                  <a:gd name="T9" fmla="*/ 21 h 67"/>
                  <a:gd name="T10" fmla="*/ 0 w 36"/>
                  <a:gd name="T11" fmla="*/ 12 h 67"/>
                  <a:gd name="T12" fmla="*/ 2 w 36"/>
                  <a:gd name="T13" fmla="*/ 9 h 67"/>
                  <a:gd name="T14" fmla="*/ 5 w 36"/>
                  <a:gd name="T15" fmla="*/ 12 h 67"/>
                  <a:gd name="T16" fmla="*/ 5 w 36"/>
                  <a:gd name="T17" fmla="*/ 19 h 67"/>
                  <a:gd name="T18" fmla="*/ 8 w 36"/>
                  <a:gd name="T19" fmla="*/ 22 h 67"/>
                  <a:gd name="T20" fmla="*/ 15 w 36"/>
                  <a:gd name="T21" fmla="*/ 30 h 67"/>
                  <a:gd name="T22" fmla="*/ 18 w 36"/>
                  <a:gd name="T23" fmla="*/ 59 h 67"/>
                  <a:gd name="T24" fmla="*/ 28 w 36"/>
                  <a:gd name="T25" fmla="*/ 61 h 67"/>
                  <a:gd name="T26" fmla="*/ 29 w 36"/>
                  <a:gd name="T27" fmla="*/ 17 h 67"/>
                  <a:gd name="T28" fmla="*/ 26 w 36"/>
                  <a:gd name="T29" fmla="*/ 4 h 67"/>
                  <a:gd name="T30" fmla="*/ 27 w 36"/>
                  <a:gd name="T31" fmla="*/ 1 h 67"/>
                  <a:gd name="T32" fmla="*/ 30 w 36"/>
                  <a:gd name="T33" fmla="*/ 3 h 67"/>
                  <a:gd name="T34" fmla="*/ 34 w 36"/>
                  <a:gd name="T35" fmla="*/ 16 h 67"/>
                  <a:gd name="T36" fmla="*/ 33 w 36"/>
                  <a:gd name="T37" fmla="*/ 64 h 67"/>
                  <a:gd name="T38" fmla="*/ 31 w 36"/>
                  <a:gd name="T39" fmla="*/ 66 h 67"/>
                  <a:gd name="T40" fmla="*/ 29 w 36"/>
                  <a:gd name="T41" fmla="*/ 6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67">
                    <a:moveTo>
                      <a:pt x="29" y="66"/>
                    </a:moveTo>
                    <a:cubicBezTo>
                      <a:pt x="25" y="66"/>
                      <a:pt x="16" y="66"/>
                      <a:pt x="13" y="61"/>
                    </a:cubicBezTo>
                    <a:cubicBezTo>
                      <a:pt x="10" y="56"/>
                      <a:pt x="10" y="33"/>
                      <a:pt x="10" y="30"/>
                    </a:cubicBezTo>
                    <a:cubicBezTo>
                      <a:pt x="10" y="29"/>
                      <a:pt x="7" y="27"/>
                      <a:pt x="5" y="26"/>
                    </a:cubicBezTo>
                    <a:cubicBezTo>
                      <a:pt x="2" y="24"/>
                      <a:pt x="1" y="22"/>
                      <a:pt x="0" y="21"/>
                    </a:cubicBezTo>
                    <a:cubicBezTo>
                      <a:pt x="0" y="19"/>
                      <a:pt x="0" y="13"/>
                      <a:pt x="0" y="12"/>
                    </a:cubicBezTo>
                    <a:cubicBezTo>
                      <a:pt x="0" y="10"/>
                      <a:pt x="1" y="9"/>
                      <a:pt x="2" y="9"/>
                    </a:cubicBezTo>
                    <a:cubicBezTo>
                      <a:pt x="3" y="9"/>
                      <a:pt x="5" y="10"/>
                      <a:pt x="5" y="12"/>
                    </a:cubicBezTo>
                    <a:cubicBezTo>
                      <a:pt x="5" y="14"/>
                      <a:pt x="5" y="18"/>
                      <a:pt x="5" y="19"/>
                    </a:cubicBezTo>
                    <a:cubicBezTo>
                      <a:pt x="5" y="20"/>
                      <a:pt x="7" y="21"/>
                      <a:pt x="8" y="22"/>
                    </a:cubicBezTo>
                    <a:cubicBezTo>
                      <a:pt x="11" y="25"/>
                      <a:pt x="15" y="27"/>
                      <a:pt x="15" y="30"/>
                    </a:cubicBezTo>
                    <a:cubicBezTo>
                      <a:pt x="15" y="40"/>
                      <a:pt x="16" y="56"/>
                      <a:pt x="18" y="59"/>
                    </a:cubicBezTo>
                    <a:cubicBezTo>
                      <a:pt x="19" y="60"/>
                      <a:pt x="24" y="61"/>
                      <a:pt x="28" y="61"/>
                    </a:cubicBezTo>
                    <a:cubicBezTo>
                      <a:pt x="29" y="44"/>
                      <a:pt x="29" y="18"/>
                      <a:pt x="29" y="17"/>
                    </a:cubicBezTo>
                    <a:cubicBezTo>
                      <a:pt x="29" y="14"/>
                      <a:pt x="27" y="8"/>
                      <a:pt x="26" y="4"/>
                    </a:cubicBezTo>
                    <a:cubicBezTo>
                      <a:pt x="25" y="3"/>
                      <a:pt x="26" y="1"/>
                      <a:pt x="27" y="1"/>
                    </a:cubicBezTo>
                    <a:cubicBezTo>
                      <a:pt x="29" y="0"/>
                      <a:pt x="30" y="1"/>
                      <a:pt x="30" y="3"/>
                    </a:cubicBezTo>
                    <a:cubicBezTo>
                      <a:pt x="31" y="4"/>
                      <a:pt x="34" y="13"/>
                      <a:pt x="34" y="16"/>
                    </a:cubicBezTo>
                    <a:cubicBezTo>
                      <a:pt x="35" y="19"/>
                      <a:pt x="33" y="56"/>
                      <a:pt x="33" y="64"/>
                    </a:cubicBezTo>
                    <a:cubicBezTo>
                      <a:pt x="33" y="65"/>
                      <a:pt x="32" y="66"/>
                      <a:pt x="31" y="66"/>
                    </a:cubicBezTo>
                    <a:cubicBezTo>
                      <a:pt x="30" y="66"/>
                      <a:pt x="30" y="66"/>
                      <a:pt x="29" y="6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5" name="íṧļïḍê">
                <a:extLst>
                  <a:ext uri="{FF2B5EF4-FFF2-40B4-BE49-F238E27FC236}">
                    <a16:creationId xmlns:a16="http://schemas.microsoft.com/office/drawing/2014/main" id="{BFF1E2D6-558C-4FAF-820B-8EB72D8E9B51}"/>
                  </a:ext>
                </a:extLst>
              </p:cNvPr>
              <p:cNvSpPr/>
              <p:nvPr/>
            </p:nvSpPr>
            <p:spPr bwMode="auto">
              <a:xfrm>
                <a:off x="5209981" y="2329351"/>
                <a:ext cx="47169" cy="19484"/>
              </a:xfrm>
              <a:custGeom>
                <a:avLst/>
                <a:gdLst>
                  <a:gd name="T0" fmla="*/ 15 w 20"/>
                  <a:gd name="T1" fmla="*/ 8 h 9"/>
                  <a:gd name="T2" fmla="*/ 9 w 20"/>
                  <a:gd name="T3" fmla="*/ 6 h 9"/>
                  <a:gd name="T4" fmla="*/ 3 w 20"/>
                  <a:gd name="T5" fmla="*/ 6 h 9"/>
                  <a:gd name="T6" fmla="*/ 0 w 20"/>
                  <a:gd name="T7" fmla="*/ 4 h 9"/>
                  <a:gd name="T8" fmla="*/ 2 w 20"/>
                  <a:gd name="T9" fmla="*/ 1 h 9"/>
                  <a:gd name="T10" fmla="*/ 10 w 20"/>
                  <a:gd name="T11" fmla="*/ 2 h 9"/>
                  <a:gd name="T12" fmla="*/ 16 w 20"/>
                  <a:gd name="T13" fmla="*/ 2 h 9"/>
                  <a:gd name="T14" fmla="*/ 19 w 20"/>
                  <a:gd name="T15" fmla="*/ 4 h 9"/>
                  <a:gd name="T16" fmla="*/ 17 w 20"/>
                  <a:gd name="T17" fmla="*/ 8 h 9"/>
                  <a:gd name="T18" fmla="*/ 15 w 20"/>
                  <a:gd name="T19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9">
                    <a:moveTo>
                      <a:pt x="15" y="8"/>
                    </a:moveTo>
                    <a:cubicBezTo>
                      <a:pt x="13" y="8"/>
                      <a:pt x="11" y="7"/>
                      <a:pt x="9" y="6"/>
                    </a:cubicBezTo>
                    <a:cubicBezTo>
                      <a:pt x="7" y="6"/>
                      <a:pt x="4" y="5"/>
                      <a:pt x="3" y="6"/>
                    </a:cubicBezTo>
                    <a:cubicBezTo>
                      <a:pt x="2" y="6"/>
                      <a:pt x="0" y="5"/>
                      <a:pt x="0" y="4"/>
                    </a:cubicBezTo>
                    <a:cubicBezTo>
                      <a:pt x="0" y="2"/>
                      <a:pt x="0" y="1"/>
                      <a:pt x="2" y="1"/>
                    </a:cubicBezTo>
                    <a:cubicBezTo>
                      <a:pt x="4" y="0"/>
                      <a:pt x="7" y="1"/>
                      <a:pt x="10" y="2"/>
                    </a:cubicBezTo>
                    <a:cubicBezTo>
                      <a:pt x="12" y="2"/>
                      <a:pt x="15" y="3"/>
                      <a:pt x="16" y="2"/>
                    </a:cubicBezTo>
                    <a:cubicBezTo>
                      <a:pt x="17" y="2"/>
                      <a:pt x="18" y="3"/>
                      <a:pt x="19" y="4"/>
                    </a:cubicBezTo>
                    <a:cubicBezTo>
                      <a:pt x="19" y="6"/>
                      <a:pt x="18" y="7"/>
                      <a:pt x="17" y="8"/>
                    </a:cubicBezTo>
                    <a:cubicBezTo>
                      <a:pt x="16" y="8"/>
                      <a:pt x="16" y="8"/>
                      <a:pt x="15" y="8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6" name="îŝḷiďe">
                <a:extLst>
                  <a:ext uri="{FF2B5EF4-FFF2-40B4-BE49-F238E27FC236}">
                    <a16:creationId xmlns:a16="http://schemas.microsoft.com/office/drawing/2014/main" id="{F291A184-FC52-49B8-B747-EBC336ADEBDF}"/>
                  </a:ext>
                </a:extLst>
              </p:cNvPr>
              <p:cNvSpPr/>
              <p:nvPr/>
            </p:nvSpPr>
            <p:spPr bwMode="auto">
              <a:xfrm>
                <a:off x="5219416" y="2251415"/>
                <a:ext cx="37737" cy="9739"/>
              </a:xfrm>
              <a:custGeom>
                <a:avLst/>
                <a:gdLst>
                  <a:gd name="T0" fmla="*/ 16 w 19"/>
                  <a:gd name="T1" fmla="*/ 5 h 6"/>
                  <a:gd name="T2" fmla="*/ 2 w 19"/>
                  <a:gd name="T3" fmla="*/ 5 h 6"/>
                  <a:gd name="T4" fmla="*/ 0 w 19"/>
                  <a:gd name="T5" fmla="*/ 2 h 6"/>
                  <a:gd name="T6" fmla="*/ 2 w 19"/>
                  <a:gd name="T7" fmla="*/ 0 h 6"/>
                  <a:gd name="T8" fmla="*/ 16 w 19"/>
                  <a:gd name="T9" fmla="*/ 0 h 6"/>
                  <a:gd name="T10" fmla="*/ 18 w 19"/>
                  <a:gd name="T11" fmla="*/ 2 h 6"/>
                  <a:gd name="T12" fmla="*/ 16 w 19"/>
                  <a:gd name="T13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16" y="5"/>
                    </a:moveTo>
                    <a:lnTo>
                      <a:pt x="2" y="5"/>
                    </a:ln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16" y="0"/>
                    </a:lnTo>
                    <a:cubicBezTo>
                      <a:pt x="17" y="0"/>
                      <a:pt x="18" y="1"/>
                      <a:pt x="18" y="2"/>
                    </a:cubicBezTo>
                    <a:cubicBezTo>
                      <a:pt x="18" y="4"/>
                      <a:pt x="17" y="5"/>
                      <a:pt x="16" y="5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7" name="îṥļíďê">
                <a:extLst>
                  <a:ext uri="{FF2B5EF4-FFF2-40B4-BE49-F238E27FC236}">
                    <a16:creationId xmlns:a16="http://schemas.microsoft.com/office/drawing/2014/main" id="{207125F1-9733-45F2-A744-92D5A7CE140F}"/>
                  </a:ext>
                </a:extLst>
              </p:cNvPr>
              <p:cNvSpPr/>
              <p:nvPr/>
            </p:nvSpPr>
            <p:spPr bwMode="auto">
              <a:xfrm>
                <a:off x="5276021" y="2222186"/>
                <a:ext cx="37737" cy="19484"/>
              </a:xfrm>
              <a:custGeom>
                <a:avLst/>
                <a:gdLst>
                  <a:gd name="T0" fmla="*/ 16 w 19"/>
                  <a:gd name="T1" fmla="*/ 6 h 7"/>
                  <a:gd name="T2" fmla="*/ 15 w 19"/>
                  <a:gd name="T3" fmla="*/ 6 h 7"/>
                  <a:gd name="T4" fmla="*/ 2 w 19"/>
                  <a:gd name="T5" fmla="*/ 5 h 7"/>
                  <a:gd name="T6" fmla="*/ 0 w 19"/>
                  <a:gd name="T7" fmla="*/ 2 h 7"/>
                  <a:gd name="T8" fmla="*/ 2 w 19"/>
                  <a:gd name="T9" fmla="*/ 0 h 7"/>
                  <a:gd name="T10" fmla="*/ 16 w 19"/>
                  <a:gd name="T11" fmla="*/ 1 h 7"/>
                  <a:gd name="T12" fmla="*/ 18 w 19"/>
                  <a:gd name="T13" fmla="*/ 3 h 7"/>
                  <a:gd name="T14" fmla="*/ 16 w 19"/>
                  <a:gd name="T1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7">
                    <a:moveTo>
                      <a:pt x="16" y="6"/>
                    </a:moveTo>
                    <a:cubicBezTo>
                      <a:pt x="16" y="6"/>
                      <a:pt x="16" y="6"/>
                      <a:pt x="15" y="6"/>
                    </a:cubicBezTo>
                    <a:lnTo>
                      <a:pt x="2" y="5"/>
                    </a:lnTo>
                    <a:cubicBezTo>
                      <a:pt x="0" y="5"/>
                      <a:pt x="0" y="3"/>
                      <a:pt x="0" y="2"/>
                    </a:cubicBezTo>
                    <a:cubicBezTo>
                      <a:pt x="0" y="0"/>
                      <a:pt x="1" y="0"/>
                      <a:pt x="2" y="0"/>
                    </a:cubicBezTo>
                    <a:lnTo>
                      <a:pt x="16" y="1"/>
                    </a:lnTo>
                    <a:cubicBezTo>
                      <a:pt x="17" y="1"/>
                      <a:pt x="18" y="2"/>
                      <a:pt x="18" y="3"/>
                    </a:cubicBezTo>
                    <a:cubicBezTo>
                      <a:pt x="18" y="5"/>
                      <a:pt x="17" y="6"/>
                      <a:pt x="16" y="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8" name="îśḷiďè">
                <a:extLst>
                  <a:ext uri="{FF2B5EF4-FFF2-40B4-BE49-F238E27FC236}">
                    <a16:creationId xmlns:a16="http://schemas.microsoft.com/office/drawing/2014/main" id="{4192E605-627D-420D-B6CA-C9CFF2574260}"/>
                  </a:ext>
                </a:extLst>
              </p:cNvPr>
              <p:cNvSpPr/>
              <p:nvPr/>
            </p:nvSpPr>
            <p:spPr bwMode="auto">
              <a:xfrm>
                <a:off x="5342060" y="2222186"/>
                <a:ext cx="37737" cy="29229"/>
              </a:xfrm>
              <a:custGeom>
                <a:avLst/>
                <a:gdLst>
                  <a:gd name="T0" fmla="*/ 14 w 17"/>
                  <a:gd name="T1" fmla="*/ 11 h 12"/>
                  <a:gd name="T2" fmla="*/ 6 w 17"/>
                  <a:gd name="T3" fmla="*/ 8 h 12"/>
                  <a:gd name="T4" fmla="*/ 2 w 17"/>
                  <a:gd name="T5" fmla="*/ 5 h 12"/>
                  <a:gd name="T6" fmla="*/ 0 w 17"/>
                  <a:gd name="T7" fmla="*/ 3 h 12"/>
                  <a:gd name="T8" fmla="*/ 2 w 17"/>
                  <a:gd name="T9" fmla="*/ 0 h 12"/>
                  <a:gd name="T10" fmla="*/ 9 w 17"/>
                  <a:gd name="T11" fmla="*/ 4 h 12"/>
                  <a:gd name="T12" fmla="*/ 14 w 17"/>
                  <a:gd name="T13" fmla="*/ 6 h 12"/>
                  <a:gd name="T14" fmla="*/ 16 w 17"/>
                  <a:gd name="T15" fmla="*/ 8 h 12"/>
                  <a:gd name="T16" fmla="*/ 14 w 17"/>
                  <a:gd name="T17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2">
                    <a:moveTo>
                      <a:pt x="14" y="11"/>
                    </a:moveTo>
                    <a:cubicBezTo>
                      <a:pt x="11" y="11"/>
                      <a:pt x="9" y="9"/>
                      <a:pt x="6" y="8"/>
                    </a:cubicBezTo>
                    <a:cubicBezTo>
                      <a:pt x="5" y="6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1" y="0"/>
                      <a:pt x="2" y="0"/>
                    </a:cubicBezTo>
                    <a:cubicBezTo>
                      <a:pt x="5" y="0"/>
                      <a:pt x="7" y="2"/>
                      <a:pt x="9" y="4"/>
                    </a:cubicBezTo>
                    <a:cubicBezTo>
                      <a:pt x="11" y="5"/>
                      <a:pt x="12" y="6"/>
                      <a:pt x="14" y="6"/>
                    </a:cubicBezTo>
                    <a:cubicBezTo>
                      <a:pt x="15" y="6"/>
                      <a:pt x="16" y="6"/>
                      <a:pt x="16" y="8"/>
                    </a:cubicBezTo>
                    <a:cubicBezTo>
                      <a:pt x="16" y="9"/>
                      <a:pt x="15" y="11"/>
                      <a:pt x="14" y="11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59" name="ís1ïḓê">
                <a:extLst>
                  <a:ext uri="{FF2B5EF4-FFF2-40B4-BE49-F238E27FC236}">
                    <a16:creationId xmlns:a16="http://schemas.microsoft.com/office/drawing/2014/main" id="{0628440F-F59D-48D6-A921-C9B363E09EE3}"/>
                  </a:ext>
                </a:extLst>
              </p:cNvPr>
              <p:cNvSpPr/>
              <p:nvPr/>
            </p:nvSpPr>
            <p:spPr bwMode="auto">
              <a:xfrm>
                <a:off x="5323191" y="2280638"/>
                <a:ext cx="37737" cy="19484"/>
              </a:xfrm>
              <a:custGeom>
                <a:avLst/>
                <a:gdLst>
                  <a:gd name="T0" fmla="*/ 15 w 18"/>
                  <a:gd name="T1" fmla="*/ 7 h 8"/>
                  <a:gd name="T2" fmla="*/ 14 w 18"/>
                  <a:gd name="T3" fmla="*/ 7 h 8"/>
                  <a:gd name="T4" fmla="*/ 10 w 18"/>
                  <a:gd name="T5" fmla="*/ 7 h 8"/>
                  <a:gd name="T6" fmla="*/ 3 w 18"/>
                  <a:gd name="T7" fmla="*/ 6 h 8"/>
                  <a:gd name="T8" fmla="*/ 0 w 18"/>
                  <a:gd name="T9" fmla="*/ 3 h 8"/>
                  <a:gd name="T10" fmla="*/ 3 w 18"/>
                  <a:gd name="T11" fmla="*/ 0 h 8"/>
                  <a:gd name="T12" fmla="*/ 11 w 18"/>
                  <a:gd name="T13" fmla="*/ 1 h 8"/>
                  <a:gd name="T14" fmla="*/ 15 w 18"/>
                  <a:gd name="T15" fmla="*/ 2 h 8"/>
                  <a:gd name="T16" fmla="*/ 17 w 18"/>
                  <a:gd name="T17" fmla="*/ 5 h 8"/>
                  <a:gd name="T18" fmla="*/ 15 w 18"/>
                  <a:gd name="T1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8">
                    <a:moveTo>
                      <a:pt x="15" y="7"/>
                    </a:moveTo>
                    <a:lnTo>
                      <a:pt x="14" y="7"/>
                    </a:lnTo>
                    <a:cubicBezTo>
                      <a:pt x="13" y="7"/>
                      <a:pt x="12" y="7"/>
                      <a:pt x="10" y="7"/>
                    </a:cubicBezTo>
                    <a:cubicBezTo>
                      <a:pt x="8" y="6"/>
                      <a:pt x="5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6" y="0"/>
                      <a:pt x="9" y="1"/>
                      <a:pt x="11" y="1"/>
                    </a:cubicBezTo>
                    <a:cubicBezTo>
                      <a:pt x="13" y="1"/>
                      <a:pt x="14" y="2"/>
                      <a:pt x="15" y="2"/>
                    </a:cubicBezTo>
                    <a:cubicBezTo>
                      <a:pt x="16" y="2"/>
                      <a:pt x="17" y="4"/>
                      <a:pt x="17" y="5"/>
                    </a:cubicBezTo>
                    <a:cubicBezTo>
                      <a:pt x="17" y="6"/>
                      <a:pt x="16" y="7"/>
                      <a:pt x="15" y="7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60" name="ïŝḻîďè">
                <a:extLst>
                  <a:ext uri="{FF2B5EF4-FFF2-40B4-BE49-F238E27FC236}">
                    <a16:creationId xmlns:a16="http://schemas.microsoft.com/office/drawing/2014/main" id="{24D65EEB-2308-4F9A-80D4-FEAF2C89AB45}"/>
                  </a:ext>
                </a:extLst>
              </p:cNvPr>
              <p:cNvSpPr/>
              <p:nvPr/>
            </p:nvSpPr>
            <p:spPr bwMode="auto">
              <a:xfrm>
                <a:off x="5266570" y="2329351"/>
                <a:ext cx="37737" cy="19484"/>
              </a:xfrm>
              <a:custGeom>
                <a:avLst/>
                <a:gdLst>
                  <a:gd name="T0" fmla="*/ 15 w 19"/>
                  <a:gd name="T1" fmla="*/ 6 h 7"/>
                  <a:gd name="T2" fmla="*/ 15 w 19"/>
                  <a:gd name="T3" fmla="*/ 6 h 7"/>
                  <a:gd name="T4" fmla="*/ 2 w 19"/>
                  <a:gd name="T5" fmla="*/ 5 h 7"/>
                  <a:gd name="T6" fmla="*/ 0 w 19"/>
                  <a:gd name="T7" fmla="*/ 3 h 7"/>
                  <a:gd name="T8" fmla="*/ 2 w 19"/>
                  <a:gd name="T9" fmla="*/ 0 h 7"/>
                  <a:gd name="T10" fmla="*/ 15 w 19"/>
                  <a:gd name="T11" fmla="*/ 1 h 7"/>
                  <a:gd name="T12" fmla="*/ 18 w 19"/>
                  <a:gd name="T13" fmla="*/ 4 h 7"/>
                  <a:gd name="T14" fmla="*/ 15 w 19"/>
                  <a:gd name="T1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7">
                    <a:moveTo>
                      <a:pt x="15" y="6"/>
                    </a:moveTo>
                    <a:lnTo>
                      <a:pt x="15" y="6"/>
                    </a:lnTo>
                    <a:cubicBezTo>
                      <a:pt x="11" y="6"/>
                      <a:pt x="7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7" y="1"/>
                      <a:pt x="18" y="2"/>
                      <a:pt x="18" y="4"/>
                    </a:cubicBezTo>
                    <a:cubicBezTo>
                      <a:pt x="18" y="5"/>
                      <a:pt x="17" y="6"/>
                      <a:pt x="15" y="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61" name="îṥ1ïḍé">
                <a:extLst>
                  <a:ext uri="{FF2B5EF4-FFF2-40B4-BE49-F238E27FC236}">
                    <a16:creationId xmlns:a16="http://schemas.microsoft.com/office/drawing/2014/main" id="{0517DD5C-27BD-46F8-A3F6-915504AD5AB2}"/>
                  </a:ext>
                </a:extLst>
              </p:cNvPr>
              <p:cNvSpPr/>
              <p:nvPr/>
            </p:nvSpPr>
            <p:spPr bwMode="auto">
              <a:xfrm>
                <a:off x="6911675" y="2173663"/>
                <a:ext cx="278404" cy="200504"/>
              </a:xfrm>
              <a:custGeom>
                <a:avLst/>
                <a:gdLst>
                  <a:gd name="T0" fmla="*/ 29 w 127"/>
                  <a:gd name="T1" fmla="*/ 14 h 92"/>
                  <a:gd name="T2" fmla="*/ 24 w 127"/>
                  <a:gd name="T3" fmla="*/ 22 h 92"/>
                  <a:gd name="T4" fmla="*/ 25 w 127"/>
                  <a:gd name="T5" fmla="*/ 38 h 92"/>
                  <a:gd name="T6" fmla="*/ 30 w 127"/>
                  <a:gd name="T7" fmla="*/ 80 h 92"/>
                  <a:gd name="T8" fmla="*/ 17 w 127"/>
                  <a:gd name="T9" fmla="*/ 90 h 92"/>
                  <a:gd name="T10" fmla="*/ 7 w 127"/>
                  <a:gd name="T11" fmla="*/ 77 h 92"/>
                  <a:gd name="T12" fmla="*/ 1 w 127"/>
                  <a:gd name="T13" fmla="*/ 50 h 92"/>
                  <a:gd name="T14" fmla="*/ 4 w 127"/>
                  <a:gd name="T15" fmla="*/ 18 h 92"/>
                  <a:gd name="T16" fmla="*/ 11 w 127"/>
                  <a:gd name="T17" fmla="*/ 9 h 92"/>
                  <a:gd name="T18" fmla="*/ 22 w 127"/>
                  <a:gd name="T19" fmla="*/ 7 h 92"/>
                  <a:gd name="T20" fmla="*/ 39 w 127"/>
                  <a:gd name="T21" fmla="*/ 6 h 92"/>
                  <a:gd name="T22" fmla="*/ 55 w 127"/>
                  <a:gd name="T23" fmla="*/ 2 h 92"/>
                  <a:gd name="T24" fmla="*/ 65 w 127"/>
                  <a:gd name="T25" fmla="*/ 7 h 92"/>
                  <a:gd name="T26" fmla="*/ 81 w 127"/>
                  <a:gd name="T27" fmla="*/ 6 h 92"/>
                  <a:gd name="T28" fmla="*/ 91 w 127"/>
                  <a:gd name="T29" fmla="*/ 13 h 92"/>
                  <a:gd name="T30" fmla="*/ 110 w 127"/>
                  <a:gd name="T31" fmla="*/ 12 h 92"/>
                  <a:gd name="T32" fmla="*/ 126 w 127"/>
                  <a:gd name="T33" fmla="*/ 42 h 92"/>
                  <a:gd name="T34" fmla="*/ 41 w 127"/>
                  <a:gd name="T35" fmla="*/ 42 h 92"/>
                  <a:gd name="T36" fmla="*/ 29 w 127"/>
                  <a:gd name="T37" fmla="*/ 1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7" h="92">
                    <a:moveTo>
                      <a:pt x="29" y="14"/>
                    </a:moveTo>
                    <a:cubicBezTo>
                      <a:pt x="29" y="14"/>
                      <a:pt x="25" y="19"/>
                      <a:pt x="24" y="22"/>
                    </a:cubicBezTo>
                    <a:cubicBezTo>
                      <a:pt x="23" y="25"/>
                      <a:pt x="24" y="33"/>
                      <a:pt x="25" y="38"/>
                    </a:cubicBezTo>
                    <a:cubicBezTo>
                      <a:pt x="26" y="43"/>
                      <a:pt x="30" y="76"/>
                      <a:pt x="30" y="80"/>
                    </a:cubicBezTo>
                    <a:cubicBezTo>
                      <a:pt x="30" y="84"/>
                      <a:pt x="26" y="88"/>
                      <a:pt x="17" y="90"/>
                    </a:cubicBezTo>
                    <a:cubicBezTo>
                      <a:pt x="9" y="91"/>
                      <a:pt x="7" y="77"/>
                      <a:pt x="7" y="77"/>
                    </a:cubicBezTo>
                    <a:cubicBezTo>
                      <a:pt x="7" y="77"/>
                      <a:pt x="2" y="56"/>
                      <a:pt x="1" y="50"/>
                    </a:cubicBezTo>
                    <a:cubicBezTo>
                      <a:pt x="0" y="45"/>
                      <a:pt x="3" y="20"/>
                      <a:pt x="4" y="18"/>
                    </a:cubicBezTo>
                    <a:cubicBezTo>
                      <a:pt x="5" y="16"/>
                      <a:pt x="8" y="12"/>
                      <a:pt x="11" y="9"/>
                    </a:cubicBezTo>
                    <a:cubicBezTo>
                      <a:pt x="13" y="7"/>
                      <a:pt x="22" y="7"/>
                      <a:pt x="22" y="7"/>
                    </a:cubicBezTo>
                    <a:cubicBezTo>
                      <a:pt x="22" y="7"/>
                      <a:pt x="35" y="6"/>
                      <a:pt x="39" y="6"/>
                    </a:cubicBezTo>
                    <a:cubicBezTo>
                      <a:pt x="42" y="7"/>
                      <a:pt x="51" y="0"/>
                      <a:pt x="55" y="2"/>
                    </a:cubicBezTo>
                    <a:cubicBezTo>
                      <a:pt x="59" y="4"/>
                      <a:pt x="65" y="7"/>
                      <a:pt x="65" y="7"/>
                    </a:cubicBezTo>
                    <a:cubicBezTo>
                      <a:pt x="65" y="7"/>
                      <a:pt x="76" y="3"/>
                      <a:pt x="81" y="6"/>
                    </a:cubicBezTo>
                    <a:cubicBezTo>
                      <a:pt x="86" y="8"/>
                      <a:pt x="91" y="13"/>
                      <a:pt x="91" y="13"/>
                    </a:cubicBezTo>
                    <a:cubicBezTo>
                      <a:pt x="91" y="13"/>
                      <a:pt x="106" y="8"/>
                      <a:pt x="110" y="12"/>
                    </a:cubicBezTo>
                    <a:cubicBezTo>
                      <a:pt x="115" y="17"/>
                      <a:pt x="126" y="40"/>
                      <a:pt x="126" y="42"/>
                    </a:cubicBezTo>
                    <a:cubicBezTo>
                      <a:pt x="125" y="42"/>
                      <a:pt x="41" y="42"/>
                      <a:pt x="41" y="42"/>
                    </a:cubicBezTo>
                    <a:lnTo>
                      <a:pt x="29" y="14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62" name="iṧļiḑè">
                <a:extLst>
                  <a:ext uri="{FF2B5EF4-FFF2-40B4-BE49-F238E27FC236}">
                    <a16:creationId xmlns:a16="http://schemas.microsoft.com/office/drawing/2014/main" id="{0519BB9B-FF39-4B0A-B40C-70B1F50C51E9}"/>
                  </a:ext>
                </a:extLst>
              </p:cNvPr>
              <p:cNvSpPr/>
              <p:nvPr/>
            </p:nvSpPr>
            <p:spPr bwMode="auto">
              <a:xfrm>
                <a:off x="6902079" y="2173661"/>
                <a:ext cx="288000" cy="200504"/>
              </a:xfrm>
              <a:custGeom>
                <a:avLst/>
                <a:gdLst>
                  <a:gd name="T0" fmla="*/ 18 w 133"/>
                  <a:gd name="T1" fmla="*/ 93 h 94"/>
                  <a:gd name="T2" fmla="*/ 13 w 133"/>
                  <a:gd name="T3" fmla="*/ 92 h 94"/>
                  <a:gd name="T4" fmla="*/ 6 w 133"/>
                  <a:gd name="T5" fmla="*/ 79 h 94"/>
                  <a:gd name="T6" fmla="*/ 1 w 133"/>
                  <a:gd name="T7" fmla="*/ 52 h 94"/>
                  <a:gd name="T8" fmla="*/ 4 w 133"/>
                  <a:gd name="T9" fmla="*/ 18 h 94"/>
                  <a:gd name="T10" fmla="*/ 11 w 133"/>
                  <a:gd name="T11" fmla="*/ 8 h 94"/>
                  <a:gd name="T12" fmla="*/ 24 w 133"/>
                  <a:gd name="T13" fmla="*/ 6 h 94"/>
                  <a:gd name="T14" fmla="*/ 41 w 133"/>
                  <a:gd name="T15" fmla="*/ 5 h 94"/>
                  <a:gd name="T16" fmla="*/ 47 w 133"/>
                  <a:gd name="T17" fmla="*/ 3 h 94"/>
                  <a:gd name="T18" fmla="*/ 58 w 133"/>
                  <a:gd name="T19" fmla="*/ 1 h 94"/>
                  <a:gd name="T20" fmla="*/ 67 w 133"/>
                  <a:gd name="T21" fmla="*/ 6 h 94"/>
                  <a:gd name="T22" fmla="*/ 84 w 133"/>
                  <a:gd name="T23" fmla="*/ 5 h 94"/>
                  <a:gd name="T24" fmla="*/ 94 w 133"/>
                  <a:gd name="T25" fmla="*/ 11 h 94"/>
                  <a:gd name="T26" fmla="*/ 114 w 133"/>
                  <a:gd name="T27" fmla="*/ 12 h 94"/>
                  <a:gd name="T28" fmla="*/ 130 w 133"/>
                  <a:gd name="T29" fmla="*/ 44 h 94"/>
                  <a:gd name="T30" fmla="*/ 43 w 133"/>
                  <a:gd name="T31" fmla="*/ 45 h 94"/>
                  <a:gd name="T32" fmla="*/ 41 w 133"/>
                  <a:gd name="T33" fmla="*/ 43 h 94"/>
                  <a:gd name="T34" fmla="*/ 43 w 133"/>
                  <a:gd name="T35" fmla="*/ 40 h 94"/>
                  <a:gd name="T36" fmla="*/ 124 w 133"/>
                  <a:gd name="T37" fmla="*/ 40 h 94"/>
                  <a:gd name="T38" fmla="*/ 111 w 133"/>
                  <a:gd name="T39" fmla="*/ 15 h 94"/>
                  <a:gd name="T40" fmla="*/ 94 w 133"/>
                  <a:gd name="T41" fmla="*/ 17 h 94"/>
                  <a:gd name="T42" fmla="*/ 92 w 133"/>
                  <a:gd name="T43" fmla="*/ 16 h 94"/>
                  <a:gd name="T44" fmla="*/ 82 w 133"/>
                  <a:gd name="T45" fmla="*/ 9 h 94"/>
                  <a:gd name="T46" fmla="*/ 68 w 133"/>
                  <a:gd name="T47" fmla="*/ 11 h 94"/>
                  <a:gd name="T48" fmla="*/ 65 w 133"/>
                  <a:gd name="T49" fmla="*/ 10 h 94"/>
                  <a:gd name="T50" fmla="*/ 56 w 133"/>
                  <a:gd name="T51" fmla="*/ 6 h 94"/>
                  <a:gd name="T52" fmla="*/ 48 w 133"/>
                  <a:gd name="T53" fmla="*/ 8 h 94"/>
                  <a:gd name="T54" fmla="*/ 41 w 133"/>
                  <a:gd name="T55" fmla="*/ 10 h 94"/>
                  <a:gd name="T56" fmla="*/ 25 w 133"/>
                  <a:gd name="T57" fmla="*/ 11 h 94"/>
                  <a:gd name="T58" fmla="*/ 24 w 133"/>
                  <a:gd name="T59" fmla="*/ 11 h 94"/>
                  <a:gd name="T60" fmla="*/ 14 w 133"/>
                  <a:gd name="T61" fmla="*/ 12 h 94"/>
                  <a:gd name="T62" fmla="*/ 9 w 133"/>
                  <a:gd name="T63" fmla="*/ 20 h 94"/>
                  <a:gd name="T64" fmla="*/ 6 w 133"/>
                  <a:gd name="T65" fmla="*/ 51 h 94"/>
                  <a:gd name="T66" fmla="*/ 11 w 133"/>
                  <a:gd name="T67" fmla="*/ 78 h 94"/>
                  <a:gd name="T68" fmla="*/ 16 w 133"/>
                  <a:gd name="T69" fmla="*/ 88 h 94"/>
                  <a:gd name="T70" fmla="*/ 19 w 133"/>
                  <a:gd name="T71" fmla="*/ 89 h 94"/>
                  <a:gd name="T72" fmla="*/ 29 w 133"/>
                  <a:gd name="T73" fmla="*/ 81 h 94"/>
                  <a:gd name="T74" fmla="*/ 25 w 133"/>
                  <a:gd name="T75" fmla="*/ 45 h 94"/>
                  <a:gd name="T76" fmla="*/ 25 w 133"/>
                  <a:gd name="T77" fmla="*/ 40 h 94"/>
                  <a:gd name="T78" fmla="*/ 24 w 133"/>
                  <a:gd name="T79" fmla="*/ 37 h 94"/>
                  <a:gd name="T80" fmla="*/ 24 w 133"/>
                  <a:gd name="T81" fmla="*/ 22 h 94"/>
                  <a:gd name="T82" fmla="*/ 30 w 133"/>
                  <a:gd name="T83" fmla="*/ 14 h 94"/>
                  <a:gd name="T84" fmla="*/ 33 w 133"/>
                  <a:gd name="T85" fmla="*/ 14 h 94"/>
                  <a:gd name="T86" fmla="*/ 33 w 133"/>
                  <a:gd name="T87" fmla="*/ 17 h 94"/>
                  <a:gd name="T88" fmla="*/ 28 w 133"/>
                  <a:gd name="T89" fmla="*/ 24 h 94"/>
                  <a:gd name="T90" fmla="*/ 29 w 133"/>
                  <a:gd name="T91" fmla="*/ 36 h 94"/>
                  <a:gd name="T92" fmla="*/ 29 w 133"/>
                  <a:gd name="T93" fmla="*/ 39 h 94"/>
                  <a:gd name="T94" fmla="*/ 30 w 133"/>
                  <a:gd name="T95" fmla="*/ 44 h 94"/>
                  <a:gd name="T96" fmla="*/ 34 w 133"/>
                  <a:gd name="T97" fmla="*/ 81 h 94"/>
                  <a:gd name="T98" fmla="*/ 20 w 133"/>
                  <a:gd name="T99" fmla="*/ 93 h 94"/>
                  <a:gd name="T100" fmla="*/ 18 w 133"/>
                  <a:gd name="T101" fmla="*/ 9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33" h="94">
                    <a:moveTo>
                      <a:pt x="18" y="93"/>
                    </a:moveTo>
                    <a:cubicBezTo>
                      <a:pt x="16" y="93"/>
                      <a:pt x="14" y="93"/>
                      <a:pt x="13" y="92"/>
                    </a:cubicBezTo>
                    <a:cubicBezTo>
                      <a:pt x="7" y="88"/>
                      <a:pt x="6" y="80"/>
                      <a:pt x="6" y="79"/>
                    </a:cubicBezTo>
                    <a:cubicBezTo>
                      <a:pt x="6" y="78"/>
                      <a:pt x="2" y="57"/>
                      <a:pt x="1" y="52"/>
                    </a:cubicBezTo>
                    <a:cubicBezTo>
                      <a:pt x="0" y="46"/>
                      <a:pt x="3" y="20"/>
                      <a:pt x="4" y="18"/>
                    </a:cubicBezTo>
                    <a:cubicBezTo>
                      <a:pt x="5" y="16"/>
                      <a:pt x="7" y="12"/>
                      <a:pt x="11" y="8"/>
                    </a:cubicBezTo>
                    <a:cubicBezTo>
                      <a:pt x="13" y="6"/>
                      <a:pt x="20" y="6"/>
                      <a:pt x="24" y="6"/>
                    </a:cubicBezTo>
                    <a:cubicBezTo>
                      <a:pt x="26" y="6"/>
                      <a:pt x="37" y="5"/>
                      <a:pt x="41" y="5"/>
                    </a:cubicBezTo>
                    <a:cubicBezTo>
                      <a:pt x="42" y="5"/>
                      <a:pt x="44" y="4"/>
                      <a:pt x="47" y="3"/>
                    </a:cubicBezTo>
                    <a:cubicBezTo>
                      <a:pt x="50" y="2"/>
                      <a:pt x="55" y="0"/>
                      <a:pt x="58" y="1"/>
                    </a:cubicBezTo>
                    <a:cubicBezTo>
                      <a:pt x="61" y="2"/>
                      <a:pt x="65" y="4"/>
                      <a:pt x="67" y="6"/>
                    </a:cubicBezTo>
                    <a:cubicBezTo>
                      <a:pt x="71" y="4"/>
                      <a:pt x="80" y="2"/>
                      <a:pt x="84" y="5"/>
                    </a:cubicBezTo>
                    <a:cubicBezTo>
                      <a:pt x="88" y="7"/>
                      <a:pt x="92" y="10"/>
                      <a:pt x="94" y="11"/>
                    </a:cubicBezTo>
                    <a:cubicBezTo>
                      <a:pt x="98" y="10"/>
                      <a:pt x="109" y="7"/>
                      <a:pt x="114" y="12"/>
                    </a:cubicBezTo>
                    <a:cubicBezTo>
                      <a:pt x="116" y="14"/>
                      <a:pt x="132" y="40"/>
                      <a:pt x="130" y="44"/>
                    </a:cubicBezTo>
                    <a:cubicBezTo>
                      <a:pt x="129" y="46"/>
                      <a:pt x="128" y="46"/>
                      <a:pt x="43" y="45"/>
                    </a:cubicBezTo>
                    <a:cubicBezTo>
                      <a:pt x="42" y="45"/>
                      <a:pt x="41" y="44"/>
                      <a:pt x="41" y="43"/>
                    </a:cubicBezTo>
                    <a:cubicBezTo>
                      <a:pt x="41" y="42"/>
                      <a:pt x="42" y="40"/>
                      <a:pt x="43" y="40"/>
                    </a:cubicBezTo>
                    <a:cubicBezTo>
                      <a:pt x="71" y="41"/>
                      <a:pt x="113" y="41"/>
                      <a:pt x="124" y="40"/>
                    </a:cubicBezTo>
                    <a:cubicBezTo>
                      <a:pt x="122" y="34"/>
                      <a:pt x="114" y="19"/>
                      <a:pt x="111" y="15"/>
                    </a:cubicBezTo>
                    <a:cubicBezTo>
                      <a:pt x="108" y="13"/>
                      <a:pt x="99" y="15"/>
                      <a:pt x="94" y="17"/>
                    </a:cubicBezTo>
                    <a:cubicBezTo>
                      <a:pt x="93" y="17"/>
                      <a:pt x="92" y="17"/>
                      <a:pt x="92" y="16"/>
                    </a:cubicBezTo>
                    <a:cubicBezTo>
                      <a:pt x="92" y="16"/>
                      <a:pt x="86" y="12"/>
                      <a:pt x="82" y="9"/>
                    </a:cubicBezTo>
                    <a:cubicBezTo>
                      <a:pt x="79" y="8"/>
                      <a:pt x="72" y="9"/>
                      <a:pt x="68" y="11"/>
                    </a:cubicBezTo>
                    <a:cubicBezTo>
                      <a:pt x="67" y="11"/>
                      <a:pt x="66" y="11"/>
                      <a:pt x="65" y="10"/>
                    </a:cubicBezTo>
                    <a:cubicBezTo>
                      <a:pt x="65" y="10"/>
                      <a:pt x="60" y="7"/>
                      <a:pt x="56" y="6"/>
                    </a:cubicBezTo>
                    <a:cubicBezTo>
                      <a:pt x="55" y="5"/>
                      <a:pt x="51" y="7"/>
                      <a:pt x="48" y="8"/>
                    </a:cubicBezTo>
                    <a:cubicBezTo>
                      <a:pt x="45" y="9"/>
                      <a:pt x="43" y="10"/>
                      <a:pt x="41" y="10"/>
                    </a:cubicBezTo>
                    <a:cubicBezTo>
                      <a:pt x="38" y="10"/>
                      <a:pt x="28" y="11"/>
                      <a:pt x="25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0" y="11"/>
                      <a:pt x="16" y="11"/>
                      <a:pt x="14" y="12"/>
                    </a:cubicBezTo>
                    <a:cubicBezTo>
                      <a:pt x="11" y="15"/>
                      <a:pt x="10" y="18"/>
                      <a:pt x="9" y="20"/>
                    </a:cubicBezTo>
                    <a:cubicBezTo>
                      <a:pt x="8" y="22"/>
                      <a:pt x="5" y="46"/>
                      <a:pt x="6" y="51"/>
                    </a:cubicBezTo>
                    <a:cubicBezTo>
                      <a:pt x="7" y="57"/>
                      <a:pt x="11" y="78"/>
                      <a:pt x="11" y="78"/>
                    </a:cubicBezTo>
                    <a:cubicBezTo>
                      <a:pt x="11" y="80"/>
                      <a:pt x="13" y="86"/>
                      <a:pt x="16" y="88"/>
                    </a:cubicBezTo>
                    <a:cubicBezTo>
                      <a:pt x="17" y="89"/>
                      <a:pt x="18" y="89"/>
                      <a:pt x="19" y="89"/>
                    </a:cubicBezTo>
                    <a:cubicBezTo>
                      <a:pt x="26" y="87"/>
                      <a:pt x="29" y="84"/>
                      <a:pt x="29" y="81"/>
                    </a:cubicBezTo>
                    <a:cubicBezTo>
                      <a:pt x="30" y="78"/>
                      <a:pt x="26" y="54"/>
                      <a:pt x="25" y="45"/>
                    </a:cubicBezTo>
                    <a:cubicBezTo>
                      <a:pt x="25" y="43"/>
                      <a:pt x="25" y="40"/>
                      <a:pt x="25" y="40"/>
                    </a:cubicBezTo>
                    <a:cubicBezTo>
                      <a:pt x="25" y="39"/>
                      <a:pt x="24" y="38"/>
                      <a:pt x="24" y="37"/>
                    </a:cubicBezTo>
                    <a:cubicBezTo>
                      <a:pt x="23" y="30"/>
                      <a:pt x="23" y="25"/>
                      <a:pt x="24" y="22"/>
                    </a:cubicBezTo>
                    <a:cubicBezTo>
                      <a:pt x="25" y="19"/>
                      <a:pt x="29" y="14"/>
                      <a:pt x="30" y="14"/>
                    </a:cubicBezTo>
                    <a:cubicBezTo>
                      <a:pt x="30" y="13"/>
                      <a:pt x="32" y="13"/>
                      <a:pt x="33" y="14"/>
                    </a:cubicBezTo>
                    <a:cubicBezTo>
                      <a:pt x="34" y="14"/>
                      <a:pt x="34" y="16"/>
                      <a:pt x="33" y="17"/>
                    </a:cubicBezTo>
                    <a:cubicBezTo>
                      <a:pt x="32" y="18"/>
                      <a:pt x="29" y="22"/>
                      <a:pt x="28" y="24"/>
                    </a:cubicBezTo>
                    <a:cubicBezTo>
                      <a:pt x="28" y="26"/>
                      <a:pt x="28" y="32"/>
                      <a:pt x="29" y="36"/>
                    </a:cubicBezTo>
                    <a:cubicBezTo>
                      <a:pt x="29" y="37"/>
                      <a:pt x="29" y="38"/>
                      <a:pt x="29" y="39"/>
                    </a:cubicBezTo>
                    <a:cubicBezTo>
                      <a:pt x="29" y="40"/>
                      <a:pt x="30" y="42"/>
                      <a:pt x="30" y="44"/>
                    </a:cubicBezTo>
                    <a:cubicBezTo>
                      <a:pt x="33" y="65"/>
                      <a:pt x="35" y="78"/>
                      <a:pt x="34" y="81"/>
                    </a:cubicBezTo>
                    <a:cubicBezTo>
                      <a:pt x="34" y="84"/>
                      <a:pt x="33" y="91"/>
                      <a:pt x="20" y="93"/>
                    </a:cubicBezTo>
                    <a:cubicBezTo>
                      <a:pt x="19" y="93"/>
                      <a:pt x="19" y="93"/>
                      <a:pt x="18" y="93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63" name="ïşlíḋe">
                <a:extLst>
                  <a:ext uri="{FF2B5EF4-FFF2-40B4-BE49-F238E27FC236}">
                    <a16:creationId xmlns:a16="http://schemas.microsoft.com/office/drawing/2014/main" id="{8285300B-0607-4C1A-9B9B-D162398B3CBA}"/>
                  </a:ext>
                </a:extLst>
              </p:cNvPr>
              <p:cNvSpPr/>
              <p:nvPr/>
            </p:nvSpPr>
            <p:spPr bwMode="auto">
              <a:xfrm>
                <a:off x="6959678" y="2202302"/>
                <a:ext cx="76800" cy="190959"/>
              </a:xfrm>
              <a:custGeom>
                <a:avLst/>
                <a:gdLst>
                  <a:gd name="T0" fmla="*/ 28 w 35"/>
                  <a:gd name="T1" fmla="*/ 4 h 87"/>
                  <a:gd name="T2" fmla="*/ 29 w 35"/>
                  <a:gd name="T3" fmla="*/ 26 h 87"/>
                  <a:gd name="T4" fmla="*/ 32 w 35"/>
                  <a:gd name="T5" fmla="*/ 49 h 87"/>
                  <a:gd name="T6" fmla="*/ 33 w 35"/>
                  <a:gd name="T7" fmla="*/ 73 h 87"/>
                  <a:gd name="T8" fmla="*/ 28 w 35"/>
                  <a:gd name="T9" fmla="*/ 85 h 87"/>
                  <a:gd name="T10" fmla="*/ 16 w 35"/>
                  <a:gd name="T11" fmla="*/ 81 h 87"/>
                  <a:gd name="T12" fmla="*/ 8 w 35"/>
                  <a:gd name="T13" fmla="*/ 64 h 87"/>
                  <a:gd name="T14" fmla="*/ 3 w 35"/>
                  <a:gd name="T15" fmla="*/ 27 h 87"/>
                  <a:gd name="T16" fmla="*/ 1 w 35"/>
                  <a:gd name="T17" fmla="*/ 9 h 87"/>
                  <a:gd name="T18" fmla="*/ 11 w 35"/>
                  <a:gd name="T19" fmla="*/ 0 h 87"/>
                  <a:gd name="T20" fmla="*/ 28 w 35"/>
                  <a:gd name="T21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" h="87">
                    <a:moveTo>
                      <a:pt x="28" y="4"/>
                    </a:moveTo>
                    <a:cubicBezTo>
                      <a:pt x="28" y="4"/>
                      <a:pt x="29" y="23"/>
                      <a:pt x="29" y="26"/>
                    </a:cubicBezTo>
                    <a:cubicBezTo>
                      <a:pt x="29" y="30"/>
                      <a:pt x="32" y="46"/>
                      <a:pt x="32" y="49"/>
                    </a:cubicBezTo>
                    <a:cubicBezTo>
                      <a:pt x="32" y="52"/>
                      <a:pt x="33" y="70"/>
                      <a:pt x="33" y="73"/>
                    </a:cubicBezTo>
                    <a:cubicBezTo>
                      <a:pt x="34" y="76"/>
                      <a:pt x="32" y="84"/>
                      <a:pt x="28" y="85"/>
                    </a:cubicBezTo>
                    <a:cubicBezTo>
                      <a:pt x="24" y="86"/>
                      <a:pt x="19" y="84"/>
                      <a:pt x="16" y="81"/>
                    </a:cubicBezTo>
                    <a:cubicBezTo>
                      <a:pt x="13" y="79"/>
                      <a:pt x="8" y="66"/>
                      <a:pt x="8" y="64"/>
                    </a:cubicBezTo>
                    <a:cubicBezTo>
                      <a:pt x="9" y="61"/>
                      <a:pt x="3" y="29"/>
                      <a:pt x="3" y="27"/>
                    </a:cubicBezTo>
                    <a:cubicBezTo>
                      <a:pt x="3" y="24"/>
                      <a:pt x="0" y="11"/>
                      <a:pt x="1" y="9"/>
                    </a:cubicBezTo>
                    <a:cubicBezTo>
                      <a:pt x="3" y="1"/>
                      <a:pt x="11" y="0"/>
                      <a:pt x="11" y="0"/>
                    </a:cubicBezTo>
                    <a:lnTo>
                      <a:pt x="28" y="4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64" name="ï$ḻiḑe">
                <a:extLst>
                  <a:ext uri="{FF2B5EF4-FFF2-40B4-BE49-F238E27FC236}">
                    <a16:creationId xmlns:a16="http://schemas.microsoft.com/office/drawing/2014/main" id="{CC1F846F-DE18-457D-8CDB-BDBAAE91457D}"/>
                  </a:ext>
                </a:extLst>
              </p:cNvPr>
              <p:cNvSpPr/>
              <p:nvPr/>
            </p:nvSpPr>
            <p:spPr bwMode="auto">
              <a:xfrm>
                <a:off x="6959678" y="2192755"/>
                <a:ext cx="86397" cy="200504"/>
              </a:xfrm>
              <a:custGeom>
                <a:avLst/>
                <a:gdLst>
                  <a:gd name="T0" fmla="*/ 27 w 39"/>
                  <a:gd name="T1" fmla="*/ 90 h 91"/>
                  <a:gd name="T2" fmla="*/ 16 w 39"/>
                  <a:gd name="T3" fmla="*/ 86 h 91"/>
                  <a:gd name="T4" fmla="*/ 8 w 39"/>
                  <a:gd name="T5" fmla="*/ 66 h 91"/>
                  <a:gd name="T6" fmla="*/ 5 w 39"/>
                  <a:gd name="T7" fmla="*/ 42 h 91"/>
                  <a:gd name="T8" fmla="*/ 3 w 39"/>
                  <a:gd name="T9" fmla="*/ 30 h 91"/>
                  <a:gd name="T10" fmla="*/ 2 w 39"/>
                  <a:gd name="T11" fmla="*/ 24 h 91"/>
                  <a:gd name="T12" fmla="*/ 1 w 39"/>
                  <a:gd name="T13" fmla="*/ 11 h 91"/>
                  <a:gd name="T14" fmla="*/ 13 w 39"/>
                  <a:gd name="T15" fmla="*/ 0 h 91"/>
                  <a:gd name="T16" fmla="*/ 15 w 39"/>
                  <a:gd name="T17" fmla="*/ 2 h 91"/>
                  <a:gd name="T18" fmla="*/ 13 w 39"/>
                  <a:gd name="T19" fmla="*/ 5 h 91"/>
                  <a:gd name="T20" fmla="*/ 5 w 39"/>
                  <a:gd name="T21" fmla="*/ 12 h 91"/>
                  <a:gd name="T22" fmla="*/ 7 w 39"/>
                  <a:gd name="T23" fmla="*/ 23 h 91"/>
                  <a:gd name="T24" fmla="*/ 8 w 39"/>
                  <a:gd name="T25" fmla="*/ 30 h 91"/>
                  <a:gd name="T26" fmla="*/ 9 w 39"/>
                  <a:gd name="T27" fmla="*/ 42 h 91"/>
                  <a:gd name="T28" fmla="*/ 13 w 39"/>
                  <a:gd name="T29" fmla="*/ 67 h 91"/>
                  <a:gd name="T30" fmla="*/ 19 w 39"/>
                  <a:gd name="T31" fmla="*/ 82 h 91"/>
                  <a:gd name="T32" fmla="*/ 29 w 39"/>
                  <a:gd name="T33" fmla="*/ 85 h 91"/>
                  <a:gd name="T34" fmla="*/ 33 w 39"/>
                  <a:gd name="T35" fmla="*/ 76 h 91"/>
                  <a:gd name="T36" fmla="*/ 31 w 39"/>
                  <a:gd name="T37" fmla="*/ 52 h 91"/>
                  <a:gd name="T38" fmla="*/ 29 w 39"/>
                  <a:gd name="T39" fmla="*/ 39 h 91"/>
                  <a:gd name="T40" fmla="*/ 28 w 39"/>
                  <a:gd name="T41" fmla="*/ 29 h 91"/>
                  <a:gd name="T42" fmla="*/ 27 w 39"/>
                  <a:gd name="T43" fmla="*/ 7 h 91"/>
                  <a:gd name="T44" fmla="*/ 29 w 39"/>
                  <a:gd name="T45" fmla="*/ 4 h 91"/>
                  <a:gd name="T46" fmla="*/ 32 w 39"/>
                  <a:gd name="T47" fmla="*/ 7 h 91"/>
                  <a:gd name="T48" fmla="*/ 33 w 39"/>
                  <a:gd name="T49" fmla="*/ 29 h 91"/>
                  <a:gd name="T50" fmla="*/ 34 w 39"/>
                  <a:gd name="T51" fmla="*/ 39 h 91"/>
                  <a:gd name="T52" fmla="*/ 36 w 39"/>
                  <a:gd name="T53" fmla="*/ 52 h 91"/>
                  <a:gd name="T54" fmla="*/ 38 w 39"/>
                  <a:gd name="T55" fmla="*/ 75 h 91"/>
                  <a:gd name="T56" fmla="*/ 30 w 39"/>
                  <a:gd name="T57" fmla="*/ 90 h 91"/>
                  <a:gd name="T58" fmla="*/ 27 w 39"/>
                  <a:gd name="T59" fmla="*/ 9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9" h="91">
                    <a:moveTo>
                      <a:pt x="27" y="90"/>
                    </a:moveTo>
                    <a:cubicBezTo>
                      <a:pt x="23" y="90"/>
                      <a:pt x="19" y="88"/>
                      <a:pt x="16" y="86"/>
                    </a:cubicBezTo>
                    <a:cubicBezTo>
                      <a:pt x="13" y="83"/>
                      <a:pt x="7" y="69"/>
                      <a:pt x="8" y="66"/>
                    </a:cubicBezTo>
                    <a:cubicBezTo>
                      <a:pt x="8" y="64"/>
                      <a:pt x="6" y="51"/>
                      <a:pt x="5" y="42"/>
                    </a:cubicBezTo>
                    <a:cubicBezTo>
                      <a:pt x="4" y="34"/>
                      <a:pt x="3" y="31"/>
                      <a:pt x="3" y="30"/>
                    </a:cubicBezTo>
                    <a:cubicBezTo>
                      <a:pt x="3" y="29"/>
                      <a:pt x="3" y="26"/>
                      <a:pt x="2" y="24"/>
                    </a:cubicBezTo>
                    <a:cubicBezTo>
                      <a:pt x="1" y="16"/>
                      <a:pt x="0" y="12"/>
                      <a:pt x="1" y="11"/>
                    </a:cubicBezTo>
                    <a:cubicBezTo>
                      <a:pt x="3" y="1"/>
                      <a:pt x="12" y="0"/>
                      <a:pt x="13" y="0"/>
                    </a:cubicBezTo>
                    <a:cubicBezTo>
                      <a:pt x="14" y="0"/>
                      <a:pt x="15" y="1"/>
                      <a:pt x="15" y="2"/>
                    </a:cubicBezTo>
                    <a:cubicBezTo>
                      <a:pt x="16" y="3"/>
                      <a:pt x="15" y="5"/>
                      <a:pt x="13" y="5"/>
                    </a:cubicBezTo>
                    <a:cubicBezTo>
                      <a:pt x="13" y="5"/>
                      <a:pt x="7" y="6"/>
                      <a:pt x="5" y="12"/>
                    </a:cubicBezTo>
                    <a:cubicBezTo>
                      <a:pt x="5" y="13"/>
                      <a:pt x="6" y="20"/>
                      <a:pt x="7" y="23"/>
                    </a:cubicBezTo>
                    <a:cubicBezTo>
                      <a:pt x="7" y="27"/>
                      <a:pt x="8" y="29"/>
                      <a:pt x="8" y="30"/>
                    </a:cubicBezTo>
                    <a:cubicBezTo>
                      <a:pt x="8" y="31"/>
                      <a:pt x="9" y="37"/>
                      <a:pt x="9" y="42"/>
                    </a:cubicBezTo>
                    <a:cubicBezTo>
                      <a:pt x="13" y="60"/>
                      <a:pt x="13" y="65"/>
                      <a:pt x="13" y="67"/>
                    </a:cubicBezTo>
                    <a:cubicBezTo>
                      <a:pt x="13" y="69"/>
                      <a:pt x="17" y="80"/>
                      <a:pt x="19" y="82"/>
                    </a:cubicBezTo>
                    <a:cubicBezTo>
                      <a:pt x="22" y="85"/>
                      <a:pt x="26" y="86"/>
                      <a:pt x="29" y="85"/>
                    </a:cubicBezTo>
                    <a:cubicBezTo>
                      <a:pt x="31" y="85"/>
                      <a:pt x="33" y="79"/>
                      <a:pt x="33" y="76"/>
                    </a:cubicBezTo>
                    <a:cubicBezTo>
                      <a:pt x="32" y="73"/>
                      <a:pt x="31" y="54"/>
                      <a:pt x="31" y="52"/>
                    </a:cubicBezTo>
                    <a:cubicBezTo>
                      <a:pt x="31" y="50"/>
                      <a:pt x="30" y="44"/>
                      <a:pt x="29" y="39"/>
                    </a:cubicBezTo>
                    <a:cubicBezTo>
                      <a:pt x="29" y="35"/>
                      <a:pt x="28" y="31"/>
                      <a:pt x="28" y="29"/>
                    </a:cubicBezTo>
                    <a:cubicBezTo>
                      <a:pt x="28" y="26"/>
                      <a:pt x="27" y="7"/>
                      <a:pt x="27" y="7"/>
                    </a:cubicBezTo>
                    <a:cubicBezTo>
                      <a:pt x="27" y="5"/>
                      <a:pt x="28" y="4"/>
                      <a:pt x="29" y="4"/>
                    </a:cubicBezTo>
                    <a:cubicBezTo>
                      <a:pt x="30" y="4"/>
                      <a:pt x="32" y="5"/>
                      <a:pt x="32" y="7"/>
                    </a:cubicBezTo>
                    <a:cubicBezTo>
                      <a:pt x="32" y="7"/>
                      <a:pt x="33" y="25"/>
                      <a:pt x="33" y="29"/>
                    </a:cubicBezTo>
                    <a:cubicBezTo>
                      <a:pt x="33" y="31"/>
                      <a:pt x="34" y="35"/>
                      <a:pt x="34" y="39"/>
                    </a:cubicBezTo>
                    <a:cubicBezTo>
                      <a:pt x="35" y="45"/>
                      <a:pt x="36" y="50"/>
                      <a:pt x="36" y="52"/>
                    </a:cubicBezTo>
                    <a:cubicBezTo>
                      <a:pt x="36" y="54"/>
                      <a:pt x="37" y="73"/>
                      <a:pt x="38" y="75"/>
                    </a:cubicBezTo>
                    <a:cubicBezTo>
                      <a:pt x="38" y="80"/>
                      <a:pt x="36" y="88"/>
                      <a:pt x="30" y="90"/>
                    </a:cubicBezTo>
                    <a:cubicBezTo>
                      <a:pt x="29" y="90"/>
                      <a:pt x="28" y="90"/>
                      <a:pt x="27" y="90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65" name="ïṧ1ïḍè">
                <a:extLst>
                  <a:ext uri="{FF2B5EF4-FFF2-40B4-BE49-F238E27FC236}">
                    <a16:creationId xmlns:a16="http://schemas.microsoft.com/office/drawing/2014/main" id="{C3FB0515-594D-44CA-8F81-D4536913B3BB}"/>
                  </a:ext>
                </a:extLst>
              </p:cNvPr>
              <p:cNvSpPr/>
              <p:nvPr/>
            </p:nvSpPr>
            <p:spPr bwMode="auto">
              <a:xfrm>
                <a:off x="7017278" y="2211850"/>
                <a:ext cx="67197" cy="181408"/>
              </a:xfrm>
              <a:custGeom>
                <a:avLst/>
                <a:gdLst>
                  <a:gd name="T0" fmla="*/ 31 w 32"/>
                  <a:gd name="T1" fmla="*/ 3 h 82"/>
                  <a:gd name="T2" fmla="*/ 28 w 32"/>
                  <a:gd name="T3" fmla="*/ 28 h 82"/>
                  <a:gd name="T4" fmla="*/ 29 w 32"/>
                  <a:gd name="T5" fmla="*/ 54 h 82"/>
                  <a:gd name="T6" fmla="*/ 28 w 32"/>
                  <a:gd name="T7" fmla="*/ 73 h 82"/>
                  <a:gd name="T8" fmla="*/ 12 w 32"/>
                  <a:gd name="T9" fmla="*/ 78 h 82"/>
                  <a:gd name="T10" fmla="*/ 6 w 32"/>
                  <a:gd name="T11" fmla="*/ 51 h 82"/>
                  <a:gd name="T12" fmla="*/ 2 w 32"/>
                  <a:gd name="T13" fmla="*/ 19 h 82"/>
                  <a:gd name="T14" fmla="*/ 5 w 32"/>
                  <a:gd name="T15" fmla="*/ 0 h 82"/>
                  <a:gd name="T16" fmla="*/ 31 w 32"/>
                  <a:gd name="T17" fmla="*/ 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82">
                    <a:moveTo>
                      <a:pt x="31" y="3"/>
                    </a:moveTo>
                    <a:cubicBezTo>
                      <a:pt x="31" y="3"/>
                      <a:pt x="26" y="22"/>
                      <a:pt x="28" y="28"/>
                    </a:cubicBezTo>
                    <a:cubicBezTo>
                      <a:pt x="29" y="31"/>
                      <a:pt x="28" y="49"/>
                      <a:pt x="29" y="54"/>
                    </a:cubicBezTo>
                    <a:cubicBezTo>
                      <a:pt x="31" y="57"/>
                      <a:pt x="30" y="70"/>
                      <a:pt x="28" y="73"/>
                    </a:cubicBezTo>
                    <a:cubicBezTo>
                      <a:pt x="27" y="77"/>
                      <a:pt x="16" y="81"/>
                      <a:pt x="12" y="78"/>
                    </a:cubicBezTo>
                    <a:cubicBezTo>
                      <a:pt x="7" y="74"/>
                      <a:pt x="7" y="56"/>
                      <a:pt x="6" y="51"/>
                    </a:cubicBezTo>
                    <a:cubicBezTo>
                      <a:pt x="5" y="46"/>
                      <a:pt x="3" y="23"/>
                      <a:pt x="2" y="19"/>
                    </a:cubicBezTo>
                    <a:cubicBezTo>
                      <a:pt x="0" y="4"/>
                      <a:pt x="5" y="0"/>
                      <a:pt x="5" y="0"/>
                    </a:cubicBezTo>
                    <a:lnTo>
                      <a:pt x="31" y="3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/>
              <a:p>
                <a:endParaRPr lang="en-US"/>
              </a:p>
            </p:txBody>
          </p:sp>
          <p:sp>
            <p:nvSpPr>
              <p:cNvPr id="66" name="işļiḑè">
                <a:extLst>
                  <a:ext uri="{FF2B5EF4-FFF2-40B4-BE49-F238E27FC236}">
                    <a16:creationId xmlns:a16="http://schemas.microsoft.com/office/drawing/2014/main" id="{0AEA853D-6014-4AB8-8C24-7C7918C924D6}"/>
                  </a:ext>
                </a:extLst>
              </p:cNvPr>
              <p:cNvSpPr/>
              <p:nvPr/>
            </p:nvSpPr>
            <p:spPr bwMode="auto">
              <a:xfrm>
                <a:off x="7017278" y="2202295"/>
                <a:ext cx="76800" cy="181414"/>
              </a:xfrm>
              <a:custGeom>
                <a:avLst/>
                <a:gdLst>
                  <a:gd name="T0" fmla="*/ 18 w 36"/>
                  <a:gd name="T1" fmla="*/ 84 h 85"/>
                  <a:gd name="T2" fmla="*/ 12 w 36"/>
                  <a:gd name="T3" fmla="*/ 82 h 85"/>
                  <a:gd name="T4" fmla="*/ 6 w 36"/>
                  <a:gd name="T5" fmla="*/ 61 h 85"/>
                  <a:gd name="T6" fmla="*/ 6 w 36"/>
                  <a:gd name="T7" fmla="*/ 54 h 85"/>
                  <a:gd name="T8" fmla="*/ 2 w 36"/>
                  <a:gd name="T9" fmla="*/ 22 h 85"/>
                  <a:gd name="T10" fmla="*/ 5 w 36"/>
                  <a:gd name="T11" fmla="*/ 1 h 85"/>
                  <a:gd name="T12" fmla="*/ 9 w 36"/>
                  <a:gd name="T13" fmla="*/ 1 h 85"/>
                  <a:gd name="T14" fmla="*/ 9 w 36"/>
                  <a:gd name="T15" fmla="*/ 4 h 85"/>
                  <a:gd name="T16" fmla="*/ 6 w 36"/>
                  <a:gd name="T17" fmla="*/ 21 h 85"/>
                  <a:gd name="T18" fmla="*/ 11 w 36"/>
                  <a:gd name="T19" fmla="*/ 53 h 85"/>
                  <a:gd name="T20" fmla="*/ 12 w 36"/>
                  <a:gd name="T21" fmla="*/ 61 h 85"/>
                  <a:gd name="T22" fmla="*/ 15 w 36"/>
                  <a:gd name="T23" fmla="*/ 79 h 85"/>
                  <a:gd name="T24" fmla="*/ 21 w 36"/>
                  <a:gd name="T25" fmla="*/ 79 h 85"/>
                  <a:gd name="T26" fmla="*/ 28 w 36"/>
                  <a:gd name="T27" fmla="*/ 75 h 85"/>
                  <a:gd name="T28" fmla="*/ 28 w 36"/>
                  <a:gd name="T29" fmla="*/ 56 h 85"/>
                  <a:gd name="T30" fmla="*/ 28 w 36"/>
                  <a:gd name="T31" fmla="*/ 43 h 85"/>
                  <a:gd name="T32" fmla="*/ 27 w 36"/>
                  <a:gd name="T33" fmla="*/ 31 h 85"/>
                  <a:gd name="T34" fmla="*/ 30 w 36"/>
                  <a:gd name="T35" fmla="*/ 5 h 85"/>
                  <a:gd name="T36" fmla="*/ 33 w 36"/>
                  <a:gd name="T37" fmla="*/ 3 h 85"/>
                  <a:gd name="T38" fmla="*/ 35 w 36"/>
                  <a:gd name="T39" fmla="*/ 6 h 85"/>
                  <a:gd name="T40" fmla="*/ 31 w 36"/>
                  <a:gd name="T41" fmla="*/ 29 h 85"/>
                  <a:gd name="T42" fmla="*/ 33 w 36"/>
                  <a:gd name="T43" fmla="*/ 43 h 85"/>
                  <a:gd name="T44" fmla="*/ 33 w 36"/>
                  <a:gd name="T45" fmla="*/ 55 h 85"/>
                  <a:gd name="T46" fmla="*/ 32 w 36"/>
                  <a:gd name="T47" fmla="*/ 77 h 85"/>
                  <a:gd name="T48" fmla="*/ 22 w 36"/>
                  <a:gd name="T49" fmla="*/ 83 h 85"/>
                  <a:gd name="T50" fmla="*/ 18 w 36"/>
                  <a:gd name="T51" fmla="*/ 8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85">
                    <a:moveTo>
                      <a:pt x="18" y="84"/>
                    </a:moveTo>
                    <a:cubicBezTo>
                      <a:pt x="15" y="84"/>
                      <a:pt x="14" y="83"/>
                      <a:pt x="12" y="82"/>
                    </a:cubicBezTo>
                    <a:cubicBezTo>
                      <a:pt x="9" y="80"/>
                      <a:pt x="7" y="72"/>
                      <a:pt x="6" y="61"/>
                    </a:cubicBezTo>
                    <a:cubicBezTo>
                      <a:pt x="6" y="58"/>
                      <a:pt x="6" y="55"/>
                      <a:pt x="6" y="54"/>
                    </a:cubicBezTo>
                    <a:cubicBezTo>
                      <a:pt x="4" y="48"/>
                      <a:pt x="2" y="25"/>
                      <a:pt x="2" y="22"/>
                    </a:cubicBezTo>
                    <a:cubicBezTo>
                      <a:pt x="0" y="7"/>
                      <a:pt x="5" y="2"/>
                      <a:pt x="5" y="1"/>
                    </a:cubicBezTo>
                    <a:cubicBezTo>
                      <a:pt x="6" y="0"/>
                      <a:pt x="7" y="0"/>
                      <a:pt x="9" y="1"/>
                    </a:cubicBezTo>
                    <a:cubicBezTo>
                      <a:pt x="9" y="2"/>
                      <a:pt x="10" y="3"/>
                      <a:pt x="9" y="4"/>
                    </a:cubicBezTo>
                    <a:cubicBezTo>
                      <a:pt x="9" y="4"/>
                      <a:pt x="5" y="8"/>
                      <a:pt x="6" y="21"/>
                    </a:cubicBezTo>
                    <a:cubicBezTo>
                      <a:pt x="7" y="26"/>
                      <a:pt x="9" y="48"/>
                      <a:pt x="11" y="53"/>
                    </a:cubicBezTo>
                    <a:cubicBezTo>
                      <a:pt x="11" y="55"/>
                      <a:pt x="11" y="57"/>
                      <a:pt x="12" y="61"/>
                    </a:cubicBezTo>
                    <a:cubicBezTo>
                      <a:pt x="12" y="66"/>
                      <a:pt x="13" y="77"/>
                      <a:pt x="15" y="79"/>
                    </a:cubicBezTo>
                    <a:cubicBezTo>
                      <a:pt x="16" y="79"/>
                      <a:pt x="18" y="79"/>
                      <a:pt x="21" y="79"/>
                    </a:cubicBezTo>
                    <a:cubicBezTo>
                      <a:pt x="25" y="78"/>
                      <a:pt x="27" y="76"/>
                      <a:pt x="28" y="75"/>
                    </a:cubicBezTo>
                    <a:cubicBezTo>
                      <a:pt x="29" y="72"/>
                      <a:pt x="29" y="60"/>
                      <a:pt x="28" y="56"/>
                    </a:cubicBezTo>
                    <a:cubicBezTo>
                      <a:pt x="28" y="55"/>
                      <a:pt x="28" y="50"/>
                      <a:pt x="28" y="43"/>
                    </a:cubicBezTo>
                    <a:cubicBezTo>
                      <a:pt x="27" y="39"/>
                      <a:pt x="27" y="32"/>
                      <a:pt x="27" y="31"/>
                    </a:cubicBezTo>
                    <a:cubicBezTo>
                      <a:pt x="25" y="25"/>
                      <a:pt x="29" y="8"/>
                      <a:pt x="30" y="5"/>
                    </a:cubicBezTo>
                    <a:cubicBezTo>
                      <a:pt x="30" y="4"/>
                      <a:pt x="32" y="3"/>
                      <a:pt x="33" y="3"/>
                    </a:cubicBezTo>
                    <a:cubicBezTo>
                      <a:pt x="34" y="4"/>
                      <a:pt x="35" y="5"/>
                      <a:pt x="35" y="6"/>
                    </a:cubicBezTo>
                    <a:cubicBezTo>
                      <a:pt x="33" y="13"/>
                      <a:pt x="30" y="26"/>
                      <a:pt x="31" y="29"/>
                    </a:cubicBezTo>
                    <a:cubicBezTo>
                      <a:pt x="32" y="31"/>
                      <a:pt x="32" y="36"/>
                      <a:pt x="33" y="43"/>
                    </a:cubicBezTo>
                    <a:cubicBezTo>
                      <a:pt x="33" y="48"/>
                      <a:pt x="33" y="54"/>
                      <a:pt x="33" y="55"/>
                    </a:cubicBezTo>
                    <a:cubicBezTo>
                      <a:pt x="34" y="59"/>
                      <a:pt x="34" y="72"/>
                      <a:pt x="32" y="77"/>
                    </a:cubicBezTo>
                    <a:cubicBezTo>
                      <a:pt x="31" y="80"/>
                      <a:pt x="26" y="82"/>
                      <a:pt x="22" y="83"/>
                    </a:cubicBezTo>
                    <a:cubicBezTo>
                      <a:pt x="21" y="84"/>
                      <a:pt x="19" y="84"/>
                      <a:pt x="18" y="8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40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67" name="ïṣḻide">
                <a:extLst>
                  <a:ext uri="{FF2B5EF4-FFF2-40B4-BE49-F238E27FC236}">
                    <a16:creationId xmlns:a16="http://schemas.microsoft.com/office/drawing/2014/main" id="{196FAC1A-E2D3-4401-969F-0A16A50FDDCB}"/>
                  </a:ext>
                </a:extLst>
              </p:cNvPr>
              <p:cNvSpPr/>
              <p:nvPr/>
            </p:nvSpPr>
            <p:spPr bwMode="auto">
              <a:xfrm>
                <a:off x="7074879" y="2211846"/>
                <a:ext cx="67197" cy="133670"/>
              </a:xfrm>
              <a:custGeom>
                <a:avLst/>
                <a:gdLst>
                  <a:gd name="T0" fmla="*/ 10 w 33"/>
                  <a:gd name="T1" fmla="*/ 0 h 60"/>
                  <a:gd name="T2" fmla="*/ 32 w 33"/>
                  <a:gd name="T3" fmla="*/ 10 h 60"/>
                  <a:gd name="T4" fmla="*/ 24 w 33"/>
                  <a:gd name="T5" fmla="*/ 21 h 60"/>
                  <a:gd name="T6" fmla="*/ 17 w 33"/>
                  <a:gd name="T7" fmla="*/ 35 h 60"/>
                  <a:gd name="T8" fmla="*/ 16 w 33"/>
                  <a:gd name="T9" fmla="*/ 53 h 60"/>
                  <a:gd name="T10" fmla="*/ 6 w 33"/>
                  <a:gd name="T11" fmla="*/ 58 h 60"/>
                  <a:gd name="T12" fmla="*/ 0 w 33"/>
                  <a:gd name="T13" fmla="*/ 40 h 60"/>
                  <a:gd name="T14" fmla="*/ 2 w 33"/>
                  <a:gd name="T15" fmla="*/ 13 h 60"/>
                  <a:gd name="T16" fmla="*/ 10 w 33"/>
                  <a:gd name="T1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60">
                    <a:moveTo>
                      <a:pt x="10" y="0"/>
                    </a:moveTo>
                    <a:lnTo>
                      <a:pt x="32" y="10"/>
                    </a:lnTo>
                    <a:cubicBezTo>
                      <a:pt x="31" y="16"/>
                      <a:pt x="25" y="19"/>
                      <a:pt x="24" y="21"/>
                    </a:cubicBezTo>
                    <a:cubicBezTo>
                      <a:pt x="23" y="23"/>
                      <a:pt x="17" y="35"/>
                      <a:pt x="17" y="35"/>
                    </a:cubicBezTo>
                    <a:cubicBezTo>
                      <a:pt x="17" y="35"/>
                      <a:pt x="18" y="49"/>
                      <a:pt x="16" y="53"/>
                    </a:cubicBezTo>
                    <a:cubicBezTo>
                      <a:pt x="14" y="57"/>
                      <a:pt x="8" y="59"/>
                      <a:pt x="6" y="58"/>
                    </a:cubicBezTo>
                    <a:cubicBezTo>
                      <a:pt x="4" y="56"/>
                      <a:pt x="0" y="42"/>
                      <a:pt x="0" y="40"/>
                    </a:cubicBezTo>
                    <a:cubicBezTo>
                      <a:pt x="0" y="37"/>
                      <a:pt x="2" y="14"/>
                      <a:pt x="2" y="13"/>
                    </a:cubicBezTo>
                    <a:cubicBezTo>
                      <a:pt x="2" y="12"/>
                      <a:pt x="10" y="0"/>
                      <a:pt x="10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68" name="ïsļîďê">
                <a:extLst>
                  <a:ext uri="{FF2B5EF4-FFF2-40B4-BE49-F238E27FC236}">
                    <a16:creationId xmlns:a16="http://schemas.microsoft.com/office/drawing/2014/main" id="{5F3F1EB5-ECD5-414A-993B-482960488261}"/>
                  </a:ext>
                </a:extLst>
              </p:cNvPr>
              <p:cNvSpPr/>
              <p:nvPr/>
            </p:nvSpPr>
            <p:spPr bwMode="auto">
              <a:xfrm>
                <a:off x="7074882" y="2211848"/>
                <a:ext cx="86397" cy="143215"/>
              </a:xfrm>
              <a:custGeom>
                <a:avLst/>
                <a:gdLst>
                  <a:gd name="T0" fmla="*/ 10 w 39"/>
                  <a:gd name="T1" fmla="*/ 64 h 65"/>
                  <a:gd name="T2" fmla="*/ 7 w 39"/>
                  <a:gd name="T3" fmla="*/ 63 h 65"/>
                  <a:gd name="T4" fmla="*/ 0 w 39"/>
                  <a:gd name="T5" fmla="*/ 43 h 65"/>
                  <a:gd name="T6" fmla="*/ 3 w 39"/>
                  <a:gd name="T7" fmla="*/ 15 h 65"/>
                  <a:gd name="T8" fmla="*/ 11 w 39"/>
                  <a:gd name="T9" fmla="*/ 2 h 65"/>
                  <a:gd name="T10" fmla="*/ 14 w 39"/>
                  <a:gd name="T11" fmla="*/ 1 h 65"/>
                  <a:gd name="T12" fmla="*/ 15 w 39"/>
                  <a:gd name="T13" fmla="*/ 4 h 65"/>
                  <a:gd name="T14" fmla="*/ 7 w 39"/>
                  <a:gd name="T15" fmla="*/ 17 h 65"/>
                  <a:gd name="T16" fmla="*/ 5 w 39"/>
                  <a:gd name="T17" fmla="*/ 43 h 65"/>
                  <a:gd name="T18" fmla="*/ 10 w 39"/>
                  <a:gd name="T19" fmla="*/ 59 h 65"/>
                  <a:gd name="T20" fmla="*/ 17 w 39"/>
                  <a:gd name="T21" fmla="*/ 55 h 65"/>
                  <a:gd name="T22" fmla="*/ 18 w 39"/>
                  <a:gd name="T23" fmla="*/ 38 h 65"/>
                  <a:gd name="T24" fmla="*/ 18 w 39"/>
                  <a:gd name="T25" fmla="*/ 37 h 65"/>
                  <a:gd name="T26" fmla="*/ 25 w 39"/>
                  <a:gd name="T27" fmla="*/ 23 h 65"/>
                  <a:gd name="T28" fmla="*/ 27 w 39"/>
                  <a:gd name="T29" fmla="*/ 20 h 65"/>
                  <a:gd name="T30" fmla="*/ 32 w 39"/>
                  <a:gd name="T31" fmla="*/ 13 h 65"/>
                  <a:gd name="T32" fmla="*/ 36 w 39"/>
                  <a:gd name="T33" fmla="*/ 11 h 65"/>
                  <a:gd name="T34" fmla="*/ 37 w 39"/>
                  <a:gd name="T35" fmla="*/ 14 h 65"/>
                  <a:gd name="T36" fmla="*/ 31 w 39"/>
                  <a:gd name="T37" fmla="*/ 23 h 65"/>
                  <a:gd name="T38" fmla="*/ 30 w 39"/>
                  <a:gd name="T39" fmla="*/ 25 h 65"/>
                  <a:gd name="T40" fmla="*/ 22 w 39"/>
                  <a:gd name="T41" fmla="*/ 39 h 65"/>
                  <a:gd name="T42" fmla="*/ 21 w 39"/>
                  <a:gd name="T43" fmla="*/ 57 h 65"/>
                  <a:gd name="T44" fmla="*/ 12 w 39"/>
                  <a:gd name="T45" fmla="*/ 64 h 65"/>
                  <a:gd name="T46" fmla="*/ 10 w 39"/>
                  <a:gd name="T47" fmla="*/ 6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65">
                    <a:moveTo>
                      <a:pt x="10" y="64"/>
                    </a:moveTo>
                    <a:cubicBezTo>
                      <a:pt x="9" y="64"/>
                      <a:pt x="8" y="64"/>
                      <a:pt x="7" y="63"/>
                    </a:cubicBezTo>
                    <a:cubicBezTo>
                      <a:pt x="4" y="61"/>
                      <a:pt x="0" y="45"/>
                      <a:pt x="0" y="43"/>
                    </a:cubicBezTo>
                    <a:cubicBezTo>
                      <a:pt x="0" y="42"/>
                      <a:pt x="2" y="17"/>
                      <a:pt x="3" y="15"/>
                    </a:cubicBezTo>
                    <a:cubicBezTo>
                      <a:pt x="3" y="15"/>
                      <a:pt x="3" y="14"/>
                      <a:pt x="11" y="2"/>
                    </a:cubicBezTo>
                    <a:cubicBezTo>
                      <a:pt x="12" y="0"/>
                      <a:pt x="13" y="0"/>
                      <a:pt x="14" y="1"/>
                    </a:cubicBezTo>
                    <a:cubicBezTo>
                      <a:pt x="15" y="1"/>
                      <a:pt x="16" y="3"/>
                      <a:pt x="15" y="4"/>
                    </a:cubicBezTo>
                    <a:cubicBezTo>
                      <a:pt x="12" y="10"/>
                      <a:pt x="8" y="16"/>
                      <a:pt x="7" y="17"/>
                    </a:cubicBezTo>
                    <a:cubicBezTo>
                      <a:pt x="7" y="20"/>
                      <a:pt x="5" y="41"/>
                      <a:pt x="5" y="43"/>
                    </a:cubicBezTo>
                    <a:cubicBezTo>
                      <a:pt x="5" y="45"/>
                      <a:pt x="8" y="57"/>
                      <a:pt x="10" y="59"/>
                    </a:cubicBezTo>
                    <a:cubicBezTo>
                      <a:pt x="11" y="59"/>
                      <a:pt x="15" y="57"/>
                      <a:pt x="17" y="55"/>
                    </a:cubicBezTo>
                    <a:cubicBezTo>
                      <a:pt x="18" y="52"/>
                      <a:pt x="18" y="44"/>
                      <a:pt x="18" y="38"/>
                    </a:cubicBezTo>
                    <a:lnTo>
                      <a:pt x="18" y="37"/>
                    </a:lnTo>
                    <a:cubicBezTo>
                      <a:pt x="21" y="31"/>
                      <a:pt x="24" y="24"/>
                      <a:pt x="25" y="23"/>
                    </a:cubicBezTo>
                    <a:cubicBezTo>
                      <a:pt x="25" y="22"/>
                      <a:pt x="26" y="21"/>
                      <a:pt x="27" y="20"/>
                    </a:cubicBezTo>
                    <a:cubicBezTo>
                      <a:pt x="30" y="18"/>
                      <a:pt x="32" y="16"/>
                      <a:pt x="32" y="13"/>
                    </a:cubicBezTo>
                    <a:cubicBezTo>
                      <a:pt x="33" y="11"/>
                      <a:pt x="34" y="11"/>
                      <a:pt x="36" y="11"/>
                    </a:cubicBezTo>
                    <a:cubicBezTo>
                      <a:pt x="37" y="11"/>
                      <a:pt x="38" y="12"/>
                      <a:pt x="37" y="14"/>
                    </a:cubicBezTo>
                    <a:cubicBezTo>
                      <a:pt x="36" y="18"/>
                      <a:pt x="33" y="21"/>
                      <a:pt x="31" y="23"/>
                    </a:cubicBezTo>
                    <a:cubicBezTo>
                      <a:pt x="30" y="24"/>
                      <a:pt x="30" y="25"/>
                      <a:pt x="30" y="25"/>
                    </a:cubicBezTo>
                    <a:cubicBezTo>
                      <a:pt x="29" y="27"/>
                      <a:pt x="24" y="35"/>
                      <a:pt x="22" y="39"/>
                    </a:cubicBezTo>
                    <a:cubicBezTo>
                      <a:pt x="22" y="42"/>
                      <a:pt x="23" y="53"/>
                      <a:pt x="21" y="57"/>
                    </a:cubicBezTo>
                    <a:cubicBezTo>
                      <a:pt x="19" y="61"/>
                      <a:pt x="15" y="63"/>
                      <a:pt x="12" y="64"/>
                    </a:cubicBezTo>
                    <a:cubicBezTo>
                      <a:pt x="12" y="64"/>
                      <a:pt x="11" y="64"/>
                      <a:pt x="10" y="6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69" name="îṡľïďê">
                <a:extLst>
                  <a:ext uri="{FF2B5EF4-FFF2-40B4-BE49-F238E27FC236}">
                    <a16:creationId xmlns:a16="http://schemas.microsoft.com/office/drawing/2014/main" id="{302A1A05-6B0B-4579-AD20-13729FE47BE6}"/>
                  </a:ext>
                </a:extLst>
              </p:cNvPr>
              <p:cNvSpPr/>
              <p:nvPr/>
            </p:nvSpPr>
            <p:spPr bwMode="auto">
              <a:xfrm>
                <a:off x="6930879" y="2297776"/>
                <a:ext cx="38400" cy="19096"/>
              </a:xfrm>
              <a:custGeom>
                <a:avLst/>
                <a:gdLst>
                  <a:gd name="T0" fmla="*/ 12 w 16"/>
                  <a:gd name="T1" fmla="*/ 6 h 7"/>
                  <a:gd name="T2" fmla="*/ 2 w 16"/>
                  <a:gd name="T3" fmla="*/ 5 h 7"/>
                  <a:gd name="T4" fmla="*/ 0 w 16"/>
                  <a:gd name="T5" fmla="*/ 2 h 7"/>
                  <a:gd name="T6" fmla="*/ 3 w 16"/>
                  <a:gd name="T7" fmla="*/ 0 h 7"/>
                  <a:gd name="T8" fmla="*/ 13 w 16"/>
                  <a:gd name="T9" fmla="*/ 1 h 7"/>
                  <a:gd name="T10" fmla="*/ 15 w 16"/>
                  <a:gd name="T11" fmla="*/ 3 h 7"/>
                  <a:gd name="T12" fmla="*/ 13 w 16"/>
                  <a:gd name="T13" fmla="*/ 6 h 7"/>
                  <a:gd name="T14" fmla="*/ 12 w 16"/>
                  <a:gd name="T1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7">
                    <a:moveTo>
                      <a:pt x="12" y="6"/>
                    </a:moveTo>
                    <a:cubicBezTo>
                      <a:pt x="9" y="6"/>
                      <a:pt x="6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6" y="1"/>
                      <a:pt x="9" y="1"/>
                      <a:pt x="13" y="1"/>
                    </a:cubicBezTo>
                    <a:cubicBezTo>
                      <a:pt x="14" y="1"/>
                      <a:pt x="15" y="1"/>
                      <a:pt x="15" y="3"/>
                    </a:cubicBezTo>
                    <a:cubicBezTo>
                      <a:pt x="15" y="4"/>
                      <a:pt x="14" y="6"/>
                      <a:pt x="13" y="6"/>
                    </a:cubicBezTo>
                    <a:lnTo>
                      <a:pt x="12" y="6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0" name="îṣḻïdé">
                <a:extLst>
                  <a:ext uri="{FF2B5EF4-FFF2-40B4-BE49-F238E27FC236}">
                    <a16:creationId xmlns:a16="http://schemas.microsoft.com/office/drawing/2014/main" id="{B672AA6C-2532-4D93-9E95-68E122324C98}"/>
                  </a:ext>
                </a:extLst>
              </p:cNvPr>
              <p:cNvSpPr/>
              <p:nvPr/>
            </p:nvSpPr>
            <p:spPr bwMode="auto">
              <a:xfrm>
                <a:off x="6988479" y="2307327"/>
                <a:ext cx="38400" cy="9545"/>
              </a:xfrm>
              <a:custGeom>
                <a:avLst/>
                <a:gdLst>
                  <a:gd name="T0" fmla="*/ 14 w 18"/>
                  <a:gd name="T1" fmla="*/ 4 h 5"/>
                  <a:gd name="T2" fmla="*/ 3 w 18"/>
                  <a:gd name="T3" fmla="*/ 4 h 5"/>
                  <a:gd name="T4" fmla="*/ 0 w 18"/>
                  <a:gd name="T5" fmla="*/ 2 h 5"/>
                  <a:gd name="T6" fmla="*/ 3 w 18"/>
                  <a:gd name="T7" fmla="*/ 0 h 5"/>
                  <a:gd name="T8" fmla="*/ 14 w 18"/>
                  <a:gd name="T9" fmla="*/ 0 h 5"/>
                  <a:gd name="T10" fmla="*/ 17 w 18"/>
                  <a:gd name="T11" fmla="*/ 2 h 5"/>
                  <a:gd name="T12" fmla="*/ 14 w 18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5">
                    <a:moveTo>
                      <a:pt x="14" y="4"/>
                    </a:moveTo>
                    <a:lnTo>
                      <a:pt x="3" y="4"/>
                    </a:ln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lnTo>
                      <a:pt x="14" y="0"/>
                    </a:lnTo>
                    <a:cubicBezTo>
                      <a:pt x="16" y="0"/>
                      <a:pt x="17" y="1"/>
                      <a:pt x="17" y="2"/>
                    </a:cubicBezTo>
                    <a:cubicBezTo>
                      <a:pt x="17" y="3"/>
                      <a:pt x="16" y="4"/>
                      <a:pt x="14" y="4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1" name="î$ľiďé">
                <a:extLst>
                  <a:ext uri="{FF2B5EF4-FFF2-40B4-BE49-F238E27FC236}">
                    <a16:creationId xmlns:a16="http://schemas.microsoft.com/office/drawing/2014/main" id="{F7A0493E-A140-4CCD-B999-CA8AFF630848}"/>
                  </a:ext>
                </a:extLst>
              </p:cNvPr>
              <p:cNvSpPr/>
              <p:nvPr/>
            </p:nvSpPr>
            <p:spPr bwMode="auto">
              <a:xfrm>
                <a:off x="7036482" y="2316871"/>
                <a:ext cx="38400" cy="9551"/>
              </a:xfrm>
              <a:custGeom>
                <a:avLst/>
                <a:gdLst>
                  <a:gd name="T0" fmla="*/ 15 w 19"/>
                  <a:gd name="T1" fmla="*/ 5 h 6"/>
                  <a:gd name="T2" fmla="*/ 2 w 19"/>
                  <a:gd name="T3" fmla="*/ 5 h 6"/>
                  <a:gd name="T4" fmla="*/ 0 w 19"/>
                  <a:gd name="T5" fmla="*/ 2 h 6"/>
                  <a:gd name="T6" fmla="*/ 2 w 19"/>
                  <a:gd name="T7" fmla="*/ 0 h 6"/>
                  <a:gd name="T8" fmla="*/ 15 w 19"/>
                  <a:gd name="T9" fmla="*/ 1 h 6"/>
                  <a:gd name="T10" fmla="*/ 18 w 19"/>
                  <a:gd name="T11" fmla="*/ 3 h 6"/>
                  <a:gd name="T12" fmla="*/ 15 w 19"/>
                  <a:gd name="T13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15" y="5"/>
                    </a:moveTo>
                    <a:cubicBezTo>
                      <a:pt x="11" y="5"/>
                      <a:pt x="6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" y="0"/>
                      <a:pt x="11" y="1"/>
                      <a:pt x="15" y="1"/>
                    </a:cubicBezTo>
                    <a:cubicBezTo>
                      <a:pt x="17" y="1"/>
                      <a:pt x="18" y="2"/>
                      <a:pt x="18" y="3"/>
                    </a:cubicBezTo>
                    <a:cubicBezTo>
                      <a:pt x="18" y="4"/>
                      <a:pt x="17" y="5"/>
                      <a:pt x="15" y="5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2" name="ïṥľïḑé">
                <a:extLst>
                  <a:ext uri="{FF2B5EF4-FFF2-40B4-BE49-F238E27FC236}">
                    <a16:creationId xmlns:a16="http://schemas.microsoft.com/office/drawing/2014/main" id="{96984B40-2950-462F-ABB1-A9F0ED8ABD24}"/>
                  </a:ext>
                </a:extLst>
              </p:cNvPr>
              <p:cNvSpPr/>
              <p:nvPr/>
            </p:nvSpPr>
            <p:spPr bwMode="auto">
              <a:xfrm>
                <a:off x="7036482" y="2250044"/>
                <a:ext cx="38400" cy="19096"/>
              </a:xfrm>
              <a:custGeom>
                <a:avLst/>
                <a:gdLst>
                  <a:gd name="T0" fmla="*/ 14 w 17"/>
                  <a:gd name="T1" fmla="*/ 6 h 7"/>
                  <a:gd name="T2" fmla="*/ 13 w 17"/>
                  <a:gd name="T3" fmla="*/ 6 h 7"/>
                  <a:gd name="T4" fmla="*/ 2 w 17"/>
                  <a:gd name="T5" fmla="*/ 5 h 7"/>
                  <a:gd name="T6" fmla="*/ 0 w 17"/>
                  <a:gd name="T7" fmla="*/ 2 h 7"/>
                  <a:gd name="T8" fmla="*/ 2 w 17"/>
                  <a:gd name="T9" fmla="*/ 0 h 7"/>
                  <a:gd name="T10" fmla="*/ 14 w 17"/>
                  <a:gd name="T11" fmla="*/ 0 h 7"/>
                  <a:gd name="T12" fmla="*/ 16 w 17"/>
                  <a:gd name="T13" fmla="*/ 3 h 7"/>
                  <a:gd name="T14" fmla="*/ 14 w 17"/>
                  <a:gd name="T1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7">
                    <a:moveTo>
                      <a:pt x="14" y="6"/>
                    </a:moveTo>
                    <a:cubicBezTo>
                      <a:pt x="14" y="6"/>
                      <a:pt x="14" y="6"/>
                      <a:pt x="13" y="6"/>
                    </a:cubicBezTo>
                    <a:lnTo>
                      <a:pt x="2" y="5"/>
                    </a:ln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14" y="0"/>
                    </a:lnTo>
                    <a:cubicBezTo>
                      <a:pt x="15" y="1"/>
                      <a:pt x="16" y="2"/>
                      <a:pt x="16" y="3"/>
                    </a:cubicBezTo>
                    <a:cubicBezTo>
                      <a:pt x="16" y="5"/>
                      <a:pt x="15" y="6"/>
                      <a:pt x="14" y="6"/>
                    </a:cubicBez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3" name="iṣ1ïḋé">
                <a:extLst>
                  <a:ext uri="{FF2B5EF4-FFF2-40B4-BE49-F238E27FC236}">
                    <a16:creationId xmlns:a16="http://schemas.microsoft.com/office/drawing/2014/main" id="{256C5A06-673B-481C-AC80-9137630D696E}"/>
                  </a:ext>
                </a:extLst>
              </p:cNvPr>
              <p:cNvSpPr/>
              <p:nvPr/>
            </p:nvSpPr>
            <p:spPr bwMode="auto">
              <a:xfrm>
                <a:off x="6978878" y="2250049"/>
                <a:ext cx="47997" cy="19096"/>
              </a:xfrm>
              <a:custGeom>
                <a:avLst/>
                <a:gdLst>
                  <a:gd name="T0" fmla="*/ 3 w 20"/>
                  <a:gd name="T1" fmla="*/ 6 h 7"/>
                  <a:gd name="T2" fmla="*/ 0 w 20"/>
                  <a:gd name="T3" fmla="*/ 3 h 7"/>
                  <a:gd name="T4" fmla="*/ 3 w 20"/>
                  <a:gd name="T5" fmla="*/ 1 h 7"/>
                  <a:gd name="T6" fmla="*/ 16 w 20"/>
                  <a:gd name="T7" fmla="*/ 0 h 7"/>
                  <a:gd name="T8" fmla="*/ 19 w 20"/>
                  <a:gd name="T9" fmla="*/ 2 h 7"/>
                  <a:gd name="T10" fmla="*/ 16 w 20"/>
                  <a:gd name="T11" fmla="*/ 5 h 7"/>
                  <a:gd name="T12" fmla="*/ 3 w 20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3" y="6"/>
                    </a:moveTo>
                    <a:cubicBezTo>
                      <a:pt x="2" y="6"/>
                      <a:pt x="1" y="5"/>
                      <a:pt x="0" y="3"/>
                    </a:cubicBezTo>
                    <a:cubicBezTo>
                      <a:pt x="0" y="2"/>
                      <a:pt x="2" y="1"/>
                      <a:pt x="3" y="1"/>
                    </a:cubicBezTo>
                    <a:lnTo>
                      <a:pt x="16" y="0"/>
                    </a:lnTo>
                    <a:cubicBezTo>
                      <a:pt x="17" y="0"/>
                      <a:pt x="19" y="0"/>
                      <a:pt x="19" y="2"/>
                    </a:cubicBezTo>
                    <a:cubicBezTo>
                      <a:pt x="19" y="3"/>
                      <a:pt x="17" y="5"/>
                      <a:pt x="16" y="5"/>
                    </a:cubicBezTo>
                    <a:lnTo>
                      <a:pt x="3" y="6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74" name="î$ḷiḋe">
                <a:extLst>
                  <a:ext uri="{FF2B5EF4-FFF2-40B4-BE49-F238E27FC236}">
                    <a16:creationId xmlns:a16="http://schemas.microsoft.com/office/drawing/2014/main" id="{0E8EB2FD-EF86-4A53-B004-10B003DDF615}"/>
                  </a:ext>
                </a:extLst>
              </p:cNvPr>
              <p:cNvSpPr/>
              <p:nvPr/>
            </p:nvSpPr>
            <p:spPr bwMode="auto">
              <a:xfrm>
                <a:off x="7074868" y="2278708"/>
                <a:ext cx="38400" cy="9551"/>
              </a:xfrm>
              <a:custGeom>
                <a:avLst/>
                <a:gdLst>
                  <a:gd name="T0" fmla="*/ 2 w 16"/>
                  <a:gd name="T1" fmla="*/ 5 h 6"/>
                  <a:gd name="T2" fmla="*/ 0 w 16"/>
                  <a:gd name="T3" fmla="*/ 3 h 6"/>
                  <a:gd name="T4" fmla="*/ 2 w 16"/>
                  <a:gd name="T5" fmla="*/ 1 h 6"/>
                  <a:gd name="T6" fmla="*/ 12 w 16"/>
                  <a:gd name="T7" fmla="*/ 0 h 6"/>
                  <a:gd name="T8" fmla="*/ 15 w 16"/>
                  <a:gd name="T9" fmla="*/ 2 h 6"/>
                  <a:gd name="T10" fmla="*/ 13 w 16"/>
                  <a:gd name="T11" fmla="*/ 4 h 6"/>
                  <a:gd name="T12" fmla="*/ 2 w 16"/>
                  <a:gd name="T13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6">
                    <a:moveTo>
                      <a:pt x="2" y="5"/>
                    </a:move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1" y="1"/>
                      <a:pt x="2" y="1"/>
                    </a:cubicBezTo>
                    <a:lnTo>
                      <a:pt x="12" y="0"/>
                    </a:lnTo>
                    <a:cubicBezTo>
                      <a:pt x="14" y="0"/>
                      <a:pt x="15" y="1"/>
                      <a:pt x="15" y="2"/>
                    </a:cubicBezTo>
                    <a:cubicBezTo>
                      <a:pt x="15" y="3"/>
                      <a:pt x="14" y="4"/>
                      <a:pt x="13" y="4"/>
                    </a:cubicBezTo>
                    <a:lnTo>
                      <a:pt x="2" y="5"/>
                    </a:lnTo>
                  </a:path>
                </a:pathLst>
              </a:custGeom>
              <a:solidFill>
                <a:srgbClr val="113856"/>
              </a:solidFill>
              <a:ln>
                <a:noFill/>
              </a:ln>
              <a:effectLst/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en-US"/>
                </a:defPPr>
                <a:lvl1pPr marL="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7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54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3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09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886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062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240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418" algn="l" defTabSz="914354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2E16C0AE-160C-4D37-8F78-9D90434E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6" y="2091447"/>
            <a:ext cx="12107047" cy="645807"/>
          </a:xfrm>
        </p:spPr>
        <p:txBody>
          <a:bodyPr anchor="ctr"/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8" name="文字版面配置區 107">
            <a:extLst>
              <a:ext uri="{FF2B5EF4-FFF2-40B4-BE49-F238E27FC236}">
                <a16:creationId xmlns:a16="http://schemas.microsoft.com/office/drawing/2014/main" id="{A1429618-6D17-40F5-A48F-696CAA57BD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93" y="2803835"/>
            <a:ext cx="12107046" cy="969653"/>
          </a:xfrm>
        </p:spPr>
        <p:txBody>
          <a:bodyPr>
            <a:noAutofit/>
          </a:bodyPr>
          <a:lstStyle>
            <a:lvl1pPr algn="ctr">
              <a:buNone/>
              <a:defRPr sz="24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buNone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7" name="文字版面配置區 12">
            <a:extLst>
              <a:ext uri="{FF2B5EF4-FFF2-40B4-BE49-F238E27FC236}">
                <a16:creationId xmlns:a16="http://schemas.microsoft.com/office/drawing/2014/main" id="{E18E4976-55F7-4CE9-96F3-AF3BAC1802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98111" y="6226484"/>
            <a:ext cx="4867199" cy="370077"/>
          </a:xfrm>
        </p:spPr>
        <p:txBody>
          <a:bodyPr anchor="ctr">
            <a:normAutofit/>
          </a:bodyPr>
          <a:lstStyle>
            <a:lvl1pPr algn="r">
              <a:buNone/>
              <a:defRPr sz="1600">
                <a:solidFill>
                  <a:srgbClr val="00B0F0"/>
                </a:solidFill>
              </a:defRPr>
            </a:lvl1pPr>
          </a:lstStyle>
          <a:p>
            <a:pPr lvl="0"/>
            <a:r>
              <a:rPr lang="zh-TW" altLang="en-US" dirty="0"/>
              <a:t>範本檔案名稱</a:t>
            </a:r>
          </a:p>
        </p:txBody>
      </p:sp>
    </p:spTree>
    <p:extLst>
      <p:ext uri="{BB962C8B-B14F-4D97-AF65-F5344CB8AC3E}">
        <p14:creationId xmlns:p14="http://schemas.microsoft.com/office/powerpoint/2010/main" val="291696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+內容 (多媒體) + 頁碼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手繪多邊形: 圖案 1">
            <a:extLst>
              <a:ext uri="{FF2B5EF4-FFF2-40B4-BE49-F238E27FC236}">
                <a16:creationId xmlns:a16="http://schemas.microsoft.com/office/drawing/2014/main" id="{37EAF981-CA4D-617A-236F-F95A512F769D}"/>
              </a:ext>
            </a:extLst>
          </p:cNvPr>
          <p:cNvSpPr/>
          <p:nvPr userDrawn="1"/>
        </p:nvSpPr>
        <p:spPr>
          <a:xfrm rot="5400000" flipH="1" flipV="1">
            <a:off x="10988614" y="-51371"/>
            <a:ext cx="563404" cy="1244426"/>
          </a:xfrm>
          <a:custGeom>
            <a:avLst/>
            <a:gdLst>
              <a:gd name="connsiteX0" fmla="*/ 0 w 469503"/>
              <a:gd name="connsiteY0" fmla="*/ 1037022 h 1037022"/>
              <a:gd name="connsiteX1" fmla="*/ 0 w 469503"/>
              <a:gd name="connsiteY1" fmla="*/ 0 h 1037022"/>
              <a:gd name="connsiteX2" fmla="*/ 469503 w 469503"/>
              <a:gd name="connsiteY2" fmla="*/ 172012 h 1037022"/>
              <a:gd name="connsiteX3" fmla="*/ 469503 w 469503"/>
              <a:gd name="connsiteY3" fmla="*/ 1037022 h 1037022"/>
              <a:gd name="connsiteX4" fmla="*/ 0 w 469503"/>
              <a:gd name="connsiteY4" fmla="*/ 1037022 h 103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503" h="1037022">
                <a:moveTo>
                  <a:pt x="0" y="1037022"/>
                </a:moveTo>
                <a:lnTo>
                  <a:pt x="0" y="0"/>
                </a:lnTo>
                <a:lnTo>
                  <a:pt x="469503" y="172012"/>
                </a:lnTo>
                <a:lnTo>
                  <a:pt x="469503" y="1037022"/>
                </a:lnTo>
                <a:lnTo>
                  <a:pt x="0" y="1037022"/>
                </a:lnTo>
                <a:close/>
              </a:path>
            </a:pathLst>
          </a:custGeom>
          <a:solidFill>
            <a:srgbClr val="F3BEC7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R="0" lvl="0" indent="0" defTabSz="182843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600" b="0" i="0" u="none" strike="noStrike" kern="0" cap="none" spc="0" normalizeH="0" baseline="0">
              <a:ln>
                <a:noFill/>
              </a:ln>
              <a:solidFill>
                <a:srgbClr val="989998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0" name="標題 29">
            <a:extLst>
              <a:ext uri="{FF2B5EF4-FFF2-40B4-BE49-F238E27FC236}">
                <a16:creationId xmlns:a16="http://schemas.microsoft.com/office/drawing/2014/main" id="{4E9E0520-7C0D-9A41-9074-FE79C83CC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078" y="241279"/>
            <a:ext cx="9049025" cy="659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TW" altLang="en-US" dirty="0">
                <a:solidFill>
                  <a:srgbClr val="D728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>
              <a:lnSpc>
                <a:spcPct val="100000"/>
              </a:lnSpc>
            </a:pPr>
            <a:r>
              <a:rPr kumimoji="1" lang="zh-TW" altLang="en-US" dirty="0"/>
              <a:t>請輸入標題</a:t>
            </a:r>
          </a:p>
        </p:txBody>
      </p:sp>
      <p:sp>
        <p:nvSpPr>
          <p:cNvPr id="49" name="手繪多邊形 48">
            <a:extLst>
              <a:ext uri="{FF2B5EF4-FFF2-40B4-BE49-F238E27FC236}">
                <a16:creationId xmlns:a16="http://schemas.microsoft.com/office/drawing/2014/main" id="{DBBD8A6D-075D-E442-8E94-3B837B2573C7}"/>
              </a:ext>
            </a:extLst>
          </p:cNvPr>
          <p:cNvSpPr/>
          <p:nvPr userDrawn="1"/>
        </p:nvSpPr>
        <p:spPr>
          <a:xfrm>
            <a:off x="13257429" y="-247133"/>
            <a:ext cx="2887" cy="2598"/>
          </a:xfrm>
          <a:custGeom>
            <a:avLst/>
            <a:gdLst>
              <a:gd name="connsiteX0" fmla="*/ 0 w 2165"/>
              <a:gd name="connsiteY0" fmla="*/ 0 h 2165"/>
              <a:gd name="connsiteX1" fmla="*/ 2165 w 2165"/>
              <a:gd name="connsiteY1" fmla="*/ 0 h 2165"/>
              <a:gd name="connsiteX2" fmla="*/ 2165 w 2165"/>
              <a:gd name="connsiteY2" fmla="*/ 2165 h 2165"/>
              <a:gd name="connsiteX3" fmla="*/ 0 w 2165"/>
              <a:gd name="connsiteY3" fmla="*/ 0 h 2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5" h="2165">
                <a:moveTo>
                  <a:pt x="0" y="0"/>
                </a:moveTo>
                <a:lnTo>
                  <a:pt x="2165" y="0"/>
                </a:lnTo>
                <a:lnTo>
                  <a:pt x="2165" y="216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/>
              <a:t> </a:t>
            </a:r>
          </a:p>
        </p:txBody>
      </p:sp>
      <p:sp>
        <p:nvSpPr>
          <p:cNvPr id="31" name="手繪多邊形: 圖案 30">
            <a:extLst>
              <a:ext uri="{FF2B5EF4-FFF2-40B4-BE49-F238E27FC236}">
                <a16:creationId xmlns:a16="http://schemas.microsoft.com/office/drawing/2014/main" id="{24CAAB08-F7A3-4672-8938-B22BBD581C06}"/>
              </a:ext>
            </a:extLst>
          </p:cNvPr>
          <p:cNvSpPr/>
          <p:nvPr userDrawn="1"/>
        </p:nvSpPr>
        <p:spPr>
          <a:xfrm rot="5400000">
            <a:off x="653721" y="-51371"/>
            <a:ext cx="563404" cy="1244426"/>
          </a:xfrm>
          <a:custGeom>
            <a:avLst/>
            <a:gdLst>
              <a:gd name="connsiteX0" fmla="*/ 0 w 469503"/>
              <a:gd name="connsiteY0" fmla="*/ 1037022 h 1037022"/>
              <a:gd name="connsiteX1" fmla="*/ 0 w 469503"/>
              <a:gd name="connsiteY1" fmla="*/ 0 h 1037022"/>
              <a:gd name="connsiteX2" fmla="*/ 469503 w 469503"/>
              <a:gd name="connsiteY2" fmla="*/ 172012 h 1037022"/>
              <a:gd name="connsiteX3" fmla="*/ 469503 w 469503"/>
              <a:gd name="connsiteY3" fmla="*/ 1037022 h 1037022"/>
              <a:gd name="connsiteX4" fmla="*/ 0 w 469503"/>
              <a:gd name="connsiteY4" fmla="*/ 1037022 h 103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503" h="1037022">
                <a:moveTo>
                  <a:pt x="0" y="1037022"/>
                </a:moveTo>
                <a:lnTo>
                  <a:pt x="0" y="0"/>
                </a:lnTo>
                <a:lnTo>
                  <a:pt x="469503" y="172012"/>
                </a:lnTo>
                <a:lnTo>
                  <a:pt x="469503" y="1037022"/>
                </a:lnTo>
                <a:lnTo>
                  <a:pt x="0" y="1037022"/>
                </a:lnTo>
                <a:close/>
              </a:path>
            </a:pathLst>
          </a:custGeom>
          <a:solidFill>
            <a:srgbClr val="F3BEC7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R="0" lvl="0" indent="0" defTabSz="182843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600" b="0" i="0" u="none" strike="noStrike" kern="0" cap="none" spc="0" normalizeH="0" baseline="0">
              <a:ln>
                <a:noFill/>
              </a:ln>
              <a:solidFill>
                <a:srgbClr val="989998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1987752-B527-43F1-8313-DEB885BF0654}"/>
              </a:ext>
            </a:extLst>
          </p:cNvPr>
          <p:cNvSpPr txBox="1"/>
          <p:nvPr userDrawn="1"/>
        </p:nvSpPr>
        <p:spPr>
          <a:xfrm>
            <a:off x="271499" y="367710"/>
            <a:ext cx="1309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TW" altLang="en-US" sz="2000" dirty="0">
                <a:solidFill>
                  <a:srgbClr val="D72847"/>
                </a:solidFill>
                <a:latin typeface="Noto Sans Mono CJK TC Bold" panose="020B0800000000000000" pitchFamily="34" charset="-120"/>
                <a:ea typeface="Noto Sans Mono CJK TC Bold" panose="020B0800000000000000" pitchFamily="34" charset="-120"/>
              </a:rPr>
              <a:t>挑戰練習</a:t>
            </a:r>
          </a:p>
        </p:txBody>
      </p:sp>
      <p:sp>
        <p:nvSpPr>
          <p:cNvPr id="45" name="文字版面配置區 5">
            <a:extLst>
              <a:ext uri="{FF2B5EF4-FFF2-40B4-BE49-F238E27FC236}">
                <a16:creationId xmlns:a16="http://schemas.microsoft.com/office/drawing/2014/main" id="{E4B155CC-3BBC-459D-93A7-AD9C1A87FF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98010" y="417614"/>
            <a:ext cx="980780" cy="324551"/>
          </a:xfrm>
          <a:noFill/>
          <a:ln w="38092" cap="flat">
            <a:noFill/>
            <a:prstDash val="solid"/>
            <a:miter/>
          </a:ln>
        </p:spPr>
        <p:txBody>
          <a:bodyPr rtlCol="0" anchor="ctr"/>
          <a:lstStyle>
            <a:lvl1pPr marL="0" indent="0" algn="ctr">
              <a:buNone/>
              <a:defRPr lang="zh-TW" altLang="en-US" sz="2880" b="1" kern="1200" dirty="0">
                <a:solidFill>
                  <a:srgbClr val="D72847"/>
                </a:solidFill>
                <a:latin typeface="Nanum Pen" panose="03040600000000000000" pitchFamily="66" charset="-127"/>
                <a:ea typeface="+mn-ea"/>
                <a:cs typeface="+mn-cs"/>
              </a:defRPr>
            </a:lvl1pPr>
          </a:lstStyle>
          <a:p>
            <a:pPr marL="0" lvl="0" defTabSz="548640"/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3508B3-C296-4CD8-845F-5F2793E4D5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8800" y="1084263"/>
            <a:ext cx="11069638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0" name="投影片編號版面配置區 5">
            <a:extLst>
              <a:ext uri="{FF2B5EF4-FFF2-40B4-BE49-F238E27FC236}">
                <a16:creationId xmlns:a16="http://schemas.microsoft.com/office/drawing/2014/main" id="{FA78D5D4-CEC8-465D-A8CD-4E1A722706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5311" y="6289679"/>
            <a:ext cx="918883" cy="222436"/>
          </a:xfrm>
        </p:spPr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A6865E07-12EF-055F-A60B-9CFF7553A077}"/>
              </a:ext>
            </a:extLst>
          </p:cNvPr>
          <p:cNvCxnSpPr>
            <a:cxnSpLocks/>
          </p:cNvCxnSpPr>
          <p:nvPr userDrawn="1"/>
        </p:nvCxnSpPr>
        <p:spPr>
          <a:xfrm>
            <a:off x="313210" y="852544"/>
            <a:ext cx="11565136" cy="0"/>
          </a:xfrm>
          <a:prstGeom prst="line">
            <a:avLst/>
          </a:prstGeom>
          <a:ln w="28575">
            <a:solidFill>
              <a:srgbClr val="F3BE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85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">
          <p15:clr>
            <a:srgbClr val="FBAE40"/>
          </p15:clr>
        </p15:guide>
        <p15:guide id="2" pos="352">
          <p15:clr>
            <a:srgbClr val="FBAE40"/>
          </p15:clr>
        </p15:guide>
        <p15:guide id="3" orient="horz" pos="3297">
          <p15:clr>
            <a:srgbClr val="FBAE40"/>
          </p15:clr>
        </p15:guide>
        <p15:guide id="6" pos="60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+內容 (多媒體) + 頁碼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手繪多邊形: 圖案 1">
            <a:extLst>
              <a:ext uri="{FF2B5EF4-FFF2-40B4-BE49-F238E27FC236}">
                <a16:creationId xmlns:a16="http://schemas.microsoft.com/office/drawing/2014/main" id="{37EAF981-CA4D-617A-236F-F95A512F769D}"/>
              </a:ext>
            </a:extLst>
          </p:cNvPr>
          <p:cNvSpPr/>
          <p:nvPr userDrawn="1"/>
        </p:nvSpPr>
        <p:spPr>
          <a:xfrm rot="5400000" flipH="1" flipV="1">
            <a:off x="10988614" y="-51371"/>
            <a:ext cx="563404" cy="1244426"/>
          </a:xfrm>
          <a:custGeom>
            <a:avLst/>
            <a:gdLst>
              <a:gd name="connsiteX0" fmla="*/ 0 w 469503"/>
              <a:gd name="connsiteY0" fmla="*/ 1037022 h 1037022"/>
              <a:gd name="connsiteX1" fmla="*/ 0 w 469503"/>
              <a:gd name="connsiteY1" fmla="*/ 0 h 1037022"/>
              <a:gd name="connsiteX2" fmla="*/ 469503 w 469503"/>
              <a:gd name="connsiteY2" fmla="*/ 172012 h 1037022"/>
              <a:gd name="connsiteX3" fmla="*/ 469503 w 469503"/>
              <a:gd name="connsiteY3" fmla="*/ 1037022 h 1037022"/>
              <a:gd name="connsiteX4" fmla="*/ 0 w 469503"/>
              <a:gd name="connsiteY4" fmla="*/ 1037022 h 103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503" h="1037022">
                <a:moveTo>
                  <a:pt x="0" y="1037022"/>
                </a:moveTo>
                <a:lnTo>
                  <a:pt x="0" y="0"/>
                </a:lnTo>
                <a:lnTo>
                  <a:pt x="469503" y="172012"/>
                </a:lnTo>
                <a:lnTo>
                  <a:pt x="469503" y="1037022"/>
                </a:lnTo>
                <a:lnTo>
                  <a:pt x="0" y="1037022"/>
                </a:lnTo>
                <a:close/>
              </a:path>
            </a:pathLst>
          </a:custGeom>
          <a:solidFill>
            <a:srgbClr val="FFCAC5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R="0" lvl="0" indent="0" defTabSz="219412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4320" b="0" i="0" u="none" strike="noStrike" kern="0" cap="none" spc="0" normalizeH="0" baseline="0">
              <a:ln>
                <a:noFill/>
              </a:ln>
              <a:solidFill>
                <a:srgbClr val="989998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0" name="標題 29">
            <a:extLst>
              <a:ext uri="{FF2B5EF4-FFF2-40B4-BE49-F238E27FC236}">
                <a16:creationId xmlns:a16="http://schemas.microsoft.com/office/drawing/2014/main" id="{4E9E0520-7C0D-9A41-9074-FE79C83CC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078" y="241279"/>
            <a:ext cx="9049025" cy="659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TW" altLang="en-US" dirty="0">
                <a:solidFill>
                  <a:srgbClr val="FF4F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</a:defRPr>
            </a:lvl1pPr>
          </a:lstStyle>
          <a:p>
            <a:pPr lvl="0">
              <a:lnSpc>
                <a:spcPct val="100000"/>
              </a:lnSpc>
            </a:pPr>
            <a:r>
              <a:rPr kumimoji="1" lang="zh-TW" altLang="en-US" dirty="0"/>
              <a:t>請輸入標題</a:t>
            </a:r>
          </a:p>
        </p:txBody>
      </p:sp>
      <p:sp>
        <p:nvSpPr>
          <p:cNvPr id="49" name="手繪多邊形 48">
            <a:extLst>
              <a:ext uri="{FF2B5EF4-FFF2-40B4-BE49-F238E27FC236}">
                <a16:creationId xmlns:a16="http://schemas.microsoft.com/office/drawing/2014/main" id="{DBBD8A6D-075D-E442-8E94-3B837B2573C7}"/>
              </a:ext>
            </a:extLst>
          </p:cNvPr>
          <p:cNvSpPr/>
          <p:nvPr userDrawn="1"/>
        </p:nvSpPr>
        <p:spPr>
          <a:xfrm>
            <a:off x="13257429" y="-247133"/>
            <a:ext cx="2887" cy="2598"/>
          </a:xfrm>
          <a:custGeom>
            <a:avLst/>
            <a:gdLst>
              <a:gd name="connsiteX0" fmla="*/ 0 w 2165"/>
              <a:gd name="connsiteY0" fmla="*/ 0 h 2165"/>
              <a:gd name="connsiteX1" fmla="*/ 2165 w 2165"/>
              <a:gd name="connsiteY1" fmla="*/ 0 h 2165"/>
              <a:gd name="connsiteX2" fmla="*/ 2165 w 2165"/>
              <a:gd name="connsiteY2" fmla="*/ 2165 h 2165"/>
              <a:gd name="connsiteX3" fmla="*/ 0 w 2165"/>
              <a:gd name="connsiteY3" fmla="*/ 0 h 2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5" h="2165">
                <a:moveTo>
                  <a:pt x="0" y="0"/>
                </a:moveTo>
                <a:lnTo>
                  <a:pt x="2165" y="0"/>
                </a:lnTo>
                <a:lnTo>
                  <a:pt x="2165" y="216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/>
              <a:t> </a:t>
            </a:r>
          </a:p>
        </p:txBody>
      </p:sp>
      <p:sp>
        <p:nvSpPr>
          <p:cNvPr id="31" name="手繪多邊形: 圖案 30">
            <a:extLst>
              <a:ext uri="{FF2B5EF4-FFF2-40B4-BE49-F238E27FC236}">
                <a16:creationId xmlns:a16="http://schemas.microsoft.com/office/drawing/2014/main" id="{24CAAB08-F7A3-4672-8938-B22BBD581C06}"/>
              </a:ext>
            </a:extLst>
          </p:cNvPr>
          <p:cNvSpPr/>
          <p:nvPr userDrawn="1"/>
        </p:nvSpPr>
        <p:spPr>
          <a:xfrm rot="5400000">
            <a:off x="653721" y="-51371"/>
            <a:ext cx="563404" cy="1244426"/>
          </a:xfrm>
          <a:custGeom>
            <a:avLst/>
            <a:gdLst>
              <a:gd name="connsiteX0" fmla="*/ 0 w 469503"/>
              <a:gd name="connsiteY0" fmla="*/ 1037022 h 1037022"/>
              <a:gd name="connsiteX1" fmla="*/ 0 w 469503"/>
              <a:gd name="connsiteY1" fmla="*/ 0 h 1037022"/>
              <a:gd name="connsiteX2" fmla="*/ 469503 w 469503"/>
              <a:gd name="connsiteY2" fmla="*/ 172012 h 1037022"/>
              <a:gd name="connsiteX3" fmla="*/ 469503 w 469503"/>
              <a:gd name="connsiteY3" fmla="*/ 1037022 h 1037022"/>
              <a:gd name="connsiteX4" fmla="*/ 0 w 469503"/>
              <a:gd name="connsiteY4" fmla="*/ 1037022 h 103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503" h="1037022">
                <a:moveTo>
                  <a:pt x="0" y="1037022"/>
                </a:moveTo>
                <a:lnTo>
                  <a:pt x="0" y="0"/>
                </a:lnTo>
                <a:lnTo>
                  <a:pt x="469503" y="172012"/>
                </a:lnTo>
                <a:lnTo>
                  <a:pt x="469503" y="1037022"/>
                </a:lnTo>
                <a:lnTo>
                  <a:pt x="0" y="1037022"/>
                </a:lnTo>
                <a:close/>
              </a:path>
            </a:pathLst>
          </a:custGeom>
          <a:solidFill>
            <a:srgbClr val="FFCAC5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R="0" lvl="0" indent="0" defTabSz="219412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4320" b="0" i="0" u="none" strike="noStrike" kern="0" cap="none" spc="0" normalizeH="0" baseline="0">
              <a:ln>
                <a:noFill/>
              </a:ln>
              <a:solidFill>
                <a:srgbClr val="989998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1987752-B527-43F1-8313-DEB885BF0654}"/>
              </a:ext>
            </a:extLst>
          </p:cNvPr>
          <p:cNvSpPr txBox="1"/>
          <p:nvPr userDrawn="1"/>
        </p:nvSpPr>
        <p:spPr>
          <a:xfrm>
            <a:off x="271499" y="367710"/>
            <a:ext cx="1309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TW" altLang="en-US" sz="2000" dirty="0">
                <a:solidFill>
                  <a:srgbClr val="FF4F3E"/>
                </a:solidFill>
                <a:latin typeface="Noto Sans Mono CJK TC Bold" panose="020B0800000000000000" pitchFamily="34" charset="-120"/>
                <a:ea typeface="Noto Sans Mono CJK TC Bold" panose="020B0800000000000000" pitchFamily="34" charset="-120"/>
              </a:rPr>
              <a:t>課後作業</a:t>
            </a:r>
          </a:p>
        </p:txBody>
      </p:sp>
      <p:sp>
        <p:nvSpPr>
          <p:cNvPr id="45" name="文字版面配置區 5">
            <a:extLst>
              <a:ext uri="{FF2B5EF4-FFF2-40B4-BE49-F238E27FC236}">
                <a16:creationId xmlns:a16="http://schemas.microsoft.com/office/drawing/2014/main" id="{E4B155CC-3BBC-459D-93A7-AD9C1A87FF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98010" y="417614"/>
            <a:ext cx="980780" cy="324551"/>
          </a:xfrm>
          <a:noFill/>
          <a:ln w="38092" cap="flat">
            <a:noFill/>
            <a:prstDash val="solid"/>
            <a:miter/>
          </a:ln>
        </p:spPr>
        <p:txBody>
          <a:bodyPr rtlCol="0" anchor="ctr"/>
          <a:lstStyle>
            <a:lvl1pPr marL="0" indent="0" algn="ctr">
              <a:buNone/>
              <a:defRPr lang="zh-TW" altLang="en-US" sz="2880" b="1" kern="1200" dirty="0">
                <a:solidFill>
                  <a:srgbClr val="FF4F3E"/>
                </a:solidFill>
                <a:latin typeface="Nanum Pen" panose="03040600000000000000" pitchFamily="66" charset="-127"/>
                <a:ea typeface="+mn-ea"/>
                <a:cs typeface="+mn-cs"/>
              </a:defRPr>
            </a:lvl1pPr>
          </a:lstStyle>
          <a:p>
            <a:pPr marL="0" lvl="0" defTabSz="548640"/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3508B3-C296-4CD8-845F-5F2793E4D5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8800" y="1084263"/>
            <a:ext cx="11069638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0" name="投影片編號版面配置區 5">
            <a:extLst>
              <a:ext uri="{FF2B5EF4-FFF2-40B4-BE49-F238E27FC236}">
                <a16:creationId xmlns:a16="http://schemas.microsoft.com/office/drawing/2014/main" id="{FA78D5D4-CEC8-465D-A8CD-4E1A722706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665311" y="6289679"/>
            <a:ext cx="918883" cy="222436"/>
          </a:xfrm>
        </p:spPr>
        <p:txBody>
          <a:bodyPr/>
          <a:lstStyle/>
          <a:p>
            <a:fld id="{E31375A4-56A4-47D6-9801-1991572033F7}" type="slidenum">
              <a:t>‹#›</a:t>
            </a:fld>
            <a:endParaRPr lang="zh-TW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A6865E07-12EF-055F-A60B-9CFF7553A077}"/>
              </a:ext>
            </a:extLst>
          </p:cNvPr>
          <p:cNvCxnSpPr>
            <a:cxnSpLocks/>
          </p:cNvCxnSpPr>
          <p:nvPr userDrawn="1"/>
        </p:nvCxnSpPr>
        <p:spPr>
          <a:xfrm>
            <a:off x="313210" y="852544"/>
            <a:ext cx="11565136" cy="0"/>
          </a:xfrm>
          <a:prstGeom prst="line">
            <a:avLst/>
          </a:prstGeom>
          <a:ln w="28575">
            <a:solidFill>
              <a:srgbClr val="FFCA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691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">
          <p15:clr>
            <a:srgbClr val="FBAE40"/>
          </p15:clr>
        </p15:guide>
        <p15:guide id="2" pos="352">
          <p15:clr>
            <a:srgbClr val="FBAE40"/>
          </p15:clr>
        </p15:guide>
        <p15:guide id="3" orient="horz" pos="3297">
          <p15:clr>
            <a:srgbClr val="FBAE40"/>
          </p15:clr>
        </p15:guide>
        <p15:guide id="6" pos="60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全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9294041" y="6289679"/>
            <a:ext cx="965947" cy="222436"/>
          </a:xfrm>
          <a:prstGeom prst="rect">
            <a:avLst/>
          </a:prstGeom>
        </p:spPr>
        <p:txBody>
          <a:bodyPr/>
          <a:lstStyle/>
          <a:p>
            <a:endParaRPr lang="en-US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E589FDF-5BAC-7CB7-1D91-F65CD7223C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524302" y="6283422"/>
            <a:ext cx="3600450" cy="254000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rgbClr val="FFC000"/>
                </a:solidFill>
              </a:defRPr>
            </a:lvl1pPr>
          </a:lstStyle>
          <a:p>
            <a:pPr lvl="0"/>
            <a:r>
              <a:rPr lang="zh-TW" altLang="en-US" dirty="0"/>
              <a:t>範例路徑</a:t>
            </a:r>
          </a:p>
        </p:txBody>
      </p:sp>
    </p:spTree>
    <p:extLst>
      <p:ext uri="{BB962C8B-B14F-4D97-AF65-F5344CB8AC3E}">
        <p14:creationId xmlns:p14="http://schemas.microsoft.com/office/powerpoint/2010/main" val="408047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28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599" y="120764"/>
            <a:ext cx="10993423" cy="6177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dirty="0"/>
              <a:t>按一下以編輯母片標題樣式</a:t>
            </a:r>
            <a:r>
              <a:rPr lang="en-US" altLang="zh-TW" dirty="0"/>
              <a:t>0</a:t>
            </a:r>
            <a:endParaRPr lang="zh-TW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599" y="745152"/>
            <a:ext cx="10993423" cy="505267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dirty="0"/>
              <a:t>按一下以編輯母片文字樣式</a:t>
            </a:r>
            <a:r>
              <a:rPr lang="en-US" altLang="zh-TW" dirty="0"/>
              <a:t>01</a:t>
            </a:r>
          </a:p>
          <a:p>
            <a:pPr lvl="1"/>
            <a:r>
              <a:rPr lang="zh-TW" altLang="en-US" dirty="0"/>
              <a:t>第二層 </a:t>
            </a:r>
            <a:r>
              <a:rPr lang="en-US" altLang="zh-TW" dirty="0"/>
              <a:t>02</a:t>
            </a:r>
          </a:p>
          <a:p>
            <a:pPr lvl="2"/>
            <a:r>
              <a:rPr lang="zh-TW" altLang="en-US" dirty="0"/>
              <a:t>第三層 </a:t>
            </a:r>
            <a:r>
              <a:rPr lang="en-US" altLang="zh-TW" dirty="0"/>
              <a:t>03</a:t>
            </a:r>
          </a:p>
          <a:p>
            <a:pPr lvl="3"/>
            <a:r>
              <a:rPr lang="zh-TW" altLang="en-US" dirty="0"/>
              <a:t>第四層 </a:t>
            </a:r>
            <a:r>
              <a:rPr lang="en-US" altLang="zh-TW" dirty="0"/>
              <a:t>04</a:t>
            </a:r>
          </a:p>
          <a:p>
            <a:pPr lvl="4"/>
            <a:r>
              <a:rPr lang="zh-TW" altLang="en-US" dirty="0"/>
              <a:t>第五層 </a:t>
            </a:r>
            <a:r>
              <a:rPr lang="en-US" altLang="zh-TW" dirty="0"/>
              <a:t>05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066095" y="6282116"/>
            <a:ext cx="5317864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800">
                <a:solidFill>
                  <a:schemeClr val="tx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3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800">
                <a:solidFill>
                  <a:schemeClr val="tx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31375A4-56A4-47D6-9801-1991572033F7}" type="slidenum">
              <a:rPr lang="en-US" altLang="zh-TW" smtClean="0"/>
              <a:pPr/>
              <a:t>‹#›</a:t>
            </a:fld>
            <a:endParaRPr lang="en-US" altLang="zh-TW"/>
          </a:p>
        </p:txBody>
      </p:sp>
      <p:cxnSp>
        <p:nvCxnSpPr>
          <p:cNvPr id="148" name="直線接點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BE0835-467C-AFC2-5EAB-775AA1E7C074}"/>
              </a:ext>
            </a:extLst>
          </p:cNvPr>
          <p:cNvSpPr/>
          <p:nvPr userDrawn="1"/>
        </p:nvSpPr>
        <p:spPr>
          <a:xfrm>
            <a:off x="-2452099" y="2914062"/>
            <a:ext cx="311118" cy="186846"/>
          </a:xfrm>
          <a:prstGeom prst="rect">
            <a:avLst/>
          </a:prstGeom>
          <a:solidFill>
            <a:srgbClr val="B2D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FE637E-8E9D-CBA9-0A5A-B49F9F008561}"/>
              </a:ext>
            </a:extLst>
          </p:cNvPr>
          <p:cNvSpPr/>
          <p:nvPr userDrawn="1"/>
        </p:nvSpPr>
        <p:spPr>
          <a:xfrm>
            <a:off x="-2452099" y="3098527"/>
            <a:ext cx="311118" cy="186846"/>
          </a:xfrm>
          <a:prstGeom prst="rect">
            <a:avLst/>
          </a:prstGeom>
          <a:solidFill>
            <a:srgbClr val="0054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3B31AF-D193-DECB-32F0-8D640D1EEE3F}"/>
              </a:ext>
            </a:extLst>
          </p:cNvPr>
          <p:cNvSpPr/>
          <p:nvPr userDrawn="1"/>
        </p:nvSpPr>
        <p:spPr>
          <a:xfrm>
            <a:off x="-2460332" y="127533"/>
            <a:ext cx="311118" cy="186846"/>
          </a:xfrm>
          <a:prstGeom prst="rect">
            <a:avLst/>
          </a:prstGeom>
          <a:solidFill>
            <a:srgbClr val="009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128412-AA32-ECA8-376B-8E9BCC37E520}"/>
              </a:ext>
            </a:extLst>
          </p:cNvPr>
          <p:cNvSpPr/>
          <p:nvPr userDrawn="1"/>
        </p:nvSpPr>
        <p:spPr>
          <a:xfrm>
            <a:off x="-2460332" y="314379"/>
            <a:ext cx="311118" cy="186846"/>
          </a:xfrm>
          <a:prstGeom prst="rect">
            <a:avLst/>
          </a:prstGeom>
          <a:solidFill>
            <a:srgbClr val="D141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EE80C5-8E67-E6B1-BBB7-A6A399459CD2}"/>
              </a:ext>
            </a:extLst>
          </p:cNvPr>
          <p:cNvSpPr/>
          <p:nvPr userDrawn="1"/>
        </p:nvSpPr>
        <p:spPr>
          <a:xfrm>
            <a:off x="-2460332" y="501225"/>
            <a:ext cx="311118" cy="186846"/>
          </a:xfrm>
          <a:prstGeom prst="rect">
            <a:avLst/>
          </a:prstGeom>
          <a:solidFill>
            <a:srgbClr val="EE5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02CBED-22E8-C344-3F09-86751E7454D9}"/>
              </a:ext>
            </a:extLst>
          </p:cNvPr>
          <p:cNvSpPr/>
          <p:nvPr userDrawn="1"/>
        </p:nvSpPr>
        <p:spPr>
          <a:xfrm>
            <a:off x="-2460332" y="689701"/>
            <a:ext cx="311118" cy="186846"/>
          </a:xfrm>
          <a:prstGeom prst="rect">
            <a:avLst/>
          </a:prstGeom>
          <a:solidFill>
            <a:srgbClr val="E3D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90FF1D-C0CC-2C0F-FC3C-C5346A92DF2E}"/>
              </a:ext>
            </a:extLst>
          </p:cNvPr>
          <p:cNvSpPr/>
          <p:nvPr userDrawn="1"/>
        </p:nvSpPr>
        <p:spPr>
          <a:xfrm>
            <a:off x="-2460332" y="874917"/>
            <a:ext cx="311118" cy="186846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05117A-BBBB-E42E-E62C-7C25AE52C564}"/>
              </a:ext>
            </a:extLst>
          </p:cNvPr>
          <p:cNvSpPr/>
          <p:nvPr userDrawn="1"/>
        </p:nvSpPr>
        <p:spPr>
          <a:xfrm>
            <a:off x="-2460332" y="1060414"/>
            <a:ext cx="311118" cy="186846"/>
          </a:xfrm>
          <a:prstGeom prst="rect">
            <a:avLst/>
          </a:prstGeom>
          <a:solidFill>
            <a:srgbClr val="1290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0C5C29-86AB-BF45-F6C3-294A520D21CA}"/>
              </a:ext>
            </a:extLst>
          </p:cNvPr>
          <p:cNvSpPr/>
          <p:nvPr userDrawn="1"/>
        </p:nvSpPr>
        <p:spPr>
          <a:xfrm>
            <a:off x="-2460332" y="1246496"/>
            <a:ext cx="311118" cy="186846"/>
          </a:xfrm>
          <a:prstGeom prst="rect">
            <a:avLst/>
          </a:prstGeom>
          <a:solidFill>
            <a:srgbClr val="D728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E9328A-3F06-7C4D-BB64-BBD96A0AC8C9}"/>
              </a:ext>
            </a:extLst>
          </p:cNvPr>
          <p:cNvSpPr/>
          <p:nvPr userDrawn="1"/>
        </p:nvSpPr>
        <p:spPr>
          <a:xfrm>
            <a:off x="-2460332" y="1431926"/>
            <a:ext cx="311118" cy="18684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E358EA-6E92-08DE-CE8B-3298C9CAE05F}"/>
              </a:ext>
            </a:extLst>
          </p:cNvPr>
          <p:cNvSpPr/>
          <p:nvPr userDrawn="1"/>
        </p:nvSpPr>
        <p:spPr>
          <a:xfrm>
            <a:off x="-2460332" y="1618772"/>
            <a:ext cx="31111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EB6DDD-52B5-59E4-FF02-B6A95972BCE6}"/>
              </a:ext>
            </a:extLst>
          </p:cNvPr>
          <p:cNvSpPr/>
          <p:nvPr userDrawn="1"/>
        </p:nvSpPr>
        <p:spPr>
          <a:xfrm>
            <a:off x="-2460332" y="1805618"/>
            <a:ext cx="31111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48035C-D139-DE5E-A6E9-F63DDC097A9E}"/>
              </a:ext>
            </a:extLst>
          </p:cNvPr>
          <p:cNvSpPr/>
          <p:nvPr userDrawn="1"/>
        </p:nvSpPr>
        <p:spPr>
          <a:xfrm>
            <a:off x="-2460332" y="1982074"/>
            <a:ext cx="31111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880BEC-A861-5B7E-12B3-1E2BE33DC06D}"/>
              </a:ext>
            </a:extLst>
          </p:cNvPr>
          <p:cNvSpPr/>
          <p:nvPr userDrawn="1"/>
        </p:nvSpPr>
        <p:spPr>
          <a:xfrm>
            <a:off x="-2460332" y="2169059"/>
            <a:ext cx="31111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C13DDC-3B83-178F-7954-6D4ECD6F3D97}"/>
              </a:ext>
            </a:extLst>
          </p:cNvPr>
          <p:cNvSpPr/>
          <p:nvPr userDrawn="1"/>
        </p:nvSpPr>
        <p:spPr>
          <a:xfrm>
            <a:off x="-2460332" y="2355905"/>
            <a:ext cx="31111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357512-EFDF-F91A-7EB2-459C483B92B9}"/>
              </a:ext>
            </a:extLst>
          </p:cNvPr>
          <p:cNvSpPr/>
          <p:nvPr userDrawn="1"/>
        </p:nvSpPr>
        <p:spPr>
          <a:xfrm>
            <a:off x="-2460332" y="1616391"/>
            <a:ext cx="31111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75D8C8-A584-576E-69F8-1A6322B2EDE6}"/>
              </a:ext>
            </a:extLst>
          </p:cNvPr>
          <p:cNvSpPr/>
          <p:nvPr userDrawn="1"/>
        </p:nvSpPr>
        <p:spPr>
          <a:xfrm>
            <a:off x="-2460332" y="1803237"/>
            <a:ext cx="244988" cy="186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2CC8A5-21F2-0796-97CA-E3F70DB8A7FE}"/>
              </a:ext>
            </a:extLst>
          </p:cNvPr>
          <p:cNvSpPr/>
          <p:nvPr userDrawn="1"/>
        </p:nvSpPr>
        <p:spPr>
          <a:xfrm>
            <a:off x="-2460332" y="1987702"/>
            <a:ext cx="244988" cy="186846"/>
          </a:xfrm>
          <a:prstGeom prst="rect">
            <a:avLst/>
          </a:prstGeom>
          <a:solidFill>
            <a:srgbClr val="979A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C42375-0224-E764-4978-17D3EC9F143E}"/>
              </a:ext>
            </a:extLst>
          </p:cNvPr>
          <p:cNvSpPr/>
          <p:nvPr userDrawn="1"/>
        </p:nvSpPr>
        <p:spPr>
          <a:xfrm>
            <a:off x="-2460332" y="2172167"/>
            <a:ext cx="244988" cy="186846"/>
          </a:xfrm>
          <a:prstGeom prst="rect">
            <a:avLst/>
          </a:prstGeom>
          <a:solidFill>
            <a:srgbClr val="B2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B43CAE-4CAE-5BEE-D0C9-00FF16626A65}"/>
              </a:ext>
            </a:extLst>
          </p:cNvPr>
          <p:cNvSpPr/>
          <p:nvPr userDrawn="1"/>
        </p:nvSpPr>
        <p:spPr>
          <a:xfrm>
            <a:off x="-2460332" y="2359013"/>
            <a:ext cx="244988" cy="186846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3CE717-2B14-7F15-FB9A-697CD58377EC}"/>
              </a:ext>
            </a:extLst>
          </p:cNvPr>
          <p:cNvSpPr/>
          <p:nvPr userDrawn="1"/>
        </p:nvSpPr>
        <p:spPr>
          <a:xfrm>
            <a:off x="-2460332" y="2545859"/>
            <a:ext cx="244988" cy="18684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16213-04FD-2C3E-0A47-DB0E585B5B50}"/>
              </a:ext>
            </a:extLst>
          </p:cNvPr>
          <p:cNvSpPr/>
          <p:nvPr userDrawn="1"/>
        </p:nvSpPr>
        <p:spPr>
          <a:xfrm>
            <a:off x="-2460332" y="2731356"/>
            <a:ext cx="244988" cy="18684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F968D5-01E5-217E-C63B-71C4F8B37373}"/>
              </a:ext>
            </a:extLst>
          </p:cNvPr>
          <p:cNvSpPr/>
          <p:nvPr userDrawn="1"/>
        </p:nvSpPr>
        <p:spPr>
          <a:xfrm>
            <a:off x="-2215344" y="127533"/>
            <a:ext cx="311118" cy="186846"/>
          </a:xfrm>
          <a:prstGeom prst="rect">
            <a:avLst/>
          </a:prstGeom>
          <a:solidFill>
            <a:srgbClr val="FCE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BB1DE31-07CD-DA57-34A4-8AFCDAB59F23}"/>
              </a:ext>
            </a:extLst>
          </p:cNvPr>
          <p:cNvSpPr/>
          <p:nvPr userDrawn="1"/>
        </p:nvSpPr>
        <p:spPr>
          <a:xfrm>
            <a:off x="-2215344" y="314379"/>
            <a:ext cx="311118" cy="186846"/>
          </a:xfrm>
          <a:prstGeom prst="rect">
            <a:avLst/>
          </a:prstGeom>
          <a:solidFill>
            <a:srgbClr val="F6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9704FC-C551-B3BD-8C2A-5334754D87CC}"/>
              </a:ext>
            </a:extLst>
          </p:cNvPr>
          <p:cNvSpPr/>
          <p:nvPr userDrawn="1"/>
        </p:nvSpPr>
        <p:spPr>
          <a:xfrm>
            <a:off x="-2215344" y="501225"/>
            <a:ext cx="311118" cy="186846"/>
          </a:xfrm>
          <a:prstGeom prst="rect">
            <a:avLst/>
          </a:prstGeom>
          <a:solidFill>
            <a:srgbClr val="F5C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FEF66E-ADF5-FF69-7C86-CAE4FDFDDC3E}"/>
              </a:ext>
            </a:extLst>
          </p:cNvPr>
          <p:cNvSpPr/>
          <p:nvPr userDrawn="1"/>
        </p:nvSpPr>
        <p:spPr>
          <a:xfrm>
            <a:off x="-2215344" y="681721"/>
            <a:ext cx="311118" cy="194826"/>
          </a:xfrm>
          <a:prstGeom prst="rect">
            <a:avLst/>
          </a:prstGeom>
          <a:solidFill>
            <a:srgbClr val="F2AD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F8BFADC-7980-7D7E-D3FC-77D317EDE01C}"/>
              </a:ext>
            </a:extLst>
          </p:cNvPr>
          <p:cNvSpPr/>
          <p:nvPr userDrawn="1"/>
        </p:nvSpPr>
        <p:spPr>
          <a:xfrm>
            <a:off x="-2215344" y="874917"/>
            <a:ext cx="311118" cy="186846"/>
          </a:xfrm>
          <a:prstGeom prst="rect">
            <a:avLst/>
          </a:prstGeom>
          <a:solidFill>
            <a:srgbClr val="F19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15DC106-548A-647F-D721-C3E6EBFF20D3}"/>
              </a:ext>
            </a:extLst>
          </p:cNvPr>
          <p:cNvSpPr/>
          <p:nvPr userDrawn="1"/>
        </p:nvSpPr>
        <p:spPr>
          <a:xfrm>
            <a:off x="-2215344" y="1060414"/>
            <a:ext cx="311118" cy="186846"/>
          </a:xfrm>
          <a:prstGeom prst="rect">
            <a:avLst/>
          </a:prstGeom>
          <a:solidFill>
            <a:srgbClr val="ED8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30FB32-47C6-EF5B-27F1-5A4F02035B25}"/>
              </a:ext>
            </a:extLst>
          </p:cNvPr>
          <p:cNvSpPr/>
          <p:nvPr userDrawn="1"/>
        </p:nvSpPr>
        <p:spPr>
          <a:xfrm>
            <a:off x="-2215344" y="1246496"/>
            <a:ext cx="311118" cy="186846"/>
          </a:xfrm>
          <a:prstGeom prst="rect">
            <a:avLst/>
          </a:prstGeom>
          <a:solidFill>
            <a:srgbClr val="EB6D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E26DDA-FC97-653C-B924-2DD09775627C}"/>
              </a:ext>
            </a:extLst>
          </p:cNvPr>
          <p:cNvSpPr/>
          <p:nvPr userDrawn="1"/>
        </p:nvSpPr>
        <p:spPr>
          <a:xfrm>
            <a:off x="-2215344" y="1431926"/>
            <a:ext cx="311118" cy="186846"/>
          </a:xfrm>
          <a:prstGeom prst="rect">
            <a:avLst/>
          </a:prstGeom>
          <a:solidFill>
            <a:srgbClr val="EB6D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FCDA1E-56DE-F263-E486-98EE45B226E8}"/>
              </a:ext>
            </a:extLst>
          </p:cNvPr>
          <p:cNvSpPr/>
          <p:nvPr userDrawn="1"/>
        </p:nvSpPr>
        <p:spPr>
          <a:xfrm>
            <a:off x="-2215344" y="1618772"/>
            <a:ext cx="311118" cy="186846"/>
          </a:xfrm>
          <a:prstGeom prst="rect">
            <a:avLst/>
          </a:prstGeom>
          <a:solidFill>
            <a:srgbClr val="F26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8D74B6E-3F1B-44CE-1F25-F1EE44E8B2D1}"/>
              </a:ext>
            </a:extLst>
          </p:cNvPr>
          <p:cNvSpPr/>
          <p:nvPr userDrawn="1"/>
        </p:nvSpPr>
        <p:spPr>
          <a:xfrm>
            <a:off x="-2215344" y="1805618"/>
            <a:ext cx="311118" cy="186846"/>
          </a:xfrm>
          <a:prstGeom prst="rect">
            <a:avLst/>
          </a:prstGeom>
          <a:solidFill>
            <a:srgbClr val="E374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B9DB29-D71A-1A81-5406-FCD5444D7F74}"/>
              </a:ext>
            </a:extLst>
          </p:cNvPr>
          <p:cNvSpPr/>
          <p:nvPr userDrawn="1"/>
        </p:nvSpPr>
        <p:spPr>
          <a:xfrm>
            <a:off x="-2215344" y="1982074"/>
            <a:ext cx="311118" cy="186846"/>
          </a:xfrm>
          <a:prstGeom prst="rect">
            <a:avLst/>
          </a:prstGeom>
          <a:solidFill>
            <a:srgbClr val="FF79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4BF3F28-3C53-6241-CDF1-88239646A9D7}"/>
              </a:ext>
            </a:extLst>
          </p:cNvPr>
          <p:cNvSpPr/>
          <p:nvPr userDrawn="1"/>
        </p:nvSpPr>
        <p:spPr>
          <a:xfrm>
            <a:off x="-2215344" y="2169059"/>
            <a:ext cx="311118" cy="186846"/>
          </a:xfrm>
          <a:prstGeom prst="rect">
            <a:avLst/>
          </a:prstGeom>
          <a:solidFill>
            <a:srgbClr val="FF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1C7DC5B-923B-37BF-6A54-0A2191C278A0}"/>
              </a:ext>
            </a:extLst>
          </p:cNvPr>
          <p:cNvSpPr/>
          <p:nvPr userDrawn="1"/>
        </p:nvSpPr>
        <p:spPr>
          <a:xfrm>
            <a:off x="-2215344" y="2355905"/>
            <a:ext cx="311118" cy="186846"/>
          </a:xfrm>
          <a:prstGeom prst="rect">
            <a:avLst/>
          </a:prstGeom>
          <a:solidFill>
            <a:srgbClr val="FF2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06038B-17F9-5B83-EC3B-7831246BD919}"/>
              </a:ext>
            </a:extLst>
          </p:cNvPr>
          <p:cNvSpPr/>
          <p:nvPr userDrawn="1"/>
        </p:nvSpPr>
        <p:spPr>
          <a:xfrm>
            <a:off x="-2215344" y="2542751"/>
            <a:ext cx="311118" cy="186846"/>
          </a:xfrm>
          <a:prstGeom prst="rect">
            <a:avLst/>
          </a:prstGeom>
          <a:solidFill>
            <a:srgbClr val="FF0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940045-CB7F-4E5B-4A93-858380B298BB}"/>
              </a:ext>
            </a:extLst>
          </p:cNvPr>
          <p:cNvSpPr/>
          <p:nvPr userDrawn="1"/>
        </p:nvSpPr>
        <p:spPr>
          <a:xfrm>
            <a:off x="-2215344" y="2729597"/>
            <a:ext cx="311118" cy="186846"/>
          </a:xfrm>
          <a:prstGeom prst="rect">
            <a:avLst/>
          </a:prstGeom>
          <a:solidFill>
            <a:srgbClr val="EE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44B7E79-066A-FFE4-F265-22AC921ADC48}"/>
              </a:ext>
            </a:extLst>
          </p:cNvPr>
          <p:cNvSpPr/>
          <p:nvPr userDrawn="1"/>
        </p:nvSpPr>
        <p:spPr>
          <a:xfrm>
            <a:off x="-2215344" y="2914062"/>
            <a:ext cx="311118" cy="186846"/>
          </a:xfrm>
          <a:prstGeom prst="rect">
            <a:avLst/>
          </a:prstGeom>
          <a:solidFill>
            <a:srgbClr val="B2D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5C082CF-5C9B-3E2D-6569-638FCE37BA2C}"/>
              </a:ext>
            </a:extLst>
          </p:cNvPr>
          <p:cNvSpPr/>
          <p:nvPr userDrawn="1"/>
        </p:nvSpPr>
        <p:spPr>
          <a:xfrm>
            <a:off x="-2215344" y="3098527"/>
            <a:ext cx="311118" cy="186846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EEAF46D-6EB6-E067-4A3F-669092CDCA36}"/>
              </a:ext>
            </a:extLst>
          </p:cNvPr>
          <p:cNvSpPr/>
          <p:nvPr userDrawn="1"/>
        </p:nvSpPr>
        <p:spPr>
          <a:xfrm>
            <a:off x="-2215344" y="3285373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44F8531-0549-3127-3A07-4915C9A2038C}"/>
              </a:ext>
            </a:extLst>
          </p:cNvPr>
          <p:cNvSpPr/>
          <p:nvPr userDrawn="1"/>
        </p:nvSpPr>
        <p:spPr>
          <a:xfrm>
            <a:off x="-2215344" y="3472219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0F2948B-4EC9-BF37-2CEF-831744D0C07F}"/>
              </a:ext>
            </a:extLst>
          </p:cNvPr>
          <p:cNvSpPr/>
          <p:nvPr userDrawn="1"/>
        </p:nvSpPr>
        <p:spPr>
          <a:xfrm>
            <a:off x="-2215344" y="3657716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5762DF-6F99-B5EC-0CCF-EB983913867A}"/>
              </a:ext>
            </a:extLst>
          </p:cNvPr>
          <p:cNvSpPr/>
          <p:nvPr userDrawn="1"/>
        </p:nvSpPr>
        <p:spPr>
          <a:xfrm>
            <a:off x="-1962171" y="127533"/>
            <a:ext cx="311118" cy="186846"/>
          </a:xfrm>
          <a:prstGeom prst="rect">
            <a:avLst/>
          </a:prstGeom>
          <a:solidFill>
            <a:srgbClr val="F3FE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029C295-CA8D-9BA0-FE58-DFF84C4B89A2}"/>
              </a:ext>
            </a:extLst>
          </p:cNvPr>
          <p:cNvSpPr/>
          <p:nvPr userDrawn="1"/>
        </p:nvSpPr>
        <p:spPr>
          <a:xfrm>
            <a:off x="-1962171" y="311998"/>
            <a:ext cx="311118" cy="186846"/>
          </a:xfrm>
          <a:prstGeom prst="rect">
            <a:avLst/>
          </a:prstGeom>
          <a:solidFill>
            <a:srgbClr val="E4F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5B639EC-F3AA-20D3-D651-FAA3EF432483}"/>
              </a:ext>
            </a:extLst>
          </p:cNvPr>
          <p:cNvSpPr/>
          <p:nvPr userDrawn="1"/>
        </p:nvSpPr>
        <p:spPr>
          <a:xfrm>
            <a:off x="-1962891" y="498250"/>
            <a:ext cx="311118" cy="186846"/>
          </a:xfrm>
          <a:prstGeom prst="rect">
            <a:avLst/>
          </a:prstGeom>
          <a:solidFill>
            <a:srgbClr val="D8F9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45A2134-6820-B4A7-905A-FEB7F093EA68}"/>
              </a:ext>
            </a:extLst>
          </p:cNvPr>
          <p:cNvSpPr/>
          <p:nvPr userDrawn="1"/>
        </p:nvSpPr>
        <p:spPr>
          <a:xfrm>
            <a:off x="-1970356" y="678546"/>
            <a:ext cx="311118" cy="186846"/>
          </a:xfrm>
          <a:prstGeom prst="rect">
            <a:avLst/>
          </a:prstGeom>
          <a:solidFill>
            <a:srgbClr val="C0F7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C663642-766E-85B4-2109-533707A6D1D8}"/>
              </a:ext>
            </a:extLst>
          </p:cNvPr>
          <p:cNvSpPr/>
          <p:nvPr userDrawn="1"/>
        </p:nvSpPr>
        <p:spPr>
          <a:xfrm>
            <a:off x="-1964331" y="868567"/>
            <a:ext cx="311118" cy="186846"/>
          </a:xfrm>
          <a:prstGeom prst="rect">
            <a:avLst/>
          </a:prstGeom>
          <a:solidFill>
            <a:srgbClr val="ADF5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5D0D16C-E097-646D-7AD7-5EA5AE39AD4F}"/>
              </a:ext>
            </a:extLst>
          </p:cNvPr>
          <p:cNvSpPr/>
          <p:nvPr userDrawn="1"/>
        </p:nvSpPr>
        <p:spPr>
          <a:xfrm>
            <a:off x="-1962171" y="1049434"/>
            <a:ext cx="311118" cy="197826"/>
          </a:xfrm>
          <a:prstGeom prst="rect">
            <a:avLst/>
          </a:prstGeom>
          <a:solidFill>
            <a:srgbClr val="ADF5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E465CD9-7B70-1E27-FA03-BD9BE4984E91}"/>
              </a:ext>
            </a:extLst>
          </p:cNvPr>
          <p:cNvSpPr/>
          <p:nvPr userDrawn="1"/>
        </p:nvSpPr>
        <p:spPr>
          <a:xfrm>
            <a:off x="-1962171" y="1246496"/>
            <a:ext cx="311118" cy="186846"/>
          </a:xfrm>
          <a:prstGeom prst="rect">
            <a:avLst/>
          </a:prstGeom>
          <a:solidFill>
            <a:srgbClr val="84F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A9D6778-86EA-34CE-6ED6-5F02A8C7E4EC}"/>
              </a:ext>
            </a:extLst>
          </p:cNvPr>
          <p:cNvSpPr/>
          <p:nvPr userDrawn="1"/>
        </p:nvSpPr>
        <p:spPr>
          <a:xfrm>
            <a:off x="-1962171" y="1431926"/>
            <a:ext cx="311118" cy="186846"/>
          </a:xfrm>
          <a:prstGeom prst="rect">
            <a:avLst/>
          </a:prstGeom>
          <a:solidFill>
            <a:srgbClr val="7BEC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C539F57-294F-2974-B580-F6EE7476A772}"/>
              </a:ext>
            </a:extLst>
          </p:cNvPr>
          <p:cNvSpPr/>
          <p:nvPr userDrawn="1"/>
        </p:nvSpPr>
        <p:spPr>
          <a:xfrm>
            <a:off x="-1962171" y="1618772"/>
            <a:ext cx="311118" cy="186846"/>
          </a:xfrm>
          <a:prstGeom prst="rect">
            <a:avLst/>
          </a:prstGeom>
          <a:solidFill>
            <a:srgbClr val="64ED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0394506-FAC7-D3B9-67B2-89921392102C}"/>
              </a:ext>
            </a:extLst>
          </p:cNvPr>
          <p:cNvSpPr/>
          <p:nvPr userDrawn="1"/>
        </p:nvSpPr>
        <p:spPr>
          <a:xfrm>
            <a:off x="-1962171" y="1805618"/>
            <a:ext cx="254462" cy="186846"/>
          </a:xfrm>
          <a:prstGeom prst="rect">
            <a:avLst/>
          </a:prstGeom>
          <a:solidFill>
            <a:srgbClr val="D1E6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546A000-205B-7C26-BE6D-98788BB5FF3A}"/>
              </a:ext>
            </a:extLst>
          </p:cNvPr>
          <p:cNvSpPr/>
          <p:nvPr userDrawn="1"/>
        </p:nvSpPr>
        <p:spPr>
          <a:xfrm>
            <a:off x="-1962171" y="1982074"/>
            <a:ext cx="254462" cy="186846"/>
          </a:xfrm>
          <a:prstGeom prst="rect">
            <a:avLst/>
          </a:prstGeom>
          <a:solidFill>
            <a:srgbClr val="C7D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AE5DFD3-8CC0-0BF6-A33D-69BD868D29D9}"/>
              </a:ext>
            </a:extLst>
          </p:cNvPr>
          <p:cNvSpPr/>
          <p:nvPr userDrawn="1"/>
        </p:nvSpPr>
        <p:spPr>
          <a:xfrm>
            <a:off x="-1962171" y="2914062"/>
            <a:ext cx="311118" cy="186846"/>
          </a:xfrm>
          <a:prstGeom prst="rect">
            <a:avLst/>
          </a:prstGeom>
          <a:solidFill>
            <a:srgbClr val="F3B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491882C-867C-312C-6CD2-A7BCE7EBDCDE}"/>
              </a:ext>
            </a:extLst>
          </p:cNvPr>
          <p:cNvSpPr/>
          <p:nvPr userDrawn="1"/>
        </p:nvSpPr>
        <p:spPr>
          <a:xfrm>
            <a:off x="-1962171" y="3098527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F6D4F4F-D27A-82A3-95B5-2D4A331FB711}"/>
              </a:ext>
            </a:extLst>
          </p:cNvPr>
          <p:cNvSpPr/>
          <p:nvPr userDrawn="1"/>
        </p:nvSpPr>
        <p:spPr>
          <a:xfrm>
            <a:off x="-1962171" y="3285373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6B1FEBA-1248-2025-6748-3579F5831369}"/>
              </a:ext>
            </a:extLst>
          </p:cNvPr>
          <p:cNvSpPr/>
          <p:nvPr userDrawn="1"/>
        </p:nvSpPr>
        <p:spPr>
          <a:xfrm>
            <a:off x="-1962171" y="3472219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0E1CAB2-8256-AD39-0A88-B69A3E972C28}"/>
              </a:ext>
            </a:extLst>
          </p:cNvPr>
          <p:cNvSpPr/>
          <p:nvPr userDrawn="1"/>
        </p:nvSpPr>
        <p:spPr>
          <a:xfrm>
            <a:off x="-1962171" y="3657716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A3690AD-47AE-62BC-6C92-814A6566893B}"/>
              </a:ext>
            </a:extLst>
          </p:cNvPr>
          <p:cNvSpPr/>
          <p:nvPr userDrawn="1"/>
        </p:nvSpPr>
        <p:spPr>
          <a:xfrm>
            <a:off x="-1710331" y="127533"/>
            <a:ext cx="311118" cy="186846"/>
          </a:xfrm>
          <a:prstGeom prst="rect">
            <a:avLst/>
          </a:prstGeom>
          <a:solidFill>
            <a:srgbClr val="DCF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4F7D3171-48B4-5804-5910-7A5FA2BDC312}"/>
              </a:ext>
            </a:extLst>
          </p:cNvPr>
          <p:cNvSpPr/>
          <p:nvPr userDrawn="1"/>
        </p:nvSpPr>
        <p:spPr>
          <a:xfrm>
            <a:off x="-1710331" y="314379"/>
            <a:ext cx="311118" cy="186846"/>
          </a:xfrm>
          <a:prstGeom prst="rect">
            <a:avLst/>
          </a:prstGeom>
          <a:solidFill>
            <a:srgbClr val="B5F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30EF3D13-B37B-0982-0FAE-F282E7C36368}"/>
              </a:ext>
            </a:extLst>
          </p:cNvPr>
          <p:cNvSpPr/>
          <p:nvPr userDrawn="1"/>
        </p:nvSpPr>
        <p:spPr>
          <a:xfrm>
            <a:off x="-1710331" y="501225"/>
            <a:ext cx="311118" cy="186846"/>
          </a:xfrm>
          <a:prstGeom prst="rect">
            <a:avLst/>
          </a:prstGeom>
          <a:solidFill>
            <a:srgbClr val="A4F7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DF328D7-56D1-A944-4408-ABB7B31B4EFC}"/>
              </a:ext>
            </a:extLst>
          </p:cNvPr>
          <p:cNvSpPr/>
          <p:nvPr userDrawn="1"/>
        </p:nvSpPr>
        <p:spPr>
          <a:xfrm>
            <a:off x="-1710331" y="689701"/>
            <a:ext cx="311118" cy="186846"/>
          </a:xfrm>
          <a:prstGeom prst="rect">
            <a:avLst/>
          </a:prstGeom>
          <a:solidFill>
            <a:srgbClr val="8FF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57AA0E11-7002-EFE9-E507-937A1DD49F92}"/>
              </a:ext>
            </a:extLst>
          </p:cNvPr>
          <p:cNvSpPr/>
          <p:nvPr userDrawn="1"/>
        </p:nvSpPr>
        <p:spPr>
          <a:xfrm>
            <a:off x="-1710331" y="874917"/>
            <a:ext cx="311118" cy="186846"/>
          </a:xfrm>
          <a:prstGeom prst="rect">
            <a:avLst/>
          </a:prstGeom>
          <a:solidFill>
            <a:srgbClr val="7EF2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53B7A6F-591B-9B2D-9257-7DA5037CFA25}"/>
              </a:ext>
            </a:extLst>
          </p:cNvPr>
          <p:cNvSpPr/>
          <p:nvPr userDrawn="1"/>
        </p:nvSpPr>
        <p:spPr>
          <a:xfrm>
            <a:off x="-1710331" y="1060414"/>
            <a:ext cx="311118" cy="186846"/>
          </a:xfrm>
          <a:prstGeom prst="rect">
            <a:avLst/>
          </a:prstGeom>
          <a:solidFill>
            <a:srgbClr val="7AEF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E11B67C-30E8-BC3C-BA49-C10B96845AF8}"/>
              </a:ext>
            </a:extLst>
          </p:cNvPr>
          <p:cNvSpPr/>
          <p:nvPr userDrawn="1"/>
        </p:nvSpPr>
        <p:spPr>
          <a:xfrm>
            <a:off x="-1710331" y="1246496"/>
            <a:ext cx="311118" cy="186846"/>
          </a:xfrm>
          <a:prstGeom prst="rect">
            <a:avLst/>
          </a:prstGeom>
          <a:solidFill>
            <a:srgbClr val="73D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7D2CA18-A3F4-9A30-F421-0F3BEB1478C2}"/>
              </a:ext>
            </a:extLst>
          </p:cNvPr>
          <p:cNvSpPr/>
          <p:nvPr userDrawn="1"/>
        </p:nvSpPr>
        <p:spPr>
          <a:xfrm>
            <a:off x="-1710331" y="1431926"/>
            <a:ext cx="311118" cy="186846"/>
          </a:xfrm>
          <a:prstGeom prst="rect">
            <a:avLst/>
          </a:prstGeom>
          <a:solidFill>
            <a:srgbClr val="69C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41F6B12-BF09-1366-2C59-966737CFFCF3}"/>
              </a:ext>
            </a:extLst>
          </p:cNvPr>
          <p:cNvSpPr/>
          <p:nvPr userDrawn="1"/>
        </p:nvSpPr>
        <p:spPr>
          <a:xfrm>
            <a:off x="-1710331" y="1618772"/>
            <a:ext cx="311118" cy="186846"/>
          </a:xfrm>
          <a:prstGeom prst="rect">
            <a:avLst/>
          </a:prstGeom>
          <a:solidFill>
            <a:srgbClr val="5AC5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AE8222E-3D59-EAC9-A1C5-338642D5F56E}"/>
              </a:ext>
            </a:extLst>
          </p:cNvPr>
          <p:cNvSpPr/>
          <p:nvPr userDrawn="1"/>
        </p:nvSpPr>
        <p:spPr>
          <a:xfrm>
            <a:off x="-1710331" y="1805618"/>
            <a:ext cx="311118" cy="186846"/>
          </a:xfrm>
          <a:prstGeom prst="rect">
            <a:avLst/>
          </a:prstGeom>
          <a:solidFill>
            <a:srgbClr val="4CB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A8901683-6224-497B-A814-C77DDC7C4C96}"/>
              </a:ext>
            </a:extLst>
          </p:cNvPr>
          <p:cNvSpPr/>
          <p:nvPr userDrawn="1"/>
        </p:nvSpPr>
        <p:spPr>
          <a:xfrm>
            <a:off x="-1710331" y="1982074"/>
            <a:ext cx="311118" cy="186846"/>
          </a:xfrm>
          <a:prstGeom prst="rect">
            <a:avLst/>
          </a:prstGeom>
          <a:solidFill>
            <a:srgbClr val="DEDA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D811395A-02C8-47FD-3AE7-EE6F231036B7}"/>
              </a:ext>
            </a:extLst>
          </p:cNvPr>
          <p:cNvSpPr/>
          <p:nvPr userDrawn="1"/>
        </p:nvSpPr>
        <p:spPr>
          <a:xfrm>
            <a:off x="-1710331" y="2169059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81A96AB-C167-F423-F9B6-C0CB6CF99037}"/>
              </a:ext>
            </a:extLst>
          </p:cNvPr>
          <p:cNvSpPr/>
          <p:nvPr userDrawn="1"/>
        </p:nvSpPr>
        <p:spPr>
          <a:xfrm>
            <a:off x="-1710331" y="2355905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7527BB83-FB97-6CC3-CF24-0176969321AD}"/>
              </a:ext>
            </a:extLst>
          </p:cNvPr>
          <p:cNvSpPr/>
          <p:nvPr userDrawn="1"/>
        </p:nvSpPr>
        <p:spPr>
          <a:xfrm>
            <a:off x="-1710331" y="2542751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C70D020A-FC11-C4CD-8159-A3CCEAF95930}"/>
              </a:ext>
            </a:extLst>
          </p:cNvPr>
          <p:cNvSpPr/>
          <p:nvPr userDrawn="1"/>
        </p:nvSpPr>
        <p:spPr>
          <a:xfrm>
            <a:off x="-1710331" y="2729597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260DE34-85BA-FAE1-234F-B16DE3B47604}"/>
              </a:ext>
            </a:extLst>
          </p:cNvPr>
          <p:cNvSpPr/>
          <p:nvPr userDrawn="1"/>
        </p:nvSpPr>
        <p:spPr>
          <a:xfrm>
            <a:off x="-1710331" y="2914062"/>
            <a:ext cx="311118" cy="186846"/>
          </a:xfrm>
          <a:prstGeom prst="rect">
            <a:avLst/>
          </a:prstGeom>
          <a:solidFill>
            <a:srgbClr val="B2D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0881FB1-4F93-2E89-0C89-AB531DFF82CB}"/>
              </a:ext>
            </a:extLst>
          </p:cNvPr>
          <p:cNvSpPr/>
          <p:nvPr userDrawn="1"/>
        </p:nvSpPr>
        <p:spPr>
          <a:xfrm>
            <a:off x="-1710331" y="3098527"/>
            <a:ext cx="311118" cy="186846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C1E9E0C8-E278-0800-5933-90B1276B1682}"/>
              </a:ext>
            </a:extLst>
          </p:cNvPr>
          <p:cNvSpPr/>
          <p:nvPr userDrawn="1"/>
        </p:nvSpPr>
        <p:spPr>
          <a:xfrm>
            <a:off x="-1710331" y="3285373"/>
            <a:ext cx="311118" cy="1868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71F786B5-0C1B-6927-71A5-58DF06516C5E}"/>
              </a:ext>
            </a:extLst>
          </p:cNvPr>
          <p:cNvSpPr/>
          <p:nvPr userDrawn="1"/>
        </p:nvSpPr>
        <p:spPr>
          <a:xfrm>
            <a:off x="-1710331" y="3472219"/>
            <a:ext cx="311118" cy="1868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5436C54D-2AAC-123A-7AAE-2F36524918F5}"/>
              </a:ext>
            </a:extLst>
          </p:cNvPr>
          <p:cNvSpPr/>
          <p:nvPr userDrawn="1"/>
        </p:nvSpPr>
        <p:spPr>
          <a:xfrm>
            <a:off x="-1710331" y="3657716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4D7F45B8-2C5A-A7A3-AAEF-EA6192CE84E7}"/>
              </a:ext>
            </a:extLst>
          </p:cNvPr>
          <p:cNvSpPr/>
          <p:nvPr userDrawn="1"/>
        </p:nvSpPr>
        <p:spPr>
          <a:xfrm>
            <a:off x="-1449568" y="127533"/>
            <a:ext cx="311118" cy="186846"/>
          </a:xfrm>
          <a:prstGeom prst="rect">
            <a:avLst/>
          </a:prstGeom>
          <a:solidFill>
            <a:srgbClr val="F4E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E5FB9301-6781-0499-42DA-54F287C75947}"/>
              </a:ext>
            </a:extLst>
          </p:cNvPr>
          <p:cNvSpPr/>
          <p:nvPr userDrawn="1"/>
        </p:nvSpPr>
        <p:spPr>
          <a:xfrm>
            <a:off x="-1449568" y="314379"/>
            <a:ext cx="311118" cy="186846"/>
          </a:xfrm>
          <a:prstGeom prst="rect">
            <a:avLst/>
          </a:prstGeom>
          <a:solidFill>
            <a:srgbClr val="F5D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0F2F7B5A-DA44-90F4-78BD-497BDE863491}"/>
              </a:ext>
            </a:extLst>
          </p:cNvPr>
          <p:cNvSpPr/>
          <p:nvPr userDrawn="1"/>
        </p:nvSpPr>
        <p:spPr>
          <a:xfrm>
            <a:off x="-1449568" y="501225"/>
            <a:ext cx="311118" cy="186846"/>
          </a:xfrm>
          <a:prstGeom prst="rect">
            <a:avLst/>
          </a:prstGeom>
          <a:solidFill>
            <a:srgbClr val="E7BB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7CF85549-A25F-44CB-CFE7-2C3F508D739D}"/>
              </a:ext>
            </a:extLst>
          </p:cNvPr>
          <p:cNvSpPr/>
          <p:nvPr userDrawn="1"/>
        </p:nvSpPr>
        <p:spPr>
          <a:xfrm>
            <a:off x="-1449568" y="689701"/>
            <a:ext cx="311118" cy="186846"/>
          </a:xfrm>
          <a:prstGeom prst="rect">
            <a:avLst/>
          </a:prstGeom>
          <a:solidFill>
            <a:srgbClr val="D4C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5A811B1B-34CA-30F7-DBFE-46001FBBB788}"/>
              </a:ext>
            </a:extLst>
          </p:cNvPr>
          <p:cNvSpPr/>
          <p:nvPr userDrawn="1"/>
        </p:nvSpPr>
        <p:spPr>
          <a:xfrm>
            <a:off x="-1449568" y="874917"/>
            <a:ext cx="311118" cy="186846"/>
          </a:xfrm>
          <a:prstGeom prst="rect">
            <a:avLst/>
          </a:prstGeom>
          <a:solidFill>
            <a:srgbClr val="9BA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FCA6DDA-C015-E413-7023-DD6F4B3AAD64}"/>
              </a:ext>
            </a:extLst>
          </p:cNvPr>
          <p:cNvSpPr/>
          <p:nvPr userDrawn="1"/>
        </p:nvSpPr>
        <p:spPr>
          <a:xfrm>
            <a:off x="-1449568" y="1060414"/>
            <a:ext cx="311118" cy="186846"/>
          </a:xfrm>
          <a:prstGeom prst="rect">
            <a:avLst/>
          </a:prstGeom>
          <a:solidFill>
            <a:srgbClr val="A58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5F3F5FD-8CBB-8FFD-6483-D3619755593F}"/>
              </a:ext>
            </a:extLst>
          </p:cNvPr>
          <p:cNvSpPr/>
          <p:nvPr userDrawn="1"/>
        </p:nvSpPr>
        <p:spPr>
          <a:xfrm>
            <a:off x="-1449568" y="1246496"/>
            <a:ext cx="311118" cy="186846"/>
          </a:xfrm>
          <a:prstGeom prst="rect">
            <a:avLst/>
          </a:prstGeom>
          <a:solidFill>
            <a:srgbClr val="8C8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84CFCA0A-1474-9B39-DEE9-1AB2E760CADA}"/>
              </a:ext>
            </a:extLst>
          </p:cNvPr>
          <p:cNvSpPr/>
          <p:nvPr userDrawn="1"/>
        </p:nvSpPr>
        <p:spPr>
          <a:xfrm>
            <a:off x="-1449568" y="1431926"/>
            <a:ext cx="311118" cy="186846"/>
          </a:xfrm>
          <a:prstGeom prst="rect">
            <a:avLst/>
          </a:prstGeom>
          <a:solidFill>
            <a:srgbClr val="6C55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83134CBB-696C-F5A2-2B5B-EF964458C78C}"/>
              </a:ext>
            </a:extLst>
          </p:cNvPr>
          <p:cNvSpPr/>
          <p:nvPr userDrawn="1"/>
        </p:nvSpPr>
        <p:spPr>
          <a:xfrm>
            <a:off x="-1449568" y="1618772"/>
            <a:ext cx="311118" cy="186846"/>
          </a:xfrm>
          <a:prstGeom prst="rect">
            <a:avLst/>
          </a:prstGeom>
          <a:solidFill>
            <a:srgbClr val="D3B0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21E8323-1A7A-7672-91B9-9B55A3E5849F}"/>
              </a:ext>
            </a:extLst>
          </p:cNvPr>
          <p:cNvSpPr/>
          <p:nvPr userDrawn="1"/>
        </p:nvSpPr>
        <p:spPr>
          <a:xfrm>
            <a:off x="-1449568" y="1805618"/>
            <a:ext cx="311118" cy="186846"/>
          </a:xfrm>
          <a:prstGeom prst="rect">
            <a:avLst/>
          </a:prstGeom>
          <a:solidFill>
            <a:srgbClr val="C79B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DE86A64-78FB-65A5-17B6-F45EE4F815F4}"/>
              </a:ext>
            </a:extLst>
          </p:cNvPr>
          <p:cNvSpPr/>
          <p:nvPr userDrawn="1"/>
        </p:nvSpPr>
        <p:spPr>
          <a:xfrm>
            <a:off x="-1449568" y="1982074"/>
            <a:ext cx="311118" cy="186846"/>
          </a:xfrm>
          <a:prstGeom prst="rect">
            <a:avLst/>
          </a:prstGeom>
          <a:solidFill>
            <a:srgbClr val="BB85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173F7B37-CD51-F67F-9137-019FB51954EF}"/>
              </a:ext>
            </a:extLst>
          </p:cNvPr>
          <p:cNvSpPr/>
          <p:nvPr userDrawn="1"/>
        </p:nvSpPr>
        <p:spPr>
          <a:xfrm>
            <a:off x="-1449568" y="2169059"/>
            <a:ext cx="311118" cy="186846"/>
          </a:xfrm>
          <a:prstGeom prst="rect">
            <a:avLst/>
          </a:prstGeom>
          <a:solidFill>
            <a:srgbClr val="AB6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F2236734-A009-A2D3-5B3F-2DDA049E36D3}"/>
              </a:ext>
            </a:extLst>
          </p:cNvPr>
          <p:cNvSpPr/>
          <p:nvPr userDrawn="1"/>
        </p:nvSpPr>
        <p:spPr>
          <a:xfrm>
            <a:off x="-1449568" y="2355905"/>
            <a:ext cx="311118" cy="186846"/>
          </a:xfrm>
          <a:prstGeom prst="rect">
            <a:avLst/>
          </a:prstGeom>
          <a:solidFill>
            <a:srgbClr val="9542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DA2806F9-08A0-2B7D-8A09-83A3193C5FE4}"/>
              </a:ext>
            </a:extLst>
          </p:cNvPr>
          <p:cNvSpPr/>
          <p:nvPr userDrawn="1"/>
        </p:nvSpPr>
        <p:spPr>
          <a:xfrm>
            <a:off x="-1449568" y="2542751"/>
            <a:ext cx="311118" cy="186846"/>
          </a:xfrm>
          <a:prstGeom prst="rect">
            <a:avLst/>
          </a:prstGeom>
          <a:solidFill>
            <a:srgbClr val="734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AD32389-BD97-4028-6245-8B20ACF99364}"/>
              </a:ext>
            </a:extLst>
          </p:cNvPr>
          <p:cNvSpPr/>
          <p:nvPr userDrawn="1"/>
        </p:nvSpPr>
        <p:spPr>
          <a:xfrm>
            <a:off x="-1449568" y="2729597"/>
            <a:ext cx="311118" cy="186846"/>
          </a:xfrm>
          <a:prstGeom prst="rect">
            <a:avLst/>
          </a:prstGeom>
          <a:solidFill>
            <a:srgbClr val="752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F3558EB3-18EC-FFA2-CCA6-B3ED5D8CBF8F}"/>
              </a:ext>
            </a:extLst>
          </p:cNvPr>
          <p:cNvSpPr/>
          <p:nvPr userDrawn="1"/>
        </p:nvSpPr>
        <p:spPr>
          <a:xfrm>
            <a:off x="-1449568" y="2914062"/>
            <a:ext cx="311118" cy="186846"/>
          </a:xfrm>
          <a:prstGeom prst="rect">
            <a:avLst/>
          </a:prstGeom>
          <a:solidFill>
            <a:srgbClr val="FFC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A6EE913C-D407-77C8-56F7-C67D0B00F4C8}"/>
              </a:ext>
            </a:extLst>
          </p:cNvPr>
          <p:cNvSpPr/>
          <p:nvPr userDrawn="1"/>
        </p:nvSpPr>
        <p:spPr>
          <a:xfrm>
            <a:off x="-1449568" y="3098527"/>
            <a:ext cx="311118" cy="186846"/>
          </a:xfrm>
          <a:prstGeom prst="rect">
            <a:avLst/>
          </a:prstGeom>
          <a:solidFill>
            <a:srgbClr val="FF4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D1558B88-8394-9825-AA8F-0A9922DC3523}"/>
              </a:ext>
            </a:extLst>
          </p:cNvPr>
          <p:cNvSpPr/>
          <p:nvPr userDrawn="1"/>
        </p:nvSpPr>
        <p:spPr>
          <a:xfrm>
            <a:off x="-1449568" y="3472219"/>
            <a:ext cx="251840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75DFB471-B14A-AE7A-F092-7EE5EA10F1CC}"/>
              </a:ext>
            </a:extLst>
          </p:cNvPr>
          <p:cNvSpPr/>
          <p:nvPr userDrawn="1"/>
        </p:nvSpPr>
        <p:spPr>
          <a:xfrm>
            <a:off x="-1449568" y="3657716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7AC61E65-B2E7-D1D8-DEE4-34E5620DE3A4}"/>
              </a:ext>
            </a:extLst>
          </p:cNvPr>
          <p:cNvSpPr/>
          <p:nvPr userDrawn="1"/>
        </p:nvSpPr>
        <p:spPr>
          <a:xfrm>
            <a:off x="-1192962" y="127533"/>
            <a:ext cx="311118" cy="186846"/>
          </a:xfrm>
          <a:prstGeom prst="rect">
            <a:avLst/>
          </a:prstGeom>
          <a:solidFill>
            <a:srgbClr val="E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A3F24FB6-55D8-603F-5B54-59724F1B65D2}"/>
              </a:ext>
            </a:extLst>
          </p:cNvPr>
          <p:cNvSpPr/>
          <p:nvPr userDrawn="1"/>
        </p:nvSpPr>
        <p:spPr>
          <a:xfrm>
            <a:off x="-1192962" y="314379"/>
            <a:ext cx="311118" cy="186846"/>
          </a:xfrm>
          <a:prstGeom prst="rect">
            <a:avLst/>
          </a:prstGeom>
          <a:solidFill>
            <a:srgbClr val="D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C09B320A-FD23-9B35-ACD5-D209354C79F1}"/>
              </a:ext>
            </a:extLst>
          </p:cNvPr>
          <p:cNvSpPr/>
          <p:nvPr userDrawn="1"/>
        </p:nvSpPr>
        <p:spPr>
          <a:xfrm>
            <a:off x="-1192962" y="501225"/>
            <a:ext cx="311118" cy="186846"/>
          </a:xfrm>
          <a:prstGeom prst="rect">
            <a:avLst/>
          </a:prstGeom>
          <a:solidFill>
            <a:srgbClr val="CBF7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30E8DF5B-968A-4C0C-A147-0E2B3B36456A}"/>
              </a:ext>
            </a:extLst>
          </p:cNvPr>
          <p:cNvSpPr/>
          <p:nvPr userDrawn="1"/>
        </p:nvSpPr>
        <p:spPr>
          <a:xfrm>
            <a:off x="-1192962" y="689701"/>
            <a:ext cx="311118" cy="186846"/>
          </a:xfrm>
          <a:prstGeom prst="rect">
            <a:avLst/>
          </a:prstGeom>
          <a:solidFill>
            <a:srgbClr val="A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6B008531-4C56-72CD-22C4-A7A87FC2477E}"/>
              </a:ext>
            </a:extLst>
          </p:cNvPr>
          <p:cNvSpPr/>
          <p:nvPr userDrawn="1"/>
        </p:nvSpPr>
        <p:spPr>
          <a:xfrm>
            <a:off x="-1192962" y="874917"/>
            <a:ext cx="311118" cy="186846"/>
          </a:xfrm>
          <a:prstGeom prst="rect">
            <a:avLst/>
          </a:prstGeom>
          <a:solidFill>
            <a:srgbClr val="93F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65D4890-B0A8-91E9-D83A-84A04DE11D2F}"/>
              </a:ext>
            </a:extLst>
          </p:cNvPr>
          <p:cNvSpPr/>
          <p:nvPr userDrawn="1"/>
        </p:nvSpPr>
        <p:spPr>
          <a:xfrm>
            <a:off x="-1192962" y="1060414"/>
            <a:ext cx="311118" cy="186846"/>
          </a:xfrm>
          <a:prstGeom prst="rect">
            <a:avLst/>
          </a:prstGeom>
          <a:solidFill>
            <a:srgbClr val="72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4D67CE3D-AA46-6E1A-D884-46FEB73CCF90}"/>
              </a:ext>
            </a:extLst>
          </p:cNvPr>
          <p:cNvSpPr/>
          <p:nvPr userDrawn="1"/>
        </p:nvSpPr>
        <p:spPr>
          <a:xfrm>
            <a:off x="-1192962" y="1246496"/>
            <a:ext cx="311118" cy="186846"/>
          </a:xfrm>
          <a:prstGeom prst="rect">
            <a:avLst/>
          </a:prstGeom>
          <a:solidFill>
            <a:srgbClr val="6DE5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F93A5CA5-E173-6F8E-BCF7-4CABFDFFE5FF}"/>
              </a:ext>
            </a:extLst>
          </p:cNvPr>
          <p:cNvSpPr/>
          <p:nvPr userDrawn="1"/>
        </p:nvSpPr>
        <p:spPr>
          <a:xfrm>
            <a:off x="-1192962" y="1431926"/>
            <a:ext cx="311118" cy="186846"/>
          </a:xfrm>
          <a:prstGeom prst="rect">
            <a:avLst/>
          </a:prstGeom>
          <a:solidFill>
            <a:srgbClr val="68D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F9ACA9D0-25FC-8AC9-4B57-C83EEAC2D928}"/>
              </a:ext>
            </a:extLst>
          </p:cNvPr>
          <p:cNvSpPr/>
          <p:nvPr userDrawn="1"/>
        </p:nvSpPr>
        <p:spPr>
          <a:xfrm>
            <a:off x="-1192962" y="1618772"/>
            <a:ext cx="311118" cy="186846"/>
          </a:xfrm>
          <a:prstGeom prst="rect">
            <a:avLst/>
          </a:prstGeom>
          <a:solidFill>
            <a:srgbClr val="7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9E8F587B-C6A2-CC2C-1DD6-537245DB4E0A}"/>
              </a:ext>
            </a:extLst>
          </p:cNvPr>
          <p:cNvSpPr/>
          <p:nvPr userDrawn="1"/>
        </p:nvSpPr>
        <p:spPr>
          <a:xfrm>
            <a:off x="-1192962" y="1805618"/>
            <a:ext cx="311118" cy="18684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1E11790C-766F-2841-ECD6-DBEF39E287DD}"/>
              </a:ext>
            </a:extLst>
          </p:cNvPr>
          <p:cNvSpPr/>
          <p:nvPr userDrawn="1"/>
        </p:nvSpPr>
        <p:spPr>
          <a:xfrm>
            <a:off x="-1192962" y="1982074"/>
            <a:ext cx="311118" cy="186846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C0C6F484-79C4-65D7-F45E-D5E61645947B}"/>
              </a:ext>
            </a:extLst>
          </p:cNvPr>
          <p:cNvSpPr/>
          <p:nvPr userDrawn="1"/>
        </p:nvSpPr>
        <p:spPr>
          <a:xfrm>
            <a:off x="-1192962" y="2169059"/>
            <a:ext cx="311118" cy="18684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0E70ABAD-0CA5-B7D7-8EC4-5B379435812C}"/>
              </a:ext>
            </a:extLst>
          </p:cNvPr>
          <p:cNvSpPr/>
          <p:nvPr userDrawn="1"/>
        </p:nvSpPr>
        <p:spPr>
          <a:xfrm>
            <a:off x="-1192962" y="2355905"/>
            <a:ext cx="311118" cy="18684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9A295E8B-8E7E-7308-7532-D6E8271B107A}"/>
              </a:ext>
            </a:extLst>
          </p:cNvPr>
          <p:cNvSpPr/>
          <p:nvPr userDrawn="1"/>
        </p:nvSpPr>
        <p:spPr>
          <a:xfrm>
            <a:off x="-1192962" y="2542751"/>
            <a:ext cx="311118" cy="186846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C26AD061-1353-4D99-0035-804A25C6D1B0}"/>
              </a:ext>
            </a:extLst>
          </p:cNvPr>
          <p:cNvSpPr/>
          <p:nvPr userDrawn="1"/>
        </p:nvSpPr>
        <p:spPr>
          <a:xfrm>
            <a:off x="-1192962" y="2729597"/>
            <a:ext cx="311118" cy="186846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E13EB61D-BD70-798D-5EE7-55F28B6D70CE}"/>
              </a:ext>
            </a:extLst>
          </p:cNvPr>
          <p:cNvSpPr/>
          <p:nvPr userDrawn="1"/>
        </p:nvSpPr>
        <p:spPr>
          <a:xfrm>
            <a:off x="-1192962" y="2914062"/>
            <a:ext cx="311118" cy="186846"/>
          </a:xfrm>
          <a:prstGeom prst="rect">
            <a:avLst/>
          </a:prstGeom>
          <a:solidFill>
            <a:srgbClr val="F0B2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C6FF9140-17B2-1F10-F243-735B55E70C6B}"/>
              </a:ext>
            </a:extLst>
          </p:cNvPr>
          <p:cNvSpPr/>
          <p:nvPr userDrawn="1"/>
        </p:nvSpPr>
        <p:spPr>
          <a:xfrm>
            <a:off x="-1192962" y="3098527"/>
            <a:ext cx="311118" cy="186846"/>
          </a:xfrm>
          <a:prstGeom prst="rect">
            <a:avLst/>
          </a:prstGeom>
          <a:solidFill>
            <a:srgbClr val="CC0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1718777A-7779-F552-43BA-C125BCC60644}"/>
              </a:ext>
            </a:extLst>
          </p:cNvPr>
          <p:cNvSpPr/>
          <p:nvPr userDrawn="1"/>
        </p:nvSpPr>
        <p:spPr>
          <a:xfrm>
            <a:off x="-1192962" y="3285373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28EC895B-C33D-5FF9-CE12-726784079FE3}"/>
              </a:ext>
            </a:extLst>
          </p:cNvPr>
          <p:cNvSpPr/>
          <p:nvPr userDrawn="1"/>
        </p:nvSpPr>
        <p:spPr>
          <a:xfrm>
            <a:off x="-1192962" y="3472219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A7488A4-453C-8622-DB7C-10A8D0C99AB3}"/>
              </a:ext>
            </a:extLst>
          </p:cNvPr>
          <p:cNvSpPr/>
          <p:nvPr userDrawn="1"/>
        </p:nvSpPr>
        <p:spPr>
          <a:xfrm>
            <a:off x="-1192962" y="3657716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2A2900A8-1A7E-427F-AAAC-EF0C72BB3A78}"/>
              </a:ext>
            </a:extLst>
          </p:cNvPr>
          <p:cNvSpPr/>
          <p:nvPr userDrawn="1"/>
        </p:nvSpPr>
        <p:spPr>
          <a:xfrm>
            <a:off x="-939327" y="127533"/>
            <a:ext cx="263734" cy="186846"/>
          </a:xfrm>
          <a:prstGeom prst="rect">
            <a:avLst/>
          </a:prstGeom>
          <a:solidFill>
            <a:srgbClr val="A6F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66F42C8-BCA0-DB57-75E7-3CD76C6CA4B3}"/>
              </a:ext>
            </a:extLst>
          </p:cNvPr>
          <p:cNvSpPr/>
          <p:nvPr userDrawn="1"/>
        </p:nvSpPr>
        <p:spPr>
          <a:xfrm>
            <a:off x="-939327" y="314379"/>
            <a:ext cx="263734" cy="186846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62CEFC5C-4466-B37C-9505-E2853035526D}"/>
              </a:ext>
            </a:extLst>
          </p:cNvPr>
          <p:cNvSpPr/>
          <p:nvPr userDrawn="1"/>
        </p:nvSpPr>
        <p:spPr>
          <a:xfrm>
            <a:off x="-939327" y="501225"/>
            <a:ext cx="263734" cy="186846"/>
          </a:xfrm>
          <a:prstGeom prst="rect">
            <a:avLst/>
          </a:prstGeom>
          <a:solidFill>
            <a:srgbClr val="88D8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C8979850-85F4-DD94-AE77-225B0253223A}"/>
              </a:ext>
            </a:extLst>
          </p:cNvPr>
          <p:cNvSpPr/>
          <p:nvPr userDrawn="1"/>
        </p:nvSpPr>
        <p:spPr>
          <a:xfrm>
            <a:off x="-939327" y="689701"/>
            <a:ext cx="263734" cy="186846"/>
          </a:xfrm>
          <a:prstGeom prst="rect">
            <a:avLst/>
          </a:prstGeom>
          <a:solidFill>
            <a:srgbClr val="7FFF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47E05F42-0799-8863-514D-F915332B0285}"/>
              </a:ext>
            </a:extLst>
          </p:cNvPr>
          <p:cNvSpPr/>
          <p:nvPr userDrawn="1"/>
        </p:nvSpPr>
        <p:spPr>
          <a:xfrm>
            <a:off x="-939327" y="874917"/>
            <a:ext cx="263734" cy="186846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631DAD43-327C-0679-F8DF-55861A8E5F74}"/>
              </a:ext>
            </a:extLst>
          </p:cNvPr>
          <p:cNvSpPr/>
          <p:nvPr userDrawn="1"/>
        </p:nvSpPr>
        <p:spPr>
          <a:xfrm>
            <a:off x="-939327" y="1060414"/>
            <a:ext cx="263734" cy="186846"/>
          </a:xfrm>
          <a:prstGeom prst="rect">
            <a:avLst/>
          </a:prstGeom>
          <a:solidFill>
            <a:srgbClr val="40E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CE3A18AC-865F-BAC6-494A-A1D2C9E4616B}"/>
              </a:ext>
            </a:extLst>
          </p:cNvPr>
          <p:cNvSpPr/>
          <p:nvPr userDrawn="1"/>
        </p:nvSpPr>
        <p:spPr>
          <a:xfrm>
            <a:off x="-939327" y="1246496"/>
            <a:ext cx="263734" cy="186846"/>
          </a:xfrm>
          <a:prstGeom prst="rect">
            <a:avLst/>
          </a:prstGeom>
          <a:solidFill>
            <a:srgbClr val="48D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206A572A-7178-D572-5411-7CB4A0D8B3B3}"/>
              </a:ext>
            </a:extLst>
          </p:cNvPr>
          <p:cNvSpPr/>
          <p:nvPr userDrawn="1"/>
        </p:nvSpPr>
        <p:spPr>
          <a:xfrm>
            <a:off x="-939327" y="1431926"/>
            <a:ext cx="263734" cy="18684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86307453-CA6D-4E56-4B68-42B4F967B28E}"/>
              </a:ext>
            </a:extLst>
          </p:cNvPr>
          <p:cNvSpPr/>
          <p:nvPr userDrawn="1"/>
        </p:nvSpPr>
        <p:spPr>
          <a:xfrm>
            <a:off x="-939327" y="1618772"/>
            <a:ext cx="263734" cy="18684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879974E5-4E5B-CDCC-A593-FEF2EC5A506A}"/>
              </a:ext>
            </a:extLst>
          </p:cNvPr>
          <p:cNvSpPr/>
          <p:nvPr userDrawn="1"/>
        </p:nvSpPr>
        <p:spPr>
          <a:xfrm>
            <a:off x="-939327" y="1805618"/>
            <a:ext cx="263734" cy="18684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224C45A-869A-06CC-DBD4-D306D675291D}"/>
              </a:ext>
            </a:extLst>
          </p:cNvPr>
          <p:cNvSpPr/>
          <p:nvPr userDrawn="1"/>
        </p:nvSpPr>
        <p:spPr>
          <a:xfrm>
            <a:off x="-939327" y="1982074"/>
            <a:ext cx="263734" cy="186846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43405AF8-D8D6-FCA4-9594-A4BC225E5D45}"/>
              </a:ext>
            </a:extLst>
          </p:cNvPr>
          <p:cNvSpPr/>
          <p:nvPr userDrawn="1"/>
        </p:nvSpPr>
        <p:spPr>
          <a:xfrm>
            <a:off x="-939327" y="2169059"/>
            <a:ext cx="263734" cy="186846"/>
          </a:xfrm>
          <a:prstGeom prst="rect">
            <a:avLst/>
          </a:prstGeom>
          <a:solidFill>
            <a:srgbClr val="05B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1D53259-BE07-884A-4305-14318A1AD049}"/>
              </a:ext>
            </a:extLst>
          </p:cNvPr>
          <p:cNvSpPr/>
          <p:nvPr userDrawn="1"/>
        </p:nvSpPr>
        <p:spPr>
          <a:xfrm>
            <a:off x="-939327" y="2355905"/>
            <a:ext cx="263734" cy="186846"/>
          </a:xfrm>
          <a:prstGeom prst="rect">
            <a:avLst/>
          </a:prstGeom>
          <a:solidFill>
            <a:srgbClr val="004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D608D760-21FE-C765-815F-10673186ED51}"/>
              </a:ext>
            </a:extLst>
          </p:cNvPr>
          <p:cNvSpPr/>
          <p:nvPr userDrawn="1"/>
        </p:nvSpPr>
        <p:spPr>
          <a:xfrm>
            <a:off x="-939327" y="2542751"/>
            <a:ext cx="263734" cy="186846"/>
          </a:xfrm>
          <a:prstGeom prst="rect">
            <a:avLst/>
          </a:prstGeom>
          <a:solidFill>
            <a:srgbClr val="016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DE80ABA7-CE6B-0DE2-83F8-E536BA4E2ABA}"/>
              </a:ext>
            </a:extLst>
          </p:cNvPr>
          <p:cNvSpPr/>
          <p:nvPr userDrawn="1"/>
        </p:nvSpPr>
        <p:spPr>
          <a:xfrm>
            <a:off x="-939327" y="2729597"/>
            <a:ext cx="263734" cy="186846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DCC055FB-BE49-34B6-BD56-383E8D8F77FA}"/>
              </a:ext>
            </a:extLst>
          </p:cNvPr>
          <p:cNvSpPr/>
          <p:nvPr userDrawn="1"/>
        </p:nvSpPr>
        <p:spPr>
          <a:xfrm>
            <a:off x="-939327" y="2914062"/>
            <a:ext cx="263734" cy="186846"/>
          </a:xfrm>
          <a:prstGeom prst="rect">
            <a:avLst/>
          </a:prstGeom>
          <a:solidFill>
            <a:srgbClr val="DCC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35D5D070-8D8B-86DD-C982-4DEC674F4DFA}"/>
              </a:ext>
            </a:extLst>
          </p:cNvPr>
          <p:cNvSpPr/>
          <p:nvPr userDrawn="1"/>
        </p:nvSpPr>
        <p:spPr>
          <a:xfrm>
            <a:off x="-939327" y="3098527"/>
            <a:ext cx="263734" cy="186846"/>
          </a:xfrm>
          <a:prstGeom prst="rect">
            <a:avLst/>
          </a:prstGeom>
          <a:solidFill>
            <a:srgbClr val="8B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01BFEE22-C059-50D4-DCDB-A1DC0A455B36}"/>
              </a:ext>
            </a:extLst>
          </p:cNvPr>
          <p:cNvSpPr/>
          <p:nvPr userDrawn="1"/>
        </p:nvSpPr>
        <p:spPr>
          <a:xfrm>
            <a:off x="-939327" y="3285373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FF83BB56-F953-29FB-8D13-2FECC872E00D}"/>
              </a:ext>
            </a:extLst>
          </p:cNvPr>
          <p:cNvSpPr/>
          <p:nvPr userDrawn="1"/>
        </p:nvSpPr>
        <p:spPr>
          <a:xfrm>
            <a:off x="-939327" y="3472219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F6DDF33D-8617-B734-F34D-0C90C5AE0A89}"/>
              </a:ext>
            </a:extLst>
          </p:cNvPr>
          <p:cNvSpPr/>
          <p:nvPr userDrawn="1"/>
        </p:nvSpPr>
        <p:spPr>
          <a:xfrm>
            <a:off x="-939327" y="3657716"/>
            <a:ext cx="311118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4334FC44-634C-5647-2172-DBDCF6585B01}"/>
              </a:ext>
            </a:extLst>
          </p:cNvPr>
          <p:cNvSpPr/>
          <p:nvPr userDrawn="1"/>
        </p:nvSpPr>
        <p:spPr>
          <a:xfrm>
            <a:off x="-2460332" y="1798475"/>
            <a:ext cx="254462" cy="186846"/>
          </a:xfrm>
          <a:prstGeom prst="rect">
            <a:avLst/>
          </a:prstGeom>
          <a:solidFill>
            <a:srgbClr val="B2B7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C8CB5ED8-D38B-8FD0-D6BD-D8F9977943D8}"/>
              </a:ext>
            </a:extLst>
          </p:cNvPr>
          <p:cNvSpPr/>
          <p:nvPr userDrawn="1"/>
        </p:nvSpPr>
        <p:spPr>
          <a:xfrm>
            <a:off x="-2460332" y="1618772"/>
            <a:ext cx="244988" cy="186846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075E387D-4B59-E2B4-2AFC-8E90FF133027}"/>
              </a:ext>
            </a:extLst>
          </p:cNvPr>
          <p:cNvSpPr/>
          <p:nvPr userDrawn="1"/>
        </p:nvSpPr>
        <p:spPr>
          <a:xfrm>
            <a:off x="-1449567" y="3285373"/>
            <a:ext cx="256606" cy="186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0C70DF6A-8B50-1F87-934F-38167793F5A0}"/>
              </a:ext>
            </a:extLst>
          </p:cNvPr>
          <p:cNvSpPr/>
          <p:nvPr userDrawn="1"/>
        </p:nvSpPr>
        <p:spPr>
          <a:xfrm>
            <a:off x="-1707568" y="2168920"/>
            <a:ext cx="259904" cy="186985"/>
          </a:xfrm>
          <a:prstGeom prst="rect">
            <a:avLst/>
          </a:prstGeom>
          <a:solidFill>
            <a:srgbClr val="D7D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45A79CBF-F0C6-2300-F002-82692C13662B}"/>
              </a:ext>
            </a:extLst>
          </p:cNvPr>
          <p:cNvSpPr/>
          <p:nvPr userDrawn="1"/>
        </p:nvSpPr>
        <p:spPr>
          <a:xfrm>
            <a:off x="-1962171" y="3094387"/>
            <a:ext cx="255165" cy="186846"/>
          </a:xfrm>
          <a:prstGeom prst="rect">
            <a:avLst/>
          </a:prstGeom>
          <a:solidFill>
            <a:srgbClr val="D728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FC577122-D1D2-A5BE-CCC0-C823528ECF75}"/>
              </a:ext>
            </a:extLst>
          </p:cNvPr>
          <p:cNvSpPr/>
          <p:nvPr userDrawn="1"/>
        </p:nvSpPr>
        <p:spPr>
          <a:xfrm>
            <a:off x="-1962172" y="2168920"/>
            <a:ext cx="254463" cy="186985"/>
          </a:xfrm>
          <a:prstGeom prst="rect">
            <a:avLst/>
          </a:prstGeom>
          <a:solidFill>
            <a:srgbClr val="B1D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EA7F0B11-9A35-5863-A5DF-ACFF73DC5588}"/>
              </a:ext>
            </a:extLst>
          </p:cNvPr>
          <p:cNvSpPr/>
          <p:nvPr userDrawn="1"/>
        </p:nvSpPr>
        <p:spPr>
          <a:xfrm>
            <a:off x="-1957092" y="2355905"/>
            <a:ext cx="253890" cy="186846"/>
          </a:xfrm>
          <a:prstGeom prst="rect">
            <a:avLst/>
          </a:prstGeom>
          <a:solidFill>
            <a:srgbClr val="98A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25F13BA1-5EFE-261B-6D5C-A8DC83DBBEEC}"/>
              </a:ext>
            </a:extLst>
          </p:cNvPr>
          <p:cNvSpPr/>
          <p:nvPr userDrawn="1"/>
        </p:nvSpPr>
        <p:spPr>
          <a:xfrm>
            <a:off x="-1957092" y="2542751"/>
            <a:ext cx="253890" cy="186846"/>
          </a:xfrm>
          <a:prstGeom prst="rect">
            <a:avLst/>
          </a:prstGeom>
          <a:solidFill>
            <a:srgbClr val="B7CA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8524342C-DC07-F8E5-8306-54E81BC61D5C}"/>
              </a:ext>
            </a:extLst>
          </p:cNvPr>
          <p:cNvSpPr/>
          <p:nvPr userDrawn="1"/>
        </p:nvSpPr>
        <p:spPr>
          <a:xfrm>
            <a:off x="-1957092" y="2729597"/>
            <a:ext cx="253890" cy="186846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21BFBC99-3176-F2D3-5DD9-32A79CC38F6F}"/>
              </a:ext>
            </a:extLst>
          </p:cNvPr>
          <p:cNvSpPr/>
          <p:nvPr userDrawn="1"/>
        </p:nvSpPr>
        <p:spPr>
          <a:xfrm>
            <a:off x="-1707709" y="2355905"/>
            <a:ext cx="259683" cy="186846"/>
          </a:xfrm>
          <a:prstGeom prst="rect">
            <a:avLst/>
          </a:prstGeom>
          <a:solidFill>
            <a:srgbClr val="CCC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4C5E99F-ABE9-BE80-7EB6-B046634E734D}"/>
              </a:ext>
            </a:extLst>
          </p:cNvPr>
          <p:cNvSpPr/>
          <p:nvPr userDrawn="1"/>
        </p:nvSpPr>
        <p:spPr>
          <a:xfrm>
            <a:off x="-1707709" y="2542751"/>
            <a:ext cx="259683" cy="186846"/>
          </a:xfrm>
          <a:prstGeom prst="rect">
            <a:avLst/>
          </a:prstGeom>
          <a:solidFill>
            <a:srgbClr val="BBB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129B87DA-7BD4-DB7D-6C87-73120D329E2A}"/>
              </a:ext>
            </a:extLst>
          </p:cNvPr>
          <p:cNvSpPr/>
          <p:nvPr userDrawn="1"/>
        </p:nvSpPr>
        <p:spPr>
          <a:xfrm>
            <a:off x="-1707709" y="2729597"/>
            <a:ext cx="259683" cy="186846"/>
          </a:xfrm>
          <a:prstGeom prst="rect">
            <a:avLst/>
          </a:prstGeom>
          <a:solidFill>
            <a:srgbClr val="9A9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B1E819C-B316-D3AD-E9DB-3FEDD87B86C7}"/>
              </a:ext>
            </a:extLst>
          </p:cNvPr>
          <p:cNvSpPr/>
          <p:nvPr userDrawn="1"/>
        </p:nvSpPr>
        <p:spPr>
          <a:xfrm>
            <a:off x="-680194" y="127533"/>
            <a:ext cx="263734" cy="186846"/>
          </a:xfrm>
          <a:prstGeom prst="rect">
            <a:avLst/>
          </a:prstGeom>
          <a:solidFill>
            <a:srgbClr val="FFD1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9D3A5AC6-C516-7B0D-8390-6887C17ADAAC}"/>
              </a:ext>
            </a:extLst>
          </p:cNvPr>
          <p:cNvSpPr/>
          <p:nvPr userDrawn="1"/>
        </p:nvSpPr>
        <p:spPr>
          <a:xfrm>
            <a:off x="-680194" y="314379"/>
            <a:ext cx="263734" cy="186846"/>
          </a:xfrm>
          <a:prstGeom prst="rect">
            <a:avLst/>
          </a:prstGeom>
          <a:solidFill>
            <a:srgbClr val="F7D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55396C6A-DEEC-FF32-3424-75215B30DAC3}"/>
              </a:ext>
            </a:extLst>
          </p:cNvPr>
          <p:cNvSpPr/>
          <p:nvPr userDrawn="1"/>
        </p:nvSpPr>
        <p:spPr>
          <a:xfrm>
            <a:off x="-680194" y="501225"/>
            <a:ext cx="263734" cy="186846"/>
          </a:xfrm>
          <a:prstGeom prst="rect">
            <a:avLst/>
          </a:prstGeom>
          <a:solidFill>
            <a:srgbClr val="F4C1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0D275006-76D4-C56C-BF7E-6B5B17B961D6}"/>
              </a:ext>
            </a:extLst>
          </p:cNvPr>
          <p:cNvSpPr/>
          <p:nvPr userDrawn="1"/>
        </p:nvSpPr>
        <p:spPr>
          <a:xfrm>
            <a:off x="-680194" y="689701"/>
            <a:ext cx="263734" cy="186846"/>
          </a:xfrm>
          <a:prstGeom prst="rect">
            <a:avLst/>
          </a:prstGeom>
          <a:solidFill>
            <a:srgbClr val="F1B4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3B2E5C0-3266-5906-E2B5-4AA08C4463D5}"/>
              </a:ext>
            </a:extLst>
          </p:cNvPr>
          <p:cNvSpPr/>
          <p:nvPr userDrawn="1"/>
        </p:nvSpPr>
        <p:spPr>
          <a:xfrm>
            <a:off x="-680194" y="874917"/>
            <a:ext cx="263734" cy="186846"/>
          </a:xfrm>
          <a:prstGeom prst="rect">
            <a:avLst/>
          </a:prstGeom>
          <a:solidFill>
            <a:srgbClr val="EC9C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ACD823C0-FD60-ABA9-FE0B-F6247E01E4D2}"/>
              </a:ext>
            </a:extLst>
          </p:cNvPr>
          <p:cNvSpPr/>
          <p:nvPr userDrawn="1"/>
        </p:nvSpPr>
        <p:spPr>
          <a:xfrm>
            <a:off x="-680194" y="1060414"/>
            <a:ext cx="263734" cy="186846"/>
          </a:xfrm>
          <a:prstGeom prst="rect">
            <a:avLst/>
          </a:prstGeom>
          <a:solidFill>
            <a:srgbClr val="E67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6C2A6460-B834-932A-90BC-526E7193C5B3}"/>
              </a:ext>
            </a:extLst>
          </p:cNvPr>
          <p:cNvSpPr/>
          <p:nvPr userDrawn="1"/>
        </p:nvSpPr>
        <p:spPr>
          <a:xfrm>
            <a:off x="-680194" y="1246496"/>
            <a:ext cx="263734" cy="186846"/>
          </a:xfrm>
          <a:prstGeom prst="rect">
            <a:avLst/>
          </a:prstGeom>
          <a:solidFill>
            <a:srgbClr val="E15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9B603040-691B-0B01-122D-93EA40666512}"/>
              </a:ext>
            </a:extLst>
          </p:cNvPr>
          <p:cNvSpPr/>
          <p:nvPr userDrawn="1"/>
        </p:nvSpPr>
        <p:spPr>
          <a:xfrm>
            <a:off x="-680194" y="1431926"/>
            <a:ext cx="263734" cy="186846"/>
          </a:xfrm>
          <a:prstGeom prst="rect">
            <a:avLst/>
          </a:prstGeom>
          <a:solidFill>
            <a:srgbClr val="DF5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D572F87F-EB08-C0BC-C285-951422B29A00}"/>
              </a:ext>
            </a:extLst>
          </p:cNvPr>
          <p:cNvSpPr/>
          <p:nvPr userDrawn="1"/>
        </p:nvSpPr>
        <p:spPr>
          <a:xfrm>
            <a:off x="-680194" y="1618772"/>
            <a:ext cx="263734" cy="186846"/>
          </a:xfrm>
          <a:prstGeom prst="rect">
            <a:avLst/>
          </a:prstGeom>
          <a:solidFill>
            <a:srgbClr val="D933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5547067F-F816-A466-C79B-B90416B58387}"/>
              </a:ext>
            </a:extLst>
          </p:cNvPr>
          <p:cNvSpPr/>
          <p:nvPr userDrawn="1"/>
        </p:nvSpPr>
        <p:spPr>
          <a:xfrm>
            <a:off x="-680194" y="1805618"/>
            <a:ext cx="263734" cy="186846"/>
          </a:xfrm>
          <a:prstGeom prst="rect">
            <a:avLst/>
          </a:prstGeom>
          <a:solidFill>
            <a:srgbClr val="DB1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1292BCD7-2AC7-6704-6A54-5CEE864E74E7}"/>
              </a:ext>
            </a:extLst>
          </p:cNvPr>
          <p:cNvSpPr/>
          <p:nvPr userDrawn="1"/>
        </p:nvSpPr>
        <p:spPr>
          <a:xfrm>
            <a:off x="-680194" y="1982074"/>
            <a:ext cx="263734" cy="186846"/>
          </a:xfrm>
          <a:prstGeom prst="rect">
            <a:avLst/>
          </a:prstGeom>
          <a:solidFill>
            <a:srgbClr val="D20F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82302F77-D0B8-4D7E-6515-3ACC62618EE5}"/>
              </a:ext>
            </a:extLst>
          </p:cNvPr>
          <p:cNvSpPr/>
          <p:nvPr userDrawn="1"/>
        </p:nvSpPr>
        <p:spPr>
          <a:xfrm>
            <a:off x="-680194" y="2169059"/>
            <a:ext cx="263734" cy="186846"/>
          </a:xfrm>
          <a:prstGeom prst="rect">
            <a:avLst/>
          </a:prstGeom>
          <a:solidFill>
            <a:srgbClr val="D14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8FF09CED-F8CF-8BB3-ED86-CC111156AB52}"/>
              </a:ext>
            </a:extLst>
          </p:cNvPr>
          <p:cNvSpPr/>
          <p:nvPr userDrawn="1"/>
        </p:nvSpPr>
        <p:spPr>
          <a:xfrm>
            <a:off x="-680194" y="2355905"/>
            <a:ext cx="263734" cy="186846"/>
          </a:xfrm>
          <a:prstGeom prst="rect">
            <a:avLst/>
          </a:prstGeom>
          <a:solidFill>
            <a:srgbClr val="A9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3136883D-73A6-F4BB-163C-71680A29B6DA}"/>
              </a:ext>
            </a:extLst>
          </p:cNvPr>
          <p:cNvSpPr/>
          <p:nvPr userDrawn="1"/>
        </p:nvSpPr>
        <p:spPr>
          <a:xfrm>
            <a:off x="-680194" y="2542751"/>
            <a:ext cx="263734" cy="18684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EC2FFD5F-ADB4-106F-E90E-25BB48FF22AE}"/>
              </a:ext>
            </a:extLst>
          </p:cNvPr>
          <p:cNvSpPr/>
          <p:nvPr userDrawn="1"/>
        </p:nvSpPr>
        <p:spPr>
          <a:xfrm>
            <a:off x="-680194" y="2729597"/>
            <a:ext cx="263734" cy="186846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5CAEE6B4-BC63-A821-2EF6-637709B452DC}"/>
              </a:ext>
            </a:extLst>
          </p:cNvPr>
          <p:cNvSpPr/>
          <p:nvPr userDrawn="1"/>
        </p:nvSpPr>
        <p:spPr>
          <a:xfrm>
            <a:off x="-2712414" y="127533"/>
            <a:ext cx="263734" cy="186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BB13334C-34DB-B691-6474-2160D0D1518D}"/>
              </a:ext>
            </a:extLst>
          </p:cNvPr>
          <p:cNvSpPr/>
          <p:nvPr userDrawn="1"/>
        </p:nvSpPr>
        <p:spPr>
          <a:xfrm>
            <a:off x="-2712414" y="314379"/>
            <a:ext cx="263734" cy="18684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986BED93-62CA-B4A6-BDDC-3F13020B13C8}"/>
              </a:ext>
            </a:extLst>
          </p:cNvPr>
          <p:cNvSpPr/>
          <p:nvPr userDrawn="1"/>
        </p:nvSpPr>
        <p:spPr>
          <a:xfrm>
            <a:off x="-2712414" y="501225"/>
            <a:ext cx="263734" cy="18684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022B9FAC-165C-993B-D8CF-D10F27FC1A91}"/>
              </a:ext>
            </a:extLst>
          </p:cNvPr>
          <p:cNvSpPr/>
          <p:nvPr userDrawn="1"/>
        </p:nvSpPr>
        <p:spPr>
          <a:xfrm>
            <a:off x="-2712414" y="689701"/>
            <a:ext cx="263734" cy="18684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8F49A73C-812D-DAD1-31E3-38D167D1927C}"/>
              </a:ext>
            </a:extLst>
          </p:cNvPr>
          <p:cNvSpPr/>
          <p:nvPr userDrawn="1"/>
        </p:nvSpPr>
        <p:spPr>
          <a:xfrm>
            <a:off x="-2712414" y="874917"/>
            <a:ext cx="263734" cy="18684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DE6445-5E33-F4A8-28A2-D633E46E9F19}"/>
              </a:ext>
            </a:extLst>
          </p:cNvPr>
          <p:cNvSpPr/>
          <p:nvPr userDrawn="1"/>
        </p:nvSpPr>
        <p:spPr>
          <a:xfrm>
            <a:off x="-2712414" y="1060414"/>
            <a:ext cx="263734" cy="18684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3EBDE097-1D10-88C5-3F35-9F9192442329}"/>
              </a:ext>
            </a:extLst>
          </p:cNvPr>
          <p:cNvSpPr/>
          <p:nvPr userDrawn="1"/>
        </p:nvSpPr>
        <p:spPr>
          <a:xfrm>
            <a:off x="-2712414" y="1246496"/>
            <a:ext cx="263734" cy="18684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A61176F5-E129-7D98-6056-CED834744A9D}"/>
              </a:ext>
            </a:extLst>
          </p:cNvPr>
          <p:cNvSpPr/>
          <p:nvPr userDrawn="1"/>
        </p:nvSpPr>
        <p:spPr>
          <a:xfrm>
            <a:off x="-2712414" y="1431926"/>
            <a:ext cx="263734" cy="18684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6BD6D0B9-F6C0-8B26-3BB2-881DEF1C058A}"/>
              </a:ext>
            </a:extLst>
          </p:cNvPr>
          <p:cNvSpPr/>
          <p:nvPr userDrawn="1"/>
        </p:nvSpPr>
        <p:spPr>
          <a:xfrm>
            <a:off x="-2712414" y="1618772"/>
            <a:ext cx="263734" cy="186846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99404B32-ED17-8906-0C66-14FDB5B0022C}"/>
              </a:ext>
            </a:extLst>
          </p:cNvPr>
          <p:cNvSpPr/>
          <p:nvPr userDrawn="1"/>
        </p:nvSpPr>
        <p:spPr>
          <a:xfrm>
            <a:off x="-2712414" y="1805618"/>
            <a:ext cx="263734" cy="18684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94B3AEED-C27A-6D0A-928C-997DEE4F87F7}"/>
              </a:ext>
            </a:extLst>
          </p:cNvPr>
          <p:cNvSpPr/>
          <p:nvPr userDrawn="1"/>
        </p:nvSpPr>
        <p:spPr>
          <a:xfrm>
            <a:off x="-2712414" y="1982074"/>
            <a:ext cx="263734" cy="18684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08AFAFBE-268B-1607-17DC-2D0FB93B43E9}"/>
              </a:ext>
            </a:extLst>
          </p:cNvPr>
          <p:cNvSpPr/>
          <p:nvPr userDrawn="1"/>
        </p:nvSpPr>
        <p:spPr>
          <a:xfrm>
            <a:off x="-2712414" y="2169059"/>
            <a:ext cx="263734" cy="18684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D7814302-7CDD-F409-9AEE-915823CA35B5}"/>
              </a:ext>
            </a:extLst>
          </p:cNvPr>
          <p:cNvSpPr/>
          <p:nvPr userDrawn="1"/>
        </p:nvSpPr>
        <p:spPr>
          <a:xfrm>
            <a:off x="-2712414" y="2355905"/>
            <a:ext cx="263734" cy="18684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40FC577C-FD5B-AC0B-F9F6-62EA5183975E}"/>
              </a:ext>
            </a:extLst>
          </p:cNvPr>
          <p:cNvSpPr/>
          <p:nvPr userDrawn="1"/>
        </p:nvSpPr>
        <p:spPr>
          <a:xfrm>
            <a:off x="-2712414" y="2542751"/>
            <a:ext cx="263734" cy="18684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3B460D12-EB55-EF45-FB99-67378E369903}"/>
              </a:ext>
            </a:extLst>
          </p:cNvPr>
          <p:cNvSpPr/>
          <p:nvPr userDrawn="1"/>
        </p:nvSpPr>
        <p:spPr>
          <a:xfrm>
            <a:off x="-2712414" y="2729597"/>
            <a:ext cx="263734" cy="18684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127B79CF-4F3E-116E-393A-FB9B5B2E356B}"/>
              </a:ext>
            </a:extLst>
          </p:cNvPr>
          <p:cNvSpPr/>
          <p:nvPr userDrawn="1"/>
        </p:nvSpPr>
        <p:spPr>
          <a:xfrm>
            <a:off x="-420721" y="127533"/>
            <a:ext cx="263734" cy="186846"/>
          </a:xfrm>
          <a:prstGeom prst="rect">
            <a:avLst/>
          </a:prstGeom>
          <a:solidFill>
            <a:srgbClr val="FFFC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7AE45255-C813-E4CB-940A-8A85DB4FC87A}"/>
              </a:ext>
            </a:extLst>
          </p:cNvPr>
          <p:cNvSpPr/>
          <p:nvPr userDrawn="1"/>
        </p:nvSpPr>
        <p:spPr>
          <a:xfrm>
            <a:off x="-420721" y="314379"/>
            <a:ext cx="263734" cy="186846"/>
          </a:xfrm>
          <a:prstGeom prst="rect">
            <a:avLst/>
          </a:prstGeom>
          <a:solidFill>
            <a:srgbClr val="FEF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54018409-EB3D-CFEA-7321-1DA838DCE050}"/>
              </a:ext>
            </a:extLst>
          </p:cNvPr>
          <p:cNvSpPr/>
          <p:nvPr userDrawn="1"/>
        </p:nvSpPr>
        <p:spPr>
          <a:xfrm>
            <a:off x="-420721" y="501225"/>
            <a:ext cx="263734" cy="186846"/>
          </a:xfrm>
          <a:prstGeom prst="rect">
            <a:avLst/>
          </a:prstGeom>
          <a:solidFill>
            <a:srgbClr val="FDF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0739DAD8-A2B2-919D-B8EB-E015E634CF20}"/>
              </a:ext>
            </a:extLst>
          </p:cNvPr>
          <p:cNvSpPr/>
          <p:nvPr userDrawn="1"/>
        </p:nvSpPr>
        <p:spPr>
          <a:xfrm>
            <a:off x="-420721" y="689701"/>
            <a:ext cx="263734" cy="186846"/>
          </a:xfrm>
          <a:prstGeom prst="rect">
            <a:avLst/>
          </a:prstGeom>
          <a:solidFill>
            <a:srgbClr val="FFF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99B62D83-DD52-283B-F933-1C36BAF0C017}"/>
              </a:ext>
            </a:extLst>
          </p:cNvPr>
          <p:cNvSpPr/>
          <p:nvPr userDrawn="1"/>
        </p:nvSpPr>
        <p:spPr>
          <a:xfrm>
            <a:off x="-420721" y="874917"/>
            <a:ext cx="263734" cy="186846"/>
          </a:xfrm>
          <a:prstGeom prst="rect">
            <a:avLst/>
          </a:prstGeom>
          <a:solidFill>
            <a:srgbClr val="FFE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CE2730A4-2F2B-5945-841C-83E9B715E7A5}"/>
              </a:ext>
            </a:extLst>
          </p:cNvPr>
          <p:cNvSpPr/>
          <p:nvPr userDrawn="1"/>
        </p:nvSpPr>
        <p:spPr>
          <a:xfrm>
            <a:off x="-420721" y="1060414"/>
            <a:ext cx="263734" cy="186846"/>
          </a:xfrm>
          <a:prstGeom prst="rect">
            <a:avLst/>
          </a:prstGeom>
          <a:solidFill>
            <a:srgbClr val="FFE5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B5D112FC-86E5-4775-3235-33CC77F8E7C5}"/>
              </a:ext>
            </a:extLst>
          </p:cNvPr>
          <p:cNvSpPr/>
          <p:nvPr userDrawn="1"/>
        </p:nvSpPr>
        <p:spPr>
          <a:xfrm>
            <a:off x="-420721" y="1246496"/>
            <a:ext cx="263734" cy="186846"/>
          </a:xfrm>
          <a:prstGeom prst="rect">
            <a:avLst/>
          </a:prstGeom>
          <a:solidFill>
            <a:srgbClr val="FDD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D6204978-C2B2-3B2B-942E-280D2F2C5BEB}"/>
              </a:ext>
            </a:extLst>
          </p:cNvPr>
          <p:cNvSpPr/>
          <p:nvPr userDrawn="1"/>
        </p:nvSpPr>
        <p:spPr>
          <a:xfrm>
            <a:off x="-420721" y="1431926"/>
            <a:ext cx="263734" cy="186846"/>
          </a:xfrm>
          <a:prstGeom prst="rect">
            <a:avLst/>
          </a:prstGeom>
          <a:solidFill>
            <a:srgbClr val="FCD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A9B4A52E-C7B9-AD1B-8919-F8C618F6A511}"/>
              </a:ext>
            </a:extLst>
          </p:cNvPr>
          <p:cNvSpPr/>
          <p:nvPr userDrawn="1"/>
        </p:nvSpPr>
        <p:spPr>
          <a:xfrm>
            <a:off x="-420721" y="1618772"/>
            <a:ext cx="263734" cy="186846"/>
          </a:xfrm>
          <a:prstGeom prst="rect">
            <a:avLst/>
          </a:prstGeom>
          <a:solidFill>
            <a:srgbClr val="F3D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5C6437F1-6058-ABD5-F37D-36936B71DB59}"/>
              </a:ext>
            </a:extLst>
          </p:cNvPr>
          <p:cNvSpPr/>
          <p:nvPr userDrawn="1"/>
        </p:nvSpPr>
        <p:spPr>
          <a:xfrm>
            <a:off x="-420721" y="1805618"/>
            <a:ext cx="263734" cy="186846"/>
          </a:xfrm>
          <a:prstGeom prst="rect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B5D0B848-97A3-8FE2-5FF6-8E8823E6D7CF}"/>
              </a:ext>
            </a:extLst>
          </p:cNvPr>
          <p:cNvSpPr/>
          <p:nvPr userDrawn="1"/>
        </p:nvSpPr>
        <p:spPr>
          <a:xfrm>
            <a:off x="-420721" y="1982074"/>
            <a:ext cx="263734" cy="18684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083D0688-DA55-0F53-A2FB-4A80177DD6E0}"/>
              </a:ext>
            </a:extLst>
          </p:cNvPr>
          <p:cNvSpPr/>
          <p:nvPr userDrawn="1"/>
        </p:nvSpPr>
        <p:spPr>
          <a:xfrm>
            <a:off x="-420721" y="2169059"/>
            <a:ext cx="263734" cy="186846"/>
          </a:xfrm>
          <a:prstGeom prst="rect">
            <a:avLst/>
          </a:prstGeom>
          <a:solidFill>
            <a:srgbClr val="FFDB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00A7CEFB-13C3-DF21-41AD-8CBC7BE6743A}"/>
              </a:ext>
            </a:extLst>
          </p:cNvPr>
          <p:cNvSpPr/>
          <p:nvPr userDrawn="1"/>
        </p:nvSpPr>
        <p:spPr>
          <a:xfrm>
            <a:off x="-420721" y="2355905"/>
            <a:ext cx="263734" cy="186846"/>
          </a:xfrm>
          <a:prstGeom prst="rect">
            <a:avLst/>
          </a:prstGeom>
          <a:solidFill>
            <a:srgbClr val="FCCB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A236A0A-EDD4-5DC6-17E4-52E29B3818D5}"/>
              </a:ext>
            </a:extLst>
          </p:cNvPr>
          <p:cNvSpPr/>
          <p:nvPr userDrawn="1"/>
        </p:nvSpPr>
        <p:spPr>
          <a:xfrm>
            <a:off x="-420721" y="2542751"/>
            <a:ext cx="263734" cy="18684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C9606F4-97B3-3EDA-6410-57831E865879}"/>
              </a:ext>
            </a:extLst>
          </p:cNvPr>
          <p:cNvSpPr/>
          <p:nvPr userDrawn="1"/>
        </p:nvSpPr>
        <p:spPr>
          <a:xfrm>
            <a:off x="-420721" y="2729597"/>
            <a:ext cx="263734" cy="186846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pic>
        <p:nvPicPr>
          <p:cNvPr id="267" name="圖片 266">
            <a:extLst>
              <a:ext uri="{FF2B5EF4-FFF2-40B4-BE49-F238E27FC236}">
                <a16:creationId xmlns:a16="http://schemas.microsoft.com/office/drawing/2014/main" id="{291A4F4D-6D8B-261F-E786-811799C509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13597" t="15842" r="82187"/>
          <a:stretch/>
        </p:blipFill>
        <p:spPr>
          <a:xfrm>
            <a:off x="-1641696" y="3371850"/>
            <a:ext cx="154796" cy="2129749"/>
          </a:xfrm>
          <a:prstGeom prst="rect">
            <a:avLst/>
          </a:prstGeom>
        </p:spPr>
      </p:pic>
      <p:pic>
        <p:nvPicPr>
          <p:cNvPr id="268" name="圖片 267">
            <a:extLst>
              <a:ext uri="{FF2B5EF4-FFF2-40B4-BE49-F238E27FC236}">
                <a16:creationId xmlns:a16="http://schemas.microsoft.com/office/drawing/2014/main" id="{FD74B777-01ED-1706-3072-7E13D53B44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14284" t="15753" r="81439"/>
          <a:stretch/>
        </p:blipFill>
        <p:spPr>
          <a:xfrm>
            <a:off x="-1187944" y="3371850"/>
            <a:ext cx="154796" cy="2119719"/>
          </a:xfrm>
          <a:prstGeom prst="rect">
            <a:avLst/>
          </a:prstGeom>
        </p:spPr>
      </p:pic>
      <p:pic>
        <p:nvPicPr>
          <p:cNvPr id="269" name="圖片 268">
            <a:extLst>
              <a:ext uri="{FF2B5EF4-FFF2-40B4-BE49-F238E27FC236}">
                <a16:creationId xmlns:a16="http://schemas.microsoft.com/office/drawing/2014/main" id="{C5FAA008-14AB-913D-51A3-BED1330B3E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3900" t="15321" r="81988"/>
          <a:stretch/>
        </p:blipFill>
        <p:spPr>
          <a:xfrm>
            <a:off x="-725364" y="3371850"/>
            <a:ext cx="150508" cy="2129747"/>
          </a:xfrm>
          <a:prstGeom prst="rect">
            <a:avLst/>
          </a:prstGeom>
        </p:spPr>
      </p:pic>
      <p:pic>
        <p:nvPicPr>
          <p:cNvPr id="270" name="圖片 269">
            <a:extLst>
              <a:ext uri="{FF2B5EF4-FFF2-40B4-BE49-F238E27FC236}">
                <a16:creationId xmlns:a16="http://schemas.microsoft.com/office/drawing/2014/main" id="{9EE86F4E-B7C4-5D86-9570-114199437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/>
          <a:srcRect l="19233" t="15763" r="76591"/>
          <a:stretch/>
        </p:blipFill>
        <p:spPr>
          <a:xfrm>
            <a:off x="-2091317" y="3371850"/>
            <a:ext cx="152400" cy="2119719"/>
          </a:xfrm>
          <a:prstGeom prst="rect">
            <a:avLst/>
          </a:prstGeom>
        </p:spPr>
      </p:pic>
      <p:pic>
        <p:nvPicPr>
          <p:cNvPr id="271" name="圖片 270">
            <a:extLst>
              <a:ext uri="{FF2B5EF4-FFF2-40B4-BE49-F238E27FC236}">
                <a16:creationId xmlns:a16="http://schemas.microsoft.com/office/drawing/2014/main" id="{5CE51DB0-D537-F307-B3E3-45103B3F58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/>
          <a:srcRect l="48883" t="15763" r="46941"/>
          <a:stretch/>
        </p:blipFill>
        <p:spPr>
          <a:xfrm>
            <a:off x="-1938917" y="3371850"/>
            <a:ext cx="152400" cy="2119719"/>
          </a:xfrm>
          <a:prstGeom prst="rect">
            <a:avLst/>
          </a:prstGeom>
        </p:spPr>
      </p:pic>
      <p:pic>
        <p:nvPicPr>
          <p:cNvPr id="272" name="圖片 271">
            <a:extLst>
              <a:ext uri="{FF2B5EF4-FFF2-40B4-BE49-F238E27FC236}">
                <a16:creationId xmlns:a16="http://schemas.microsoft.com/office/drawing/2014/main" id="{8CC2101F-6A19-2E68-7224-0B2A56E6C1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/>
          <a:srcRect l="78811" t="15744" r="17013"/>
          <a:stretch/>
        </p:blipFill>
        <p:spPr>
          <a:xfrm>
            <a:off x="-1787583" y="3371386"/>
            <a:ext cx="152400" cy="2120183"/>
          </a:xfrm>
          <a:prstGeom prst="rect">
            <a:avLst/>
          </a:prstGeom>
        </p:spPr>
      </p:pic>
      <p:pic>
        <p:nvPicPr>
          <p:cNvPr id="273" name="圖片 272">
            <a:extLst>
              <a:ext uri="{FF2B5EF4-FFF2-40B4-BE49-F238E27FC236}">
                <a16:creationId xmlns:a16="http://schemas.microsoft.com/office/drawing/2014/main" id="{FEA0B092-DC1F-72C2-4F09-8A5DE6843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47426" t="15842" r="48358"/>
          <a:stretch/>
        </p:blipFill>
        <p:spPr>
          <a:xfrm>
            <a:off x="-1496875" y="3371850"/>
            <a:ext cx="154796" cy="2129749"/>
          </a:xfrm>
          <a:prstGeom prst="rect">
            <a:avLst/>
          </a:prstGeom>
        </p:spPr>
      </p:pic>
      <p:pic>
        <p:nvPicPr>
          <p:cNvPr id="274" name="圖片 273">
            <a:extLst>
              <a:ext uri="{FF2B5EF4-FFF2-40B4-BE49-F238E27FC236}">
                <a16:creationId xmlns:a16="http://schemas.microsoft.com/office/drawing/2014/main" id="{AFF741B9-B5F4-4EAE-3E08-720AD125B8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80778" t="15842" r="15006"/>
          <a:stretch/>
        </p:blipFill>
        <p:spPr>
          <a:xfrm>
            <a:off x="-1342740" y="3371850"/>
            <a:ext cx="154796" cy="2129749"/>
          </a:xfrm>
          <a:prstGeom prst="rect">
            <a:avLst/>
          </a:prstGeom>
        </p:spPr>
      </p:pic>
      <p:pic>
        <p:nvPicPr>
          <p:cNvPr id="275" name="圖片 274">
            <a:extLst>
              <a:ext uri="{FF2B5EF4-FFF2-40B4-BE49-F238E27FC236}">
                <a16:creationId xmlns:a16="http://schemas.microsoft.com/office/drawing/2014/main" id="{E1EA442F-561C-3ED3-BB5F-22E36DB7D3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50000" t="15754" r="45723"/>
          <a:stretch/>
        </p:blipFill>
        <p:spPr>
          <a:xfrm>
            <a:off x="-1033148" y="3371850"/>
            <a:ext cx="154796" cy="2119719"/>
          </a:xfrm>
          <a:prstGeom prst="rect">
            <a:avLst/>
          </a:prstGeom>
        </p:spPr>
      </p:pic>
      <p:pic>
        <p:nvPicPr>
          <p:cNvPr id="276" name="圖片 275">
            <a:extLst>
              <a:ext uri="{FF2B5EF4-FFF2-40B4-BE49-F238E27FC236}">
                <a16:creationId xmlns:a16="http://schemas.microsoft.com/office/drawing/2014/main" id="{0C909E0B-C9AF-61B0-6701-9EFB21FB3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77198" t="15753" r="18525"/>
          <a:stretch/>
        </p:blipFill>
        <p:spPr>
          <a:xfrm>
            <a:off x="-878352" y="3371850"/>
            <a:ext cx="154796" cy="2119719"/>
          </a:xfrm>
          <a:prstGeom prst="rect">
            <a:avLst/>
          </a:prstGeom>
        </p:spPr>
      </p:pic>
      <p:pic>
        <p:nvPicPr>
          <p:cNvPr id="277" name="圖片 276">
            <a:extLst>
              <a:ext uri="{FF2B5EF4-FFF2-40B4-BE49-F238E27FC236}">
                <a16:creationId xmlns:a16="http://schemas.microsoft.com/office/drawing/2014/main" id="{E47B3263-B5DF-2652-F58D-3BA9820663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46003" t="15322" r="49885"/>
          <a:stretch/>
        </p:blipFill>
        <p:spPr>
          <a:xfrm>
            <a:off x="-580543" y="3371850"/>
            <a:ext cx="150508" cy="2129747"/>
          </a:xfrm>
          <a:prstGeom prst="rect">
            <a:avLst/>
          </a:prstGeom>
        </p:spPr>
      </p:pic>
      <p:pic>
        <p:nvPicPr>
          <p:cNvPr id="278" name="圖片 277">
            <a:extLst>
              <a:ext uri="{FF2B5EF4-FFF2-40B4-BE49-F238E27FC236}">
                <a16:creationId xmlns:a16="http://schemas.microsoft.com/office/drawing/2014/main" id="{9936F8F0-D00F-E37A-9846-EBAD3CB3B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80768" t="15322" r="15120"/>
          <a:stretch/>
        </p:blipFill>
        <p:spPr>
          <a:xfrm>
            <a:off x="-434240" y="3371850"/>
            <a:ext cx="150508" cy="2129747"/>
          </a:xfrm>
          <a:prstGeom prst="rect">
            <a:avLst/>
          </a:prstGeom>
        </p:spPr>
      </p:pic>
      <p:pic>
        <p:nvPicPr>
          <p:cNvPr id="279" name="圖片 278">
            <a:extLst>
              <a:ext uri="{FF2B5EF4-FFF2-40B4-BE49-F238E27FC236}">
                <a16:creationId xmlns:a16="http://schemas.microsoft.com/office/drawing/2014/main" id="{9074C336-35BA-8ECD-D10E-E4DBE6BD16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/>
          <a:srcRect l="17262" t="13365" r="76820" b="-1"/>
          <a:stretch/>
        </p:blipFill>
        <p:spPr>
          <a:xfrm>
            <a:off x="-289419" y="3371850"/>
            <a:ext cx="146303" cy="1678351"/>
          </a:xfrm>
          <a:prstGeom prst="rect">
            <a:avLst/>
          </a:prstGeom>
        </p:spPr>
      </p:pic>
      <p:pic>
        <p:nvPicPr>
          <p:cNvPr id="280" name="圖片 279">
            <a:extLst>
              <a:ext uri="{FF2B5EF4-FFF2-40B4-BE49-F238E27FC236}">
                <a16:creationId xmlns:a16="http://schemas.microsoft.com/office/drawing/2014/main" id="{81223139-46B6-DD33-3FA6-943766B62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/>
          <a:srcRect l="17121" t="15747" r="78610"/>
          <a:stretch/>
        </p:blipFill>
        <p:spPr>
          <a:xfrm>
            <a:off x="-2987359" y="3371850"/>
            <a:ext cx="154797" cy="2120183"/>
          </a:xfrm>
          <a:prstGeom prst="rect">
            <a:avLst/>
          </a:prstGeom>
        </p:spPr>
      </p:pic>
      <p:pic>
        <p:nvPicPr>
          <p:cNvPr id="281" name="圖片 280">
            <a:extLst>
              <a:ext uri="{FF2B5EF4-FFF2-40B4-BE49-F238E27FC236}">
                <a16:creationId xmlns:a16="http://schemas.microsoft.com/office/drawing/2014/main" id="{9A3649FD-9E4D-D9A1-90FC-2ED1274BC2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/>
          <a:srcRect l="43354" t="15747" r="52377"/>
          <a:stretch/>
        </p:blipFill>
        <p:spPr>
          <a:xfrm>
            <a:off x="-2837128" y="3371850"/>
            <a:ext cx="154797" cy="2120183"/>
          </a:xfrm>
          <a:prstGeom prst="rect">
            <a:avLst/>
          </a:prstGeom>
        </p:spPr>
      </p:pic>
      <p:pic>
        <p:nvPicPr>
          <p:cNvPr id="282" name="圖片 281">
            <a:extLst>
              <a:ext uri="{FF2B5EF4-FFF2-40B4-BE49-F238E27FC236}">
                <a16:creationId xmlns:a16="http://schemas.microsoft.com/office/drawing/2014/main" id="{BC963069-9DBF-952B-7177-BE2966017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/>
          <a:srcRect l="76862" t="15747" r="18869"/>
          <a:stretch/>
        </p:blipFill>
        <p:spPr>
          <a:xfrm>
            <a:off x="-2684062" y="3371850"/>
            <a:ext cx="154797" cy="2120183"/>
          </a:xfrm>
          <a:prstGeom prst="rect">
            <a:avLst/>
          </a:prstGeom>
        </p:spPr>
      </p:pic>
      <p:pic>
        <p:nvPicPr>
          <p:cNvPr id="283" name="圖片 282">
            <a:extLst>
              <a:ext uri="{FF2B5EF4-FFF2-40B4-BE49-F238E27FC236}">
                <a16:creationId xmlns:a16="http://schemas.microsoft.com/office/drawing/2014/main" id="{89741B87-06EC-BF48-847B-4CA2B5D8A6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/>
          <a:srcRect l="15927" t="15547" r="80007"/>
          <a:stretch/>
        </p:blipFill>
        <p:spPr>
          <a:xfrm>
            <a:off x="-2534866" y="3371849"/>
            <a:ext cx="148614" cy="2139021"/>
          </a:xfrm>
          <a:prstGeom prst="rect">
            <a:avLst/>
          </a:prstGeom>
        </p:spPr>
      </p:pic>
      <p:pic>
        <p:nvPicPr>
          <p:cNvPr id="284" name="圖片 283">
            <a:extLst>
              <a:ext uri="{FF2B5EF4-FFF2-40B4-BE49-F238E27FC236}">
                <a16:creationId xmlns:a16="http://schemas.microsoft.com/office/drawing/2014/main" id="{7A4542A8-B50C-EA3F-2FF5-46095B4646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/>
          <a:srcRect l="43307" t="15529" r="52627"/>
          <a:stretch/>
        </p:blipFill>
        <p:spPr>
          <a:xfrm>
            <a:off x="-2389256" y="3371385"/>
            <a:ext cx="148614" cy="2139485"/>
          </a:xfrm>
          <a:prstGeom prst="rect">
            <a:avLst/>
          </a:prstGeom>
        </p:spPr>
      </p:pic>
      <p:pic>
        <p:nvPicPr>
          <p:cNvPr id="285" name="圖片 284">
            <a:extLst>
              <a:ext uri="{FF2B5EF4-FFF2-40B4-BE49-F238E27FC236}">
                <a16:creationId xmlns:a16="http://schemas.microsoft.com/office/drawing/2014/main" id="{2BC2ED97-807C-2AD6-8280-86CCBE8A50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/>
          <a:srcRect l="47685" t="15529" r="48249"/>
          <a:stretch/>
        </p:blipFill>
        <p:spPr>
          <a:xfrm>
            <a:off x="-2241435" y="3371385"/>
            <a:ext cx="148614" cy="213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69" r:id="rId8"/>
    <p:sldLayoutId id="2147483654" r:id="rId9"/>
    <p:sldLayoutId id="2147483670" r:id="rId10"/>
    <p:sldLayoutId id="2147483671" r:id="rId11"/>
    <p:sldLayoutId id="2147483658" r:id="rId12"/>
    <p:sldLayoutId id="2147483659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89" r:id="rId19"/>
    <p:sldLayoutId id="2147483690" r:id="rId20"/>
    <p:sldLayoutId id="214748369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2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▪"/>
        <a:defRPr lang="zh-TW" sz="2800" kern="120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▪"/>
        <a:defRPr lang="zh-TW" sz="2400" kern="120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lang="zh-TW" sz="2000" kern="120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Arial" pitchFamily="34" charset="0"/>
        <a:buChar char="▪"/>
        <a:defRPr lang="zh-TW" sz="1800" kern="120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lang="zh-TW" sz="1800" kern="120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home.com.tw/news/141641" TargetMode="External"/><Relationship Id="rId2" Type="http://schemas.openxmlformats.org/officeDocument/2006/relationships/hyperlink" Target="https://www.youtube.com/watch?v=5nIb_xDUAL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thome.com.tw/news/158999" TargetMode="External"/><Relationship Id="rId4" Type="http://schemas.openxmlformats.org/officeDocument/2006/relationships/hyperlink" Target="https://www.tmhtc.net/tw/Home/NewsDetail/1073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E85279-C68F-706E-7D08-5F5BF61FA873}"/>
              </a:ext>
            </a:extLst>
          </p:cNvPr>
          <p:cNvSpPr/>
          <p:nvPr/>
        </p:nvSpPr>
        <p:spPr>
          <a:xfrm>
            <a:off x="0" y="87998"/>
            <a:ext cx="12192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CBB7F7D-3CA8-3391-E724-AA7752E5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pPr/>
              <a:t>1</a:t>
            </a:fld>
            <a:endParaRPr lang="en-US" altLang="zh-TW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E6EA3BE0-91B9-B1CA-EADB-D82DB5EE6692}"/>
              </a:ext>
            </a:extLst>
          </p:cNvPr>
          <p:cNvSpPr txBox="1">
            <a:spLocks/>
          </p:cNvSpPr>
          <p:nvPr/>
        </p:nvSpPr>
        <p:spPr>
          <a:xfrm>
            <a:off x="3040483" y="840173"/>
            <a:ext cx="6111034" cy="18758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200" b="1" kern="1200" baseline="0" dirty="0">
                <a:solidFill>
                  <a:schemeClr val="accent1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TW" alt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肌少產品臨床試驗</a:t>
            </a:r>
          </a:p>
        </p:txBody>
      </p:sp>
      <p:sp>
        <p:nvSpPr>
          <p:cNvPr id="7" name="標題 5">
            <a:extLst>
              <a:ext uri="{FF2B5EF4-FFF2-40B4-BE49-F238E27FC236}">
                <a16:creationId xmlns:a16="http://schemas.microsoft.com/office/drawing/2014/main" id="{20764207-454B-5B3C-98D7-7D7C216EB099}"/>
              </a:ext>
            </a:extLst>
          </p:cNvPr>
          <p:cNvSpPr txBox="1">
            <a:spLocks/>
          </p:cNvSpPr>
          <p:nvPr/>
        </p:nvSpPr>
        <p:spPr>
          <a:xfrm>
            <a:off x="9723316" y="5744980"/>
            <a:ext cx="2468684" cy="878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sz="3200" b="1" kern="1200" baseline="0">
                <a:solidFill>
                  <a:schemeClr val="accent1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pPr algn="ctr"/>
            <a:r>
              <a:rPr lang="en-US" altLang="zh-TW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2025/02/08</a:t>
            </a:r>
          </a:p>
          <a:p>
            <a:pPr algn="ctr"/>
            <a:r>
              <a:rPr lang="en-US" altLang="zh-TW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  0.9.0</a:t>
            </a:r>
            <a:endParaRPr lang="zh-TW" alt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Google Shape;252;p17">
            <a:extLst>
              <a:ext uri="{FF2B5EF4-FFF2-40B4-BE49-F238E27FC236}">
                <a16:creationId xmlns:a16="http://schemas.microsoft.com/office/drawing/2014/main" id="{322BBABD-E38E-FE6D-FF71-CFF9D86FC7D5}"/>
              </a:ext>
            </a:extLst>
          </p:cNvPr>
          <p:cNvSpPr/>
          <p:nvPr/>
        </p:nvSpPr>
        <p:spPr>
          <a:xfrm>
            <a:off x="2788961" y="4659049"/>
            <a:ext cx="1647115" cy="1630631"/>
          </a:xfrm>
          <a:custGeom>
            <a:avLst/>
            <a:gdLst/>
            <a:ahLst/>
            <a:cxnLst/>
            <a:rect l="l" t="t" r="r" b="b"/>
            <a:pathLst>
              <a:path w="566" h="560" extrusionOk="0">
                <a:moveTo>
                  <a:pt x="0" y="557"/>
                </a:moveTo>
                <a:cubicBezTo>
                  <a:pt x="5" y="558"/>
                  <a:pt x="9" y="558"/>
                  <a:pt x="14" y="558"/>
                </a:cubicBezTo>
                <a:cubicBezTo>
                  <a:pt x="220" y="559"/>
                  <a:pt x="220" y="559"/>
                  <a:pt x="220" y="559"/>
                </a:cubicBezTo>
                <a:cubicBezTo>
                  <a:pt x="480" y="560"/>
                  <a:pt x="480" y="560"/>
                  <a:pt x="480" y="560"/>
                </a:cubicBezTo>
                <a:cubicBezTo>
                  <a:pt x="533" y="560"/>
                  <a:pt x="566" y="503"/>
                  <a:pt x="540" y="457"/>
                </a:cubicBezTo>
                <a:cubicBezTo>
                  <a:pt x="409" y="232"/>
                  <a:pt x="409" y="232"/>
                  <a:pt x="409" y="232"/>
                </a:cubicBezTo>
                <a:cubicBezTo>
                  <a:pt x="306" y="54"/>
                  <a:pt x="306" y="54"/>
                  <a:pt x="306" y="54"/>
                </a:cubicBezTo>
                <a:cubicBezTo>
                  <a:pt x="274" y="0"/>
                  <a:pt x="193" y="12"/>
                  <a:pt x="179" y="72"/>
                </a:cubicBezTo>
                <a:cubicBezTo>
                  <a:pt x="133" y="268"/>
                  <a:pt x="133" y="268"/>
                  <a:pt x="133" y="268"/>
                </a:cubicBezTo>
                <a:cubicBezTo>
                  <a:pt x="132" y="270"/>
                  <a:pt x="132" y="272"/>
                  <a:pt x="131" y="274"/>
                </a:cubicBezTo>
                <a:cubicBezTo>
                  <a:pt x="73" y="505"/>
                  <a:pt x="73" y="505"/>
                  <a:pt x="73" y="505"/>
                </a:cubicBezTo>
                <a:cubicBezTo>
                  <a:pt x="64" y="540"/>
                  <a:pt x="32" y="560"/>
                  <a:pt x="0" y="557"/>
                </a:cubicBezTo>
                <a:close/>
              </a:path>
            </a:pathLst>
          </a:custGeom>
          <a:solidFill>
            <a:srgbClr val="6363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53;p17">
            <a:extLst>
              <a:ext uri="{FF2B5EF4-FFF2-40B4-BE49-F238E27FC236}">
                <a16:creationId xmlns:a16="http://schemas.microsoft.com/office/drawing/2014/main" id="{03FECCFD-D1FF-9549-14EC-16AF4CCBAE08}"/>
              </a:ext>
            </a:extLst>
          </p:cNvPr>
          <p:cNvSpPr/>
          <p:nvPr/>
        </p:nvSpPr>
        <p:spPr>
          <a:xfrm>
            <a:off x="2571151" y="5457293"/>
            <a:ext cx="599272" cy="832387"/>
          </a:xfrm>
          <a:custGeom>
            <a:avLst/>
            <a:gdLst/>
            <a:ahLst/>
            <a:cxnLst/>
            <a:rect l="l" t="t" r="r" b="b"/>
            <a:pathLst>
              <a:path w="206" h="286" extrusionOk="0">
                <a:moveTo>
                  <a:pt x="148" y="231"/>
                </a:moveTo>
                <a:cubicBezTo>
                  <a:pt x="206" y="0"/>
                  <a:pt x="206" y="0"/>
                  <a:pt x="206" y="0"/>
                </a:cubicBezTo>
                <a:cubicBezTo>
                  <a:pt x="202" y="10"/>
                  <a:pt x="196" y="20"/>
                  <a:pt x="188" y="28"/>
                </a:cubicBezTo>
                <a:cubicBezTo>
                  <a:pt x="42" y="166"/>
                  <a:pt x="42" y="166"/>
                  <a:pt x="42" y="166"/>
                </a:cubicBezTo>
                <a:cubicBezTo>
                  <a:pt x="0" y="205"/>
                  <a:pt x="23" y="272"/>
                  <a:pt x="75" y="283"/>
                </a:cubicBezTo>
                <a:cubicBezTo>
                  <a:pt x="107" y="286"/>
                  <a:pt x="139" y="266"/>
                  <a:pt x="148" y="231"/>
                </a:cubicBezTo>
                <a:close/>
              </a:path>
            </a:pathLst>
          </a:custGeom>
          <a:solidFill>
            <a:srgbClr val="4A4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54;p17">
            <a:extLst>
              <a:ext uri="{FF2B5EF4-FFF2-40B4-BE49-F238E27FC236}">
                <a16:creationId xmlns:a16="http://schemas.microsoft.com/office/drawing/2014/main" id="{1BE12565-311A-290A-DF73-9DBF49F318C6}"/>
              </a:ext>
            </a:extLst>
          </p:cNvPr>
          <p:cNvSpPr/>
          <p:nvPr/>
        </p:nvSpPr>
        <p:spPr>
          <a:xfrm>
            <a:off x="420130" y="4773251"/>
            <a:ext cx="1874344" cy="1508187"/>
          </a:xfrm>
          <a:custGeom>
            <a:avLst/>
            <a:gdLst/>
            <a:ahLst/>
            <a:cxnLst/>
            <a:rect l="l" t="t" r="r" b="b"/>
            <a:pathLst>
              <a:path w="644" h="518" extrusionOk="0">
                <a:moveTo>
                  <a:pt x="269" y="0"/>
                </a:moveTo>
                <a:cubicBezTo>
                  <a:pt x="266" y="4"/>
                  <a:pt x="263" y="8"/>
                  <a:pt x="260" y="12"/>
                </a:cubicBezTo>
                <a:cubicBezTo>
                  <a:pt x="157" y="190"/>
                  <a:pt x="157" y="190"/>
                  <a:pt x="157" y="190"/>
                </a:cubicBezTo>
                <a:cubicBezTo>
                  <a:pt x="26" y="415"/>
                  <a:pt x="26" y="415"/>
                  <a:pt x="26" y="415"/>
                </a:cubicBezTo>
                <a:cubicBezTo>
                  <a:pt x="0" y="461"/>
                  <a:pt x="33" y="518"/>
                  <a:pt x="86" y="518"/>
                </a:cubicBezTo>
                <a:cubicBezTo>
                  <a:pt x="346" y="517"/>
                  <a:pt x="346" y="517"/>
                  <a:pt x="346" y="517"/>
                </a:cubicBezTo>
                <a:cubicBezTo>
                  <a:pt x="552" y="516"/>
                  <a:pt x="552" y="516"/>
                  <a:pt x="552" y="516"/>
                </a:cubicBezTo>
                <a:cubicBezTo>
                  <a:pt x="614" y="516"/>
                  <a:pt x="644" y="440"/>
                  <a:pt x="599" y="397"/>
                </a:cubicBezTo>
                <a:cubicBezTo>
                  <a:pt x="453" y="260"/>
                  <a:pt x="453" y="260"/>
                  <a:pt x="453" y="260"/>
                </a:cubicBezTo>
                <a:cubicBezTo>
                  <a:pt x="451" y="258"/>
                  <a:pt x="450" y="257"/>
                  <a:pt x="448" y="255"/>
                </a:cubicBezTo>
                <a:cubicBezTo>
                  <a:pt x="277" y="89"/>
                  <a:pt x="277" y="89"/>
                  <a:pt x="277" y="89"/>
                </a:cubicBezTo>
                <a:cubicBezTo>
                  <a:pt x="251" y="64"/>
                  <a:pt x="250" y="26"/>
                  <a:pt x="269" y="0"/>
                </a:cubicBezTo>
                <a:close/>
              </a:path>
            </a:pathLst>
          </a:custGeom>
          <a:solidFill>
            <a:srgbClr val="D5D9D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55;p17">
            <a:extLst>
              <a:ext uri="{FF2B5EF4-FFF2-40B4-BE49-F238E27FC236}">
                <a16:creationId xmlns:a16="http://schemas.microsoft.com/office/drawing/2014/main" id="{D4B8050E-F89C-0409-A8BC-C084F7F1C16C}"/>
              </a:ext>
            </a:extLst>
          </p:cNvPr>
          <p:cNvSpPr/>
          <p:nvPr/>
        </p:nvSpPr>
        <p:spPr>
          <a:xfrm>
            <a:off x="1147733" y="4656694"/>
            <a:ext cx="575725" cy="858289"/>
          </a:xfrm>
          <a:custGeom>
            <a:avLst/>
            <a:gdLst/>
            <a:ahLst/>
            <a:cxnLst/>
            <a:rect l="l" t="t" r="r" b="b"/>
            <a:pathLst>
              <a:path w="198" h="295" extrusionOk="0">
                <a:moveTo>
                  <a:pt x="27" y="129"/>
                </a:moveTo>
                <a:cubicBezTo>
                  <a:pt x="198" y="295"/>
                  <a:pt x="198" y="295"/>
                  <a:pt x="198" y="295"/>
                </a:cubicBezTo>
                <a:cubicBezTo>
                  <a:pt x="191" y="287"/>
                  <a:pt x="186" y="277"/>
                  <a:pt x="183" y="266"/>
                </a:cubicBezTo>
                <a:cubicBezTo>
                  <a:pt x="137" y="70"/>
                  <a:pt x="137" y="70"/>
                  <a:pt x="137" y="70"/>
                </a:cubicBezTo>
                <a:cubicBezTo>
                  <a:pt x="124" y="14"/>
                  <a:pt x="54" y="0"/>
                  <a:pt x="19" y="40"/>
                </a:cubicBezTo>
                <a:cubicBezTo>
                  <a:pt x="0" y="66"/>
                  <a:pt x="1" y="104"/>
                  <a:pt x="27" y="129"/>
                </a:cubicBezTo>
                <a:close/>
              </a:path>
            </a:pathLst>
          </a:custGeom>
          <a:solidFill>
            <a:srgbClr val="B2B5B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6;p17">
            <a:extLst>
              <a:ext uri="{FF2B5EF4-FFF2-40B4-BE49-F238E27FC236}">
                <a16:creationId xmlns:a16="http://schemas.microsoft.com/office/drawing/2014/main" id="{F6EEE86D-8620-56C8-F1F1-6DA89EA5C763}"/>
              </a:ext>
            </a:extLst>
          </p:cNvPr>
          <p:cNvSpPr/>
          <p:nvPr/>
        </p:nvSpPr>
        <p:spPr>
          <a:xfrm>
            <a:off x="1497406" y="2801188"/>
            <a:ext cx="1803703" cy="1656533"/>
          </a:xfrm>
          <a:custGeom>
            <a:avLst/>
            <a:gdLst/>
            <a:ahLst/>
            <a:cxnLst/>
            <a:rect l="l" t="t" r="r" b="b"/>
            <a:pathLst>
              <a:path w="620" h="569" extrusionOk="0">
                <a:moveTo>
                  <a:pt x="620" y="464"/>
                </a:moveTo>
                <a:cubicBezTo>
                  <a:pt x="618" y="459"/>
                  <a:pt x="616" y="455"/>
                  <a:pt x="614" y="451"/>
                </a:cubicBezTo>
                <a:cubicBezTo>
                  <a:pt x="511" y="272"/>
                  <a:pt x="511" y="272"/>
                  <a:pt x="511" y="272"/>
                </a:cubicBezTo>
                <a:cubicBezTo>
                  <a:pt x="382" y="47"/>
                  <a:pt x="382" y="47"/>
                  <a:pt x="382" y="47"/>
                </a:cubicBezTo>
                <a:cubicBezTo>
                  <a:pt x="356" y="0"/>
                  <a:pt x="290" y="0"/>
                  <a:pt x="263" y="47"/>
                </a:cubicBezTo>
                <a:cubicBezTo>
                  <a:pt x="134" y="272"/>
                  <a:pt x="134" y="272"/>
                  <a:pt x="134" y="272"/>
                </a:cubicBezTo>
                <a:cubicBezTo>
                  <a:pt x="31" y="451"/>
                  <a:pt x="31" y="451"/>
                  <a:pt x="31" y="451"/>
                </a:cubicBezTo>
                <a:cubicBezTo>
                  <a:pt x="0" y="505"/>
                  <a:pt x="51" y="569"/>
                  <a:pt x="111" y="551"/>
                </a:cubicBezTo>
                <a:cubicBezTo>
                  <a:pt x="303" y="493"/>
                  <a:pt x="303" y="493"/>
                  <a:pt x="303" y="493"/>
                </a:cubicBezTo>
                <a:cubicBezTo>
                  <a:pt x="305" y="493"/>
                  <a:pt x="307" y="492"/>
                  <a:pt x="309" y="492"/>
                </a:cubicBezTo>
                <a:cubicBezTo>
                  <a:pt x="539" y="426"/>
                  <a:pt x="539" y="426"/>
                  <a:pt x="539" y="426"/>
                </a:cubicBezTo>
                <a:cubicBezTo>
                  <a:pt x="573" y="417"/>
                  <a:pt x="606" y="435"/>
                  <a:pt x="620" y="464"/>
                </a:cubicBezTo>
                <a:close/>
              </a:path>
            </a:pathLst>
          </a:custGeom>
          <a:solidFill>
            <a:srgbClr val="35CA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57;p17">
            <a:extLst>
              <a:ext uri="{FF2B5EF4-FFF2-40B4-BE49-F238E27FC236}">
                <a16:creationId xmlns:a16="http://schemas.microsoft.com/office/drawing/2014/main" id="{E8009919-A4F3-B740-0C53-0178434F9C09}"/>
              </a:ext>
            </a:extLst>
          </p:cNvPr>
          <p:cNvSpPr/>
          <p:nvPr/>
        </p:nvSpPr>
        <p:spPr>
          <a:xfrm>
            <a:off x="2395726" y="4010328"/>
            <a:ext cx="954832" cy="440329"/>
          </a:xfrm>
          <a:custGeom>
            <a:avLst/>
            <a:gdLst/>
            <a:ahLst/>
            <a:cxnLst/>
            <a:rect l="l" t="t" r="r" b="b"/>
            <a:pathLst>
              <a:path w="328" h="151" extrusionOk="0">
                <a:moveTo>
                  <a:pt x="230" y="9"/>
                </a:moveTo>
                <a:cubicBezTo>
                  <a:pt x="0" y="75"/>
                  <a:pt x="0" y="75"/>
                  <a:pt x="0" y="75"/>
                </a:cubicBezTo>
                <a:cubicBezTo>
                  <a:pt x="11" y="73"/>
                  <a:pt x="23" y="73"/>
                  <a:pt x="33" y="76"/>
                </a:cubicBezTo>
                <a:cubicBezTo>
                  <a:pt x="226" y="134"/>
                  <a:pt x="226" y="134"/>
                  <a:pt x="226" y="134"/>
                </a:cubicBezTo>
                <a:cubicBezTo>
                  <a:pt x="281" y="151"/>
                  <a:pt x="328" y="98"/>
                  <a:pt x="311" y="47"/>
                </a:cubicBezTo>
                <a:cubicBezTo>
                  <a:pt x="297" y="18"/>
                  <a:pt x="264" y="0"/>
                  <a:pt x="230" y="9"/>
                </a:cubicBezTo>
                <a:close/>
              </a:path>
            </a:pathLst>
          </a:custGeom>
          <a:solidFill>
            <a:srgbClr val="31A7B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標題 5">
            <a:extLst>
              <a:ext uri="{FF2B5EF4-FFF2-40B4-BE49-F238E27FC236}">
                <a16:creationId xmlns:a16="http://schemas.microsoft.com/office/drawing/2014/main" id="{7836297A-C1F0-FB85-7DA0-55488A23AC9F}"/>
              </a:ext>
            </a:extLst>
          </p:cNvPr>
          <p:cNvSpPr txBox="1">
            <a:spLocks/>
          </p:cNvSpPr>
          <p:nvPr/>
        </p:nvSpPr>
        <p:spPr>
          <a:xfrm>
            <a:off x="1221671" y="2996894"/>
            <a:ext cx="2395726" cy="1040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200" b="1" kern="1200" baseline="0" dirty="0">
                <a:solidFill>
                  <a:schemeClr val="accent1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TW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大數據</a:t>
            </a:r>
          </a:p>
        </p:txBody>
      </p:sp>
      <p:sp>
        <p:nvSpPr>
          <p:cNvPr id="23" name="標題 5">
            <a:extLst>
              <a:ext uri="{FF2B5EF4-FFF2-40B4-BE49-F238E27FC236}">
                <a16:creationId xmlns:a16="http://schemas.microsoft.com/office/drawing/2014/main" id="{31DBCA12-6C9B-976F-0D34-9715808E7D67}"/>
              </a:ext>
            </a:extLst>
          </p:cNvPr>
          <p:cNvSpPr txBox="1">
            <a:spLocks/>
          </p:cNvSpPr>
          <p:nvPr/>
        </p:nvSpPr>
        <p:spPr>
          <a:xfrm>
            <a:off x="37087" y="5155375"/>
            <a:ext cx="2395726" cy="1238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200" b="1" kern="1200" baseline="0" dirty="0">
                <a:solidFill>
                  <a:schemeClr val="accent1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TW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endParaRPr lang="zh-TW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標題 5">
            <a:extLst>
              <a:ext uri="{FF2B5EF4-FFF2-40B4-BE49-F238E27FC236}">
                <a16:creationId xmlns:a16="http://schemas.microsoft.com/office/drawing/2014/main" id="{742C21C9-7B55-CCA8-C89E-4B3D19D040FE}"/>
              </a:ext>
            </a:extLst>
          </p:cNvPr>
          <p:cNvSpPr txBox="1">
            <a:spLocks/>
          </p:cNvSpPr>
          <p:nvPr/>
        </p:nvSpPr>
        <p:spPr>
          <a:xfrm>
            <a:off x="2294474" y="5155375"/>
            <a:ext cx="2395726" cy="1238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3200" b="1" kern="1200" baseline="0" dirty="0">
                <a:solidFill>
                  <a:schemeClr val="accent1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TW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FHIR</a:t>
            </a:r>
            <a:endParaRPr lang="zh-TW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587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256D9A-CD10-50BE-B1EF-B95B1392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摘要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8361FDF-D525-F92D-0CF2-7D1028B9A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軟體醫材</a:t>
            </a:r>
            <a:r>
              <a:rPr lang="en-US" altLang="zh-TW" dirty="0"/>
              <a:t>(</a:t>
            </a:r>
            <a:r>
              <a:rPr lang="zh-TW" altLang="en-US" dirty="0"/>
              <a:t>蔡依珊公司的腹部肌群 </a:t>
            </a:r>
            <a:r>
              <a:rPr lang="en-US" altLang="zh-TW" dirty="0"/>
              <a:t>AI</a:t>
            </a:r>
            <a:r>
              <a:rPr lang="zh-TW" altLang="en-US" dirty="0"/>
              <a:t>模組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結合成大</a:t>
            </a:r>
            <a:r>
              <a:rPr lang="en-US" altLang="zh-TW" dirty="0"/>
              <a:t>/</a:t>
            </a:r>
            <a:r>
              <a:rPr lang="zh-TW" altLang="en-US" dirty="0"/>
              <a:t>郭綜合</a:t>
            </a:r>
            <a:r>
              <a:rPr lang="en-US" altLang="zh-TW" dirty="0"/>
              <a:t>/</a:t>
            </a:r>
            <a:r>
              <a:rPr lang="zh-TW" altLang="en-US" dirty="0"/>
              <a:t>奇美 收納兩百個癌症病人，針對癌症開刀後的化療，由</a:t>
            </a:r>
            <a:r>
              <a:rPr lang="en-US" altLang="zh-TW" dirty="0"/>
              <a:t>AI</a:t>
            </a:r>
            <a:r>
              <a:rPr lang="zh-TW" altLang="en-US" dirty="0"/>
              <a:t>模組提出後續醫療建議</a:t>
            </a:r>
            <a:endParaRPr lang="en-US" altLang="zh-TW" dirty="0"/>
          </a:p>
          <a:p>
            <a:r>
              <a:rPr lang="zh-TW" altLang="en-US" dirty="0"/>
              <a:t>採用中央式架構</a:t>
            </a:r>
            <a:endParaRPr lang="en-US" altLang="zh-TW" dirty="0"/>
          </a:p>
          <a:p>
            <a:r>
              <a:rPr lang="zh-TW" altLang="en-US" dirty="0"/>
              <a:t>符合衛福部三大 </a:t>
            </a:r>
            <a:r>
              <a:rPr lang="en-US" altLang="zh-TW" dirty="0"/>
              <a:t>AI </a:t>
            </a:r>
            <a:r>
              <a:rPr lang="zh-TW" altLang="en-US" dirty="0"/>
              <a:t>中心的</a:t>
            </a:r>
            <a:r>
              <a:rPr lang="en-US" altLang="zh-TW" dirty="0"/>
              <a:t>AI</a:t>
            </a:r>
            <a:r>
              <a:rPr lang="zh-TW" altLang="en-US" dirty="0"/>
              <a:t>影響性研究中心</a:t>
            </a:r>
          </a:p>
          <a:p>
            <a:r>
              <a:rPr lang="zh-TW" altLang="en-US" dirty="0"/>
              <a:t>符合 </a:t>
            </a:r>
            <a:r>
              <a:rPr lang="en-US" altLang="zh-TW" dirty="0"/>
              <a:t>Smart on FHIR</a:t>
            </a:r>
            <a:r>
              <a:rPr lang="zh-TW" altLang="en-US" dirty="0"/>
              <a:t> 需求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C2F52B-317E-954F-6EFD-CA1D6F8A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52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300E30-ACDC-C2F6-E53F-7A610F45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「腹部肌群醫療影像分割軟體」（</a:t>
            </a:r>
            <a:r>
              <a:rPr lang="en-US" altLang="zh-TW" dirty="0" err="1"/>
              <a:t>iMbody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BFBDA-B078-71F2-1F70-01F2CD17F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成大開發腹部肌肉量</a:t>
            </a:r>
            <a:r>
              <a:rPr lang="en-US" altLang="zh-TW" dirty="0"/>
              <a:t>AI</a:t>
            </a:r>
            <a:r>
              <a:rPr lang="zh-TW" altLang="en-US" dirty="0"/>
              <a:t>偵測工具，可以電腦斷層影像快速判斷肌肉量回復情形提高癌症病人照護</a:t>
            </a:r>
            <a:endParaRPr lang="en-US" altLang="zh-TW" dirty="0"/>
          </a:p>
          <a:p>
            <a:pPr lvl="1"/>
            <a:r>
              <a:rPr lang="zh-TW" altLang="en-US" dirty="0"/>
              <a:t>國內臨床資料</a:t>
            </a:r>
            <a:r>
              <a:rPr lang="en-US" altLang="zh-TW" dirty="0"/>
              <a:t>AI</a:t>
            </a:r>
            <a:r>
              <a:rPr lang="zh-TW" altLang="en-US" dirty="0"/>
              <a:t>應用又一例，成功大學研發「腹部肌群醫療影像分割軟體」（</a:t>
            </a:r>
            <a:r>
              <a:rPr lang="en-US" altLang="zh-TW" dirty="0" err="1"/>
              <a:t>iMbody</a:t>
            </a:r>
            <a:r>
              <a:rPr lang="zh-TW" altLang="en-US" dirty="0"/>
              <a:t>），可評量病患的肌肉量，辨識肌少症狀，作為癌症治療的預後評估。目前已獲得衛福部食藥署醫療器材軟體（</a:t>
            </a:r>
            <a:r>
              <a:rPr lang="en-US" altLang="zh-TW" dirty="0" err="1"/>
              <a:t>SaMD</a:t>
            </a:r>
            <a:r>
              <a:rPr lang="zh-TW" altLang="en-US" dirty="0"/>
              <a:t>）上市許可，讓這項臨床醫療資料</a:t>
            </a:r>
            <a:r>
              <a:rPr lang="en-US" altLang="zh-TW" dirty="0"/>
              <a:t>AI</a:t>
            </a:r>
            <a:r>
              <a:rPr lang="zh-TW" altLang="en-US" dirty="0"/>
              <a:t>加值應用，可進入商業應用。</a:t>
            </a:r>
          </a:p>
          <a:p>
            <a:pPr lvl="1"/>
            <a:r>
              <a:rPr lang="zh-TW" altLang="en-US" dirty="0"/>
              <a:t>成功大學與成大醫院合作，在國科會「臨床資料庫與</a:t>
            </a:r>
            <a:r>
              <a:rPr lang="en-US" altLang="zh-TW" dirty="0"/>
              <a:t>AI</a:t>
            </a:r>
            <a:r>
              <a:rPr lang="zh-TW" altLang="en-US" dirty="0"/>
              <a:t>之跨域開發及加值應用計畫」下，以</a:t>
            </a:r>
            <a:r>
              <a:rPr lang="en-US" altLang="zh-TW" dirty="0"/>
              <a:t>AI</a:t>
            </a:r>
            <a:r>
              <a:rPr lang="zh-TW" altLang="en-US" dirty="0"/>
              <a:t>人工智慧使現有醫療資料加值應用，在衛福部食藥署智慧醫療器材專案辦公室協助之下，花費</a:t>
            </a:r>
            <a:r>
              <a:rPr lang="en-US" altLang="zh-TW" dirty="0"/>
              <a:t>1</a:t>
            </a:r>
            <a:r>
              <a:rPr lang="zh-TW" altLang="en-US" dirty="0"/>
              <a:t>年半時間取得</a:t>
            </a:r>
            <a:r>
              <a:rPr lang="en-US" altLang="zh-TW" dirty="0" err="1"/>
              <a:t>SaMD</a:t>
            </a:r>
            <a:r>
              <a:rPr lang="zh-TW" altLang="en-US" dirty="0"/>
              <a:t>證，並在經濟部輔導之下，現已有</a:t>
            </a:r>
            <a:r>
              <a:rPr lang="en-US" altLang="zh-TW" dirty="0"/>
              <a:t>4</a:t>
            </a:r>
            <a:r>
              <a:rPr lang="zh-TW" altLang="en-US" dirty="0"/>
              <a:t>件發明專利獲准，尚有臺灣、美國、歐洲、日本、韓國等</a:t>
            </a:r>
            <a:r>
              <a:rPr lang="en-US" altLang="zh-TW" dirty="0"/>
              <a:t>12</a:t>
            </a:r>
            <a:r>
              <a:rPr lang="zh-TW" altLang="en-US" dirty="0"/>
              <a:t>件專利申請中。</a:t>
            </a:r>
            <a:endParaRPr lang="en-US" altLang="zh-TW" dirty="0"/>
          </a:p>
          <a:p>
            <a:pPr lvl="1"/>
            <a:r>
              <a:rPr lang="zh-TW" altLang="en-US" dirty="0"/>
              <a:t>巨明生醫股份有限公司</a:t>
            </a:r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D8A526-8E96-B1AF-12A5-FC0B8D81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80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570C67-2891-FFD4-5656-BED0A237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需求架構圖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6D7D70-B68C-15D9-C51C-FE0FC708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AFA222-D9DE-6518-D792-0E2FCE5C5E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5810BD-CDCE-9126-801D-CEB1405FF69E}"/>
              </a:ext>
            </a:extLst>
          </p:cNvPr>
          <p:cNvSpPr/>
          <p:nvPr/>
        </p:nvSpPr>
        <p:spPr>
          <a:xfrm>
            <a:off x="295328" y="2971007"/>
            <a:ext cx="1765781" cy="808825"/>
          </a:xfrm>
          <a:prstGeom prst="rect">
            <a:avLst/>
          </a:prstGeom>
          <a:solidFill>
            <a:srgbClr val="E0E0E0"/>
          </a:solidFill>
          <a:ln w="3810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zh-TW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User</a:t>
            </a:r>
          </a:p>
          <a:p>
            <a:pPr algn="ctr"/>
            <a:r>
              <a:rPr lang="zh-TW" altLang="en-US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護理師</a:t>
            </a:r>
            <a:r>
              <a:rPr lang="en-US" altLang="zh-TW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/</a:t>
            </a:r>
            <a:r>
              <a:rPr lang="zh-TW" altLang="en-US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醫師</a:t>
            </a:r>
            <a:endParaRPr lang="en-US" altLang="zh-TW" sz="1600" dirty="0">
              <a:solidFill>
                <a:srgbClr val="424242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5CB17C-6009-17A4-2DEA-5530572A479A}"/>
              </a:ext>
            </a:extLst>
          </p:cNvPr>
          <p:cNvSpPr/>
          <p:nvPr/>
        </p:nvSpPr>
        <p:spPr>
          <a:xfrm>
            <a:off x="3218162" y="1419001"/>
            <a:ext cx="1765781" cy="802842"/>
          </a:xfrm>
          <a:prstGeom prst="rect">
            <a:avLst/>
          </a:prstGeom>
          <a:solidFill>
            <a:srgbClr val="E0E0E0"/>
          </a:solidFill>
          <a:ln w="3810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TW" altLang="en-US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表單</a:t>
            </a:r>
            <a:endParaRPr lang="en-US" altLang="zh-TW" sz="1600" dirty="0">
              <a:solidFill>
                <a:srgbClr val="424242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  <a:p>
            <a:pPr algn="ctr"/>
            <a:r>
              <a:rPr lang="en-US" altLang="zh-TW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DICOM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ED6B00-5029-D77F-9116-F5FEA92E479F}"/>
              </a:ext>
            </a:extLst>
          </p:cNvPr>
          <p:cNvSpPr/>
          <p:nvPr/>
        </p:nvSpPr>
        <p:spPr>
          <a:xfrm>
            <a:off x="8954287" y="2072561"/>
            <a:ext cx="1765781" cy="808825"/>
          </a:xfrm>
          <a:prstGeom prst="rect">
            <a:avLst/>
          </a:prstGeom>
          <a:solidFill>
            <a:srgbClr val="FF4F3E">
              <a:alpha val="27059"/>
            </a:srgbClr>
          </a:solidFill>
          <a:ln w="38100">
            <a:solidFill>
              <a:srgbClr val="FF4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>
                <a:solidFill>
                  <a:srgbClr val="FF4F3E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FHIR</a:t>
            </a:r>
            <a:r>
              <a:rPr lang="zh-TW" altLang="en-US" sz="1600">
                <a:solidFill>
                  <a:srgbClr val="FF4F3E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sz="1600">
                <a:solidFill>
                  <a:srgbClr val="FF4F3E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Server</a:t>
            </a:r>
            <a:endParaRPr lang="en-US" altLang="zh-TW" sz="1600" dirty="0">
              <a:solidFill>
                <a:srgbClr val="FF4F3E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A5DCA0-7357-808C-FB13-EE274340EA03}"/>
              </a:ext>
            </a:extLst>
          </p:cNvPr>
          <p:cNvSpPr/>
          <p:nvPr/>
        </p:nvSpPr>
        <p:spPr>
          <a:xfrm>
            <a:off x="5736070" y="901163"/>
            <a:ext cx="1765781" cy="808825"/>
          </a:xfrm>
          <a:prstGeom prst="rect">
            <a:avLst/>
          </a:prstGeom>
          <a:solidFill>
            <a:srgbClr val="E0E0E0"/>
          </a:solidFill>
          <a:ln w="3810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TW" altLang="en-US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成醫病患</a:t>
            </a:r>
            <a:endParaRPr lang="en-US" altLang="zh-TW" sz="1600" dirty="0">
              <a:solidFill>
                <a:srgbClr val="424242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D180E7-554F-EBC9-1991-13D44C7AC7CC}"/>
              </a:ext>
            </a:extLst>
          </p:cNvPr>
          <p:cNvSpPr/>
          <p:nvPr/>
        </p:nvSpPr>
        <p:spPr>
          <a:xfrm>
            <a:off x="8954287" y="887710"/>
            <a:ext cx="1765781" cy="822278"/>
          </a:xfrm>
          <a:prstGeom prst="rect">
            <a:avLst/>
          </a:prstGeom>
          <a:solidFill>
            <a:srgbClr val="0E79C7">
              <a:alpha val="27059"/>
            </a:srgbClr>
          </a:solidFill>
          <a:ln w="38100">
            <a:solidFill>
              <a:srgbClr val="0E7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成醫 </a:t>
            </a:r>
            <a:r>
              <a:rPr lang="en-US" altLang="zh-TW" sz="1600" dirty="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HIS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F68066-520F-1949-0DA1-61F10FE58AE3}"/>
              </a:ext>
            </a:extLst>
          </p:cNvPr>
          <p:cNvSpPr/>
          <p:nvPr/>
        </p:nvSpPr>
        <p:spPr>
          <a:xfrm>
            <a:off x="5736070" y="2042439"/>
            <a:ext cx="1765781" cy="808825"/>
          </a:xfrm>
          <a:prstGeom prst="rect">
            <a:avLst/>
          </a:prstGeom>
          <a:solidFill>
            <a:srgbClr val="E0E0E0"/>
          </a:solidFill>
          <a:ln w="3810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TW" altLang="en-US" sz="1600" dirty="0">
                <a:solidFill>
                  <a:srgbClr val="424242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非成醫病患</a:t>
            </a:r>
            <a:endParaRPr lang="en-US" altLang="zh-TW" sz="1600" dirty="0">
              <a:solidFill>
                <a:srgbClr val="424242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8EDF96-2F5E-5D46-7284-B91CAC1B9104}"/>
              </a:ext>
            </a:extLst>
          </p:cNvPr>
          <p:cNvSpPr/>
          <p:nvPr/>
        </p:nvSpPr>
        <p:spPr>
          <a:xfrm>
            <a:off x="5736070" y="3469576"/>
            <a:ext cx="1765781" cy="808825"/>
          </a:xfrm>
          <a:prstGeom prst="rect">
            <a:avLst/>
          </a:prstGeom>
          <a:solidFill>
            <a:srgbClr val="0E79C7">
              <a:alpha val="27059"/>
            </a:srgbClr>
          </a:solidFill>
          <a:ln w="38100">
            <a:solidFill>
              <a:srgbClr val="0E7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推論</a:t>
            </a:r>
            <a:endParaRPr lang="en-US" altLang="zh-TW" sz="1600" dirty="0">
              <a:solidFill>
                <a:srgbClr val="0078D7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B833CF-CE85-6FE6-5EDB-9E690A7071AB}"/>
              </a:ext>
            </a:extLst>
          </p:cNvPr>
          <p:cNvSpPr/>
          <p:nvPr/>
        </p:nvSpPr>
        <p:spPr>
          <a:xfrm>
            <a:off x="8262616" y="3469575"/>
            <a:ext cx="1765781" cy="808825"/>
          </a:xfrm>
          <a:prstGeom prst="rect">
            <a:avLst/>
          </a:prstGeom>
          <a:solidFill>
            <a:srgbClr val="0E79C7">
              <a:alpha val="27059"/>
            </a:srgbClr>
          </a:solidFill>
          <a:ln w="38100">
            <a:solidFill>
              <a:srgbClr val="0E7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模型</a:t>
            </a:r>
            <a:endParaRPr lang="en-US" altLang="zh-TW" sz="1600" dirty="0">
              <a:solidFill>
                <a:srgbClr val="0078D7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B4904F-F27B-69EE-1494-5D17B443AE93}"/>
              </a:ext>
            </a:extLst>
          </p:cNvPr>
          <p:cNvSpPr/>
          <p:nvPr/>
        </p:nvSpPr>
        <p:spPr>
          <a:xfrm>
            <a:off x="2821874" y="2971007"/>
            <a:ext cx="1765781" cy="808825"/>
          </a:xfrm>
          <a:prstGeom prst="rect">
            <a:avLst/>
          </a:prstGeom>
          <a:solidFill>
            <a:srgbClr val="FF4F3E">
              <a:alpha val="27059"/>
            </a:srgbClr>
          </a:solidFill>
          <a:ln w="38100">
            <a:solidFill>
              <a:srgbClr val="FF4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rgbClr val="FF4F3E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中央網站</a:t>
            </a:r>
            <a:endParaRPr lang="en-US" altLang="zh-TW" sz="1600" dirty="0">
              <a:solidFill>
                <a:srgbClr val="FF4F3E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1EC392-E825-E17A-8290-3E18E1CBED4F}"/>
              </a:ext>
            </a:extLst>
          </p:cNvPr>
          <p:cNvSpPr/>
          <p:nvPr/>
        </p:nvSpPr>
        <p:spPr>
          <a:xfrm>
            <a:off x="2821874" y="4519860"/>
            <a:ext cx="1765781" cy="808825"/>
          </a:xfrm>
          <a:prstGeom prst="rect">
            <a:avLst/>
          </a:prstGeom>
          <a:solidFill>
            <a:srgbClr val="FF4F3E">
              <a:alpha val="27059"/>
            </a:srgbClr>
          </a:solidFill>
          <a:ln w="38100">
            <a:solidFill>
              <a:srgbClr val="FF4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solidFill>
                  <a:srgbClr val="FF4F3E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呈現</a:t>
            </a:r>
            <a:endParaRPr lang="en-US" altLang="zh-TW" sz="1600" dirty="0">
              <a:solidFill>
                <a:srgbClr val="FF4F3E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D91465B-EB6F-DA3A-C1F3-A75506D3817B}"/>
              </a:ext>
            </a:extLst>
          </p:cNvPr>
          <p:cNvCxnSpPr>
            <a:cxnSpLocks/>
          </p:cNvCxnSpPr>
          <p:nvPr/>
        </p:nvCxnSpPr>
        <p:spPr>
          <a:xfrm flipV="1">
            <a:off x="3391244" y="2216362"/>
            <a:ext cx="140263" cy="723603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AE29FCD-4F47-47DC-BFDD-6C32AC6F9A6F}"/>
              </a:ext>
            </a:extLst>
          </p:cNvPr>
          <p:cNvCxnSpPr>
            <a:cxnSpLocks/>
          </p:cNvCxnSpPr>
          <p:nvPr/>
        </p:nvCxnSpPr>
        <p:spPr>
          <a:xfrm flipV="1">
            <a:off x="4983943" y="1463906"/>
            <a:ext cx="752127" cy="17383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9D8BC656-3EEE-BDC9-478F-7C667D21142B}"/>
              </a:ext>
            </a:extLst>
          </p:cNvPr>
          <p:cNvCxnSpPr>
            <a:cxnSpLocks/>
          </p:cNvCxnSpPr>
          <p:nvPr/>
        </p:nvCxnSpPr>
        <p:spPr>
          <a:xfrm>
            <a:off x="4983943" y="2019314"/>
            <a:ext cx="752127" cy="145398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FCDEDE61-7080-31F3-9767-F5A8786C90AB}"/>
              </a:ext>
            </a:extLst>
          </p:cNvPr>
          <p:cNvCxnSpPr>
            <a:cxnSpLocks/>
          </p:cNvCxnSpPr>
          <p:nvPr/>
        </p:nvCxnSpPr>
        <p:spPr>
          <a:xfrm>
            <a:off x="7501851" y="1566110"/>
            <a:ext cx="1452436" cy="655733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983DD132-BA1B-0063-88D7-95819CF5E15C}"/>
              </a:ext>
            </a:extLst>
          </p:cNvPr>
          <p:cNvCxnSpPr>
            <a:cxnSpLocks/>
          </p:cNvCxnSpPr>
          <p:nvPr/>
        </p:nvCxnSpPr>
        <p:spPr>
          <a:xfrm flipH="1">
            <a:off x="7501851" y="1093670"/>
            <a:ext cx="1452436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99664637-1127-789D-5939-89AFFBD9A8F3}"/>
              </a:ext>
            </a:extLst>
          </p:cNvPr>
          <p:cNvCxnSpPr>
            <a:cxnSpLocks/>
          </p:cNvCxnSpPr>
          <p:nvPr/>
        </p:nvCxnSpPr>
        <p:spPr>
          <a:xfrm>
            <a:off x="2061109" y="3360783"/>
            <a:ext cx="760765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F1AB28D6-5FD9-964C-22B4-AA1910059BC4}"/>
              </a:ext>
            </a:extLst>
          </p:cNvPr>
          <p:cNvCxnSpPr>
            <a:cxnSpLocks/>
          </p:cNvCxnSpPr>
          <p:nvPr/>
        </p:nvCxnSpPr>
        <p:spPr>
          <a:xfrm>
            <a:off x="4587655" y="3501163"/>
            <a:ext cx="1148415" cy="17770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882AE3F-7D11-7110-EE97-71AD520B220E}"/>
              </a:ext>
            </a:extLst>
          </p:cNvPr>
          <p:cNvCxnSpPr>
            <a:cxnSpLocks/>
          </p:cNvCxnSpPr>
          <p:nvPr/>
        </p:nvCxnSpPr>
        <p:spPr>
          <a:xfrm>
            <a:off x="7501851" y="3873987"/>
            <a:ext cx="760765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140236F3-9DE8-227C-27B0-0A43DFEEFD31}"/>
              </a:ext>
            </a:extLst>
          </p:cNvPr>
          <p:cNvSpPr/>
          <p:nvPr/>
        </p:nvSpPr>
        <p:spPr>
          <a:xfrm>
            <a:off x="8262616" y="4763074"/>
            <a:ext cx="1765781" cy="808825"/>
          </a:xfrm>
          <a:prstGeom prst="rect">
            <a:avLst/>
          </a:prstGeom>
          <a:solidFill>
            <a:srgbClr val="0E79C7">
              <a:alpha val="27059"/>
            </a:srgbClr>
          </a:solidFill>
          <a:ln w="38100">
            <a:solidFill>
              <a:srgbClr val="0E7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DICOM</a:t>
            </a:r>
          </a:p>
          <a:p>
            <a:pPr algn="ctr"/>
            <a:r>
              <a:rPr lang="zh-TW" altLang="en-US" sz="160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檔案</a:t>
            </a:r>
            <a:endParaRPr lang="en-US" altLang="zh-TW" sz="1600" dirty="0">
              <a:solidFill>
                <a:srgbClr val="0078D7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746CF72-99D5-107F-B8B6-0E347274A8BD}"/>
              </a:ext>
            </a:extLst>
          </p:cNvPr>
          <p:cNvCxnSpPr>
            <a:cxnSpLocks/>
          </p:cNvCxnSpPr>
          <p:nvPr/>
        </p:nvCxnSpPr>
        <p:spPr>
          <a:xfrm flipV="1">
            <a:off x="9136577" y="4301420"/>
            <a:ext cx="0" cy="43688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B9B19ECC-8BAD-D4B6-691F-454A907DF282}"/>
              </a:ext>
            </a:extLst>
          </p:cNvPr>
          <p:cNvCxnSpPr>
            <a:cxnSpLocks/>
          </p:cNvCxnSpPr>
          <p:nvPr/>
        </p:nvCxnSpPr>
        <p:spPr>
          <a:xfrm flipH="1">
            <a:off x="8827770" y="2881386"/>
            <a:ext cx="377190" cy="588188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0538F29-C477-5B63-020F-2DB7345DAB3A}"/>
              </a:ext>
            </a:extLst>
          </p:cNvPr>
          <p:cNvCxnSpPr>
            <a:cxnSpLocks/>
          </p:cNvCxnSpPr>
          <p:nvPr/>
        </p:nvCxnSpPr>
        <p:spPr>
          <a:xfrm flipV="1">
            <a:off x="3704764" y="3779832"/>
            <a:ext cx="0" cy="72160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FD3FC6F7-0839-4107-8EA8-04DA1910AF93}"/>
              </a:ext>
            </a:extLst>
          </p:cNvPr>
          <p:cNvSpPr txBox="1"/>
          <p:nvPr/>
        </p:nvSpPr>
        <p:spPr>
          <a:xfrm>
            <a:off x="2821874" y="248249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輸入</a:t>
            </a: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3FC26ED3-4202-CE65-A7E9-2E9974185EAA}"/>
              </a:ext>
            </a:extLst>
          </p:cNvPr>
          <p:cNvCxnSpPr>
            <a:cxnSpLocks/>
          </p:cNvCxnSpPr>
          <p:nvPr/>
        </p:nvCxnSpPr>
        <p:spPr>
          <a:xfrm>
            <a:off x="7501850" y="2651770"/>
            <a:ext cx="1452437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6B039A01-29AA-C4D4-712F-4428EDE53758}"/>
              </a:ext>
            </a:extLst>
          </p:cNvPr>
          <p:cNvSpPr txBox="1"/>
          <p:nvPr/>
        </p:nvSpPr>
        <p:spPr>
          <a:xfrm>
            <a:off x="7823513" y="22252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存入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36D664E-526F-E42B-4E83-02E87EC087E8}"/>
              </a:ext>
            </a:extLst>
          </p:cNvPr>
          <p:cNvSpPr txBox="1"/>
          <p:nvPr/>
        </p:nvSpPr>
        <p:spPr>
          <a:xfrm>
            <a:off x="7965098" y="139347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存入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21D6488-4E43-3188-CBE8-465F704CF951}"/>
              </a:ext>
            </a:extLst>
          </p:cNvPr>
          <p:cNvSpPr txBox="1"/>
          <p:nvPr/>
        </p:nvSpPr>
        <p:spPr>
          <a:xfrm>
            <a:off x="7546092" y="70604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取得醫療紀錄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DFBC1E7-D4EB-9040-992B-A5ADD4986EEB}"/>
              </a:ext>
            </a:extLst>
          </p:cNvPr>
          <p:cNvSpPr txBox="1"/>
          <p:nvPr/>
        </p:nvSpPr>
        <p:spPr>
          <a:xfrm>
            <a:off x="4834683" y="318756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進行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3EA5BCD-9424-C82B-4DFD-A6B483503498}"/>
              </a:ext>
            </a:extLst>
          </p:cNvPr>
          <p:cNvSpPr txBox="1"/>
          <p:nvPr/>
        </p:nvSpPr>
        <p:spPr>
          <a:xfrm>
            <a:off x="7584716" y="346957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呼叫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4C6EBED-C1CB-788F-4D1B-69BF6434D5EC}"/>
              </a:ext>
            </a:extLst>
          </p:cNvPr>
          <p:cNvSpPr txBox="1"/>
          <p:nvPr/>
        </p:nvSpPr>
        <p:spPr>
          <a:xfrm>
            <a:off x="9242142" y="436571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讀取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AE8FBE9-5DE5-951F-A35E-52EEFE23A88E}"/>
              </a:ext>
            </a:extLst>
          </p:cNvPr>
          <p:cNvSpPr/>
          <p:nvPr/>
        </p:nvSpPr>
        <p:spPr>
          <a:xfrm>
            <a:off x="10241861" y="4763074"/>
            <a:ext cx="1765781" cy="808825"/>
          </a:xfrm>
          <a:prstGeom prst="rect">
            <a:avLst/>
          </a:prstGeom>
          <a:solidFill>
            <a:srgbClr val="0E79C7">
              <a:alpha val="27059"/>
            </a:srgbClr>
          </a:solidFill>
          <a:ln w="38100">
            <a:solidFill>
              <a:srgbClr val="0E7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S3 </a:t>
            </a:r>
            <a:r>
              <a:rPr lang="zh-TW" altLang="en-US" sz="1600" dirty="0">
                <a:solidFill>
                  <a:srgbClr val="0078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儲存體</a:t>
            </a:r>
            <a:endParaRPr lang="en-US" altLang="zh-TW" sz="1600" dirty="0">
              <a:solidFill>
                <a:srgbClr val="0078D7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0FB7809C-2CD5-D803-E62A-3984B4A9F634}"/>
              </a:ext>
            </a:extLst>
          </p:cNvPr>
          <p:cNvSpPr txBox="1"/>
          <p:nvPr/>
        </p:nvSpPr>
        <p:spPr>
          <a:xfrm>
            <a:off x="9115107" y="2989897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獲得病患資訊</a:t>
            </a: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92104EEE-35E7-42DC-F2B7-8D613EF740FC}"/>
              </a:ext>
            </a:extLst>
          </p:cNvPr>
          <p:cNvCxnSpPr>
            <a:cxnSpLocks/>
          </p:cNvCxnSpPr>
          <p:nvPr/>
        </p:nvCxnSpPr>
        <p:spPr>
          <a:xfrm flipH="1" flipV="1">
            <a:off x="10048240" y="4301420"/>
            <a:ext cx="409137" cy="453208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FA884652-9FBF-E6B5-F74A-CAF78AFE5D37}"/>
              </a:ext>
            </a:extLst>
          </p:cNvPr>
          <p:cNvSpPr txBox="1"/>
          <p:nvPr/>
        </p:nvSpPr>
        <p:spPr>
          <a:xfrm>
            <a:off x="10501982" y="436571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讀取</a:t>
            </a:r>
          </a:p>
        </p:txBody>
      </p: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7512A416-34AD-5C81-009B-408FBB0EEFC5}"/>
              </a:ext>
            </a:extLst>
          </p:cNvPr>
          <p:cNvCxnSpPr>
            <a:cxnSpLocks/>
          </p:cNvCxnSpPr>
          <p:nvPr/>
        </p:nvCxnSpPr>
        <p:spPr>
          <a:xfrm flipH="1">
            <a:off x="4616427" y="4084320"/>
            <a:ext cx="1119643" cy="560138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72254B40-6A51-91F3-76C6-8AD43533B5C1}"/>
              </a:ext>
            </a:extLst>
          </p:cNvPr>
          <p:cNvSpPr txBox="1"/>
          <p:nvPr/>
        </p:nvSpPr>
        <p:spPr>
          <a:xfrm>
            <a:off x="4424315" y="397143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得到結果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C5CB6493-DA54-E2C3-BA6F-4868A03C87B0}"/>
              </a:ext>
            </a:extLst>
          </p:cNvPr>
          <p:cNvSpPr txBox="1"/>
          <p:nvPr/>
        </p:nvSpPr>
        <p:spPr>
          <a:xfrm>
            <a:off x="2989931" y="398657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儲存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69E6C4C-B0E3-264F-4B3A-D6717627A42E}"/>
              </a:ext>
            </a:extLst>
          </p:cNvPr>
          <p:cNvSpPr/>
          <p:nvPr/>
        </p:nvSpPr>
        <p:spPr>
          <a:xfrm>
            <a:off x="295328" y="696687"/>
            <a:ext cx="1765781" cy="461008"/>
          </a:xfrm>
          <a:prstGeom prst="rect">
            <a:avLst/>
          </a:prstGeom>
          <a:solidFill>
            <a:srgbClr val="FF4F3E">
              <a:alpha val="27059"/>
            </a:srgbClr>
          </a:solidFill>
          <a:ln w="38100">
            <a:solidFill>
              <a:srgbClr val="FF4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rgbClr val="FF4F3E"/>
                </a:solidFill>
                <a:latin typeface="豐宋體 " pitchFamily="2" charset="-120"/>
                <a:ea typeface="豐宋體 " pitchFamily="2" charset="-120"/>
              </a:rPr>
              <a:t>新加入成員</a:t>
            </a:r>
            <a:endParaRPr lang="en-US" altLang="zh-TW" sz="1400" dirty="0">
              <a:solidFill>
                <a:srgbClr val="FF4F3E"/>
              </a:solidFill>
              <a:latin typeface="豐宋體 " pitchFamily="2" charset="-120"/>
              <a:ea typeface="豐宋體 " pitchFamily="2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AF81586-BBF2-21C6-C928-5EC052633E8F}"/>
              </a:ext>
            </a:extLst>
          </p:cNvPr>
          <p:cNvSpPr/>
          <p:nvPr/>
        </p:nvSpPr>
        <p:spPr>
          <a:xfrm>
            <a:off x="295328" y="1240046"/>
            <a:ext cx="1765781" cy="461008"/>
          </a:xfrm>
          <a:prstGeom prst="rect">
            <a:avLst/>
          </a:prstGeom>
          <a:solidFill>
            <a:srgbClr val="0E79C7">
              <a:alpha val="27059"/>
            </a:srgbClr>
          </a:solidFill>
          <a:ln w="38100">
            <a:solidFill>
              <a:srgbClr val="0E7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rgbClr val="0078D7"/>
                </a:solidFill>
                <a:latin typeface="豐宋體 " pitchFamily="2" charset="-120"/>
                <a:ea typeface="豐宋體 " pitchFamily="2" charset="-120"/>
              </a:rPr>
              <a:t>已</a:t>
            </a:r>
            <a:r>
              <a:rPr lang="zh-TW" altLang="en-US" sz="1400">
                <a:solidFill>
                  <a:srgbClr val="0078D7"/>
                </a:solidFill>
                <a:latin typeface="豐宋體 " pitchFamily="2" charset="-120"/>
                <a:ea typeface="豐宋體 " pitchFamily="2" charset="-120"/>
              </a:rPr>
              <a:t>存在成員</a:t>
            </a:r>
            <a:endParaRPr lang="en-US" altLang="zh-TW" sz="1400" dirty="0">
              <a:solidFill>
                <a:srgbClr val="0078D7"/>
              </a:solidFill>
              <a:latin typeface="豐宋體 " pitchFamily="2" charset="-120"/>
              <a:ea typeface="豐宋體 " pitchFamily="2" charset="-12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98718E17-0DDC-A32D-AAAA-20BB35B44FE8}"/>
              </a:ext>
            </a:extLst>
          </p:cNvPr>
          <p:cNvSpPr txBox="1"/>
          <p:nvPr/>
        </p:nvSpPr>
        <p:spPr>
          <a:xfrm>
            <a:off x="183426" y="2563754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</a:rPr>
              <a:t>成大、奇美、郭綜合</a:t>
            </a:r>
          </a:p>
        </p:txBody>
      </p:sp>
    </p:spTree>
    <p:extLst>
      <p:ext uri="{BB962C8B-B14F-4D97-AF65-F5344CB8AC3E}">
        <p14:creationId xmlns:p14="http://schemas.microsoft.com/office/powerpoint/2010/main" val="370703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1B0F2-9226-2DD6-F2DB-48882AFE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需要觀念與技術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318858-EB90-2D58-55C4-D5904D06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FHIR </a:t>
            </a:r>
            <a:r>
              <a:rPr lang="zh-TW" altLang="en-US" dirty="0"/>
              <a:t>觀念與實際應用</a:t>
            </a:r>
            <a:endParaRPr lang="en-US" altLang="zh-TW" dirty="0"/>
          </a:p>
          <a:p>
            <a:pPr lvl="1"/>
            <a:r>
              <a:rPr lang="en-US" altLang="zh-TW" dirty="0"/>
              <a:t>What, Why, When </a:t>
            </a:r>
            <a:r>
              <a:rPr lang="zh-TW" altLang="en-US" dirty="0"/>
              <a:t>交換類型與情境</a:t>
            </a:r>
            <a:endParaRPr lang="en-US" altLang="zh-TW" dirty="0"/>
          </a:p>
          <a:p>
            <a:r>
              <a:rPr lang="zh-TW" altLang="en-US" dirty="0"/>
              <a:t>「次世代數位醫療平臺」</a:t>
            </a:r>
            <a:endParaRPr lang="en-US" altLang="zh-TW" dirty="0"/>
          </a:p>
          <a:p>
            <a:r>
              <a:rPr lang="en-US" altLang="zh-TW" dirty="0"/>
              <a:t>Smart on</a:t>
            </a:r>
            <a:r>
              <a:rPr lang="zh-TW" altLang="en-US" dirty="0"/>
              <a:t> </a:t>
            </a:r>
            <a:r>
              <a:rPr lang="en-US" altLang="zh-TW" dirty="0"/>
              <a:t>FHIR</a:t>
            </a:r>
          </a:p>
          <a:p>
            <a:r>
              <a:rPr lang="en-US" altLang="zh-TW" dirty="0" err="1"/>
              <a:t>oAuth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B537-2DB8-1939-A398-5054863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758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C39458-B347-E18D-F287-B4A39B2A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SMART on FHIR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1D5CC-D0D7-FC14-BB09-5B1331B92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SMART - "Substitutable Medical Applications, Reusable Technologies"</a:t>
            </a:r>
          </a:p>
          <a:p>
            <a:r>
              <a:rPr lang="zh-TW" altLang="en-US" dirty="0"/>
              <a:t>（可替代醫療應用程式，可重複使用技術），</a:t>
            </a:r>
          </a:p>
          <a:p>
            <a:r>
              <a:rPr lang="en-US" altLang="zh-TW" dirty="0"/>
              <a:t>FHIR - "Fast Healthcare Interoperability Resources"</a:t>
            </a:r>
            <a:r>
              <a:rPr lang="zh-TW" altLang="en-US" dirty="0"/>
              <a:t>（快速醫療互操作性資源）。</a:t>
            </a:r>
          </a:p>
          <a:p>
            <a:r>
              <a:rPr lang="en-US" altLang="zh-TW" dirty="0"/>
              <a:t>"SMART on FHIR" </a:t>
            </a:r>
            <a:r>
              <a:rPr lang="zh-TW" altLang="en-US" dirty="0"/>
              <a:t>的完整意思是「基於快速醫療互操作性資源的可替代醫療應用程式，可重複使用技術」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34D1FB-1D8F-6C62-7982-3EAF7269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762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4C8496-F1DE-7A62-FB6E-28582675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次世代數位醫療平臺的核心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AF34E1-9314-6C82-B6F8-ACBC8919E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次世代電子病歷有</a:t>
            </a:r>
            <a:r>
              <a:rPr lang="en-US" altLang="zh-TW" dirty="0"/>
              <a:t>3</a:t>
            </a:r>
            <a:r>
              <a:rPr lang="zh-TW" altLang="en-US" dirty="0"/>
              <a:t>要件，包括採用</a:t>
            </a:r>
            <a:endParaRPr lang="en-US" altLang="zh-TW" dirty="0"/>
          </a:p>
          <a:p>
            <a:r>
              <a:rPr lang="zh-TW" altLang="en-US" dirty="0"/>
              <a:t>國際醫療資料交換標準</a:t>
            </a:r>
            <a:r>
              <a:rPr lang="en-US" altLang="zh-TW" dirty="0"/>
              <a:t>FHIR</a:t>
            </a:r>
            <a:r>
              <a:rPr lang="zh-TW" altLang="en-US" dirty="0"/>
              <a:t>、</a:t>
            </a:r>
            <a:endParaRPr lang="en-US" altLang="zh-TW" dirty="0"/>
          </a:p>
          <a:p>
            <a:pPr lvl="1"/>
            <a:r>
              <a:rPr lang="zh-TW" altLang="en-US" dirty="0"/>
              <a:t>採用</a:t>
            </a:r>
            <a:r>
              <a:rPr lang="en-US" altLang="zh-TW" dirty="0"/>
              <a:t>FHIR</a:t>
            </a:r>
            <a:r>
              <a:rPr lang="zh-TW" altLang="en-US" dirty="0"/>
              <a:t>是為了讓底層資料標準統一</a:t>
            </a:r>
            <a:endParaRPr lang="en-US" altLang="zh-TW" dirty="0"/>
          </a:p>
          <a:p>
            <a:r>
              <a:rPr lang="zh-TW" altLang="en-US" dirty="0"/>
              <a:t>建置規則庫（</a:t>
            </a:r>
            <a:r>
              <a:rPr lang="en-US" altLang="zh-TW" dirty="0"/>
              <a:t>Rule library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利用</a:t>
            </a:r>
            <a:r>
              <a:rPr lang="en-US" altLang="zh-TW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CQL</a:t>
            </a:r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（</a:t>
            </a:r>
            <a:r>
              <a:rPr lang="en-US" altLang="zh-TW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Clinical Quality Language</a:t>
            </a:r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）建立規則圖書館（</a:t>
            </a:r>
            <a:r>
              <a:rPr lang="en-US" altLang="zh-TW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Rule Library</a:t>
            </a:r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），統一健保申報和醫療品質規則，提升醫療品質和行政效率。</a:t>
            </a:r>
            <a:endParaRPr lang="en-US" altLang="zh-TW" b="0" i="0" dirty="0">
              <a:solidFill>
                <a:srgbClr val="26292E"/>
              </a:solidFill>
              <a:effectLst/>
              <a:latin typeface="Open Sans" panose="020B0606030504020204" pitchFamily="34" charset="0"/>
            </a:endParaRPr>
          </a:p>
          <a:p>
            <a:r>
              <a:rPr lang="zh-TW" altLang="en-US" dirty="0"/>
              <a:t>接軌</a:t>
            </a:r>
            <a:r>
              <a:rPr lang="en-US" altLang="zh-TW" dirty="0"/>
              <a:t>FHIR</a:t>
            </a:r>
            <a:r>
              <a:rPr lang="zh-TW" altLang="en-US" dirty="0"/>
              <a:t>智慧醫療應用程式市集</a:t>
            </a:r>
            <a:r>
              <a:rPr lang="en-US" altLang="zh-TW" dirty="0"/>
              <a:t>SMART on FHIR</a:t>
            </a:r>
          </a:p>
          <a:p>
            <a:pPr lvl="1"/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是美國一款</a:t>
            </a:r>
            <a:r>
              <a:rPr lang="en-US" altLang="zh-TW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FHIR</a:t>
            </a:r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版的醫療</a:t>
            </a:r>
            <a:r>
              <a:rPr lang="en-US" altLang="zh-TW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App</a:t>
            </a:r>
            <a:r>
              <a:rPr lang="zh-TW" altLang="en-US" b="0" i="0" dirty="0">
                <a:solidFill>
                  <a:srgbClr val="26292E"/>
                </a:solidFill>
                <a:effectLst/>
                <a:latin typeface="Open Sans" panose="020B0606030504020204" pitchFamily="34" charset="0"/>
              </a:rPr>
              <a:t>市集平臺，鼓勵在該平臺上架，跨出臺灣市場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77BD47-D9E2-8717-81A4-27AAF3D4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2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B4BE8D-062E-DA1F-3430-938C3C7A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次世代數位醫療平臺計畫瞄準</a:t>
            </a:r>
            <a:r>
              <a:rPr lang="en-US" altLang="zh-TW" dirty="0"/>
              <a:t>5</a:t>
            </a:r>
            <a:r>
              <a:rPr lang="zh-TW" altLang="en-US" dirty="0"/>
              <a:t>願景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DA955C-18DF-17D9-2E1A-38C39E3AF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包括建立起臺灣醫療</a:t>
            </a:r>
            <a:r>
              <a:rPr lang="en-US" altLang="zh-TW" dirty="0"/>
              <a:t>AI</a:t>
            </a:r>
            <a:r>
              <a:rPr lang="zh-TW" altLang="en-US" dirty="0"/>
              <a:t>生態系、推動醫院評鑑數位化、發展智慧化臨床試驗平臺，有利於國際藥廠申請；另</a:t>
            </a:r>
            <a:r>
              <a:rPr lang="en-US" altLang="zh-TW" dirty="0"/>
              <a:t>2</a:t>
            </a:r>
            <a:r>
              <a:rPr lang="zh-TW" altLang="en-US" dirty="0"/>
              <a:t>大願景則有以次世代電子病歷為基礎，發展出</a:t>
            </a:r>
            <a:r>
              <a:rPr lang="zh-TW" altLang="en-US" u="sng" dirty="0">
                <a:solidFill>
                  <a:srgbClr val="FF4F3E"/>
                </a:solidFill>
              </a:rPr>
              <a:t>真實世界資料（</a:t>
            </a:r>
            <a:r>
              <a:rPr lang="en-US" altLang="zh-TW" u="sng" dirty="0">
                <a:solidFill>
                  <a:srgbClr val="FF4F3E"/>
                </a:solidFill>
              </a:rPr>
              <a:t>RWD</a:t>
            </a:r>
            <a:r>
              <a:rPr lang="zh-TW" altLang="en-US" u="sng" dirty="0">
                <a:solidFill>
                  <a:srgbClr val="FF4F3E"/>
                </a:solidFill>
              </a:rPr>
              <a:t>）研究資料庫</a:t>
            </a:r>
            <a:r>
              <a:rPr lang="zh-TW" altLang="en-US" dirty="0"/>
              <a:t>，以及連結個人健康數據，來發展更好的健康照護應用。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C7AE08-229A-32FF-4A97-F27E83BA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15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B35D2-5A5F-F8CF-610E-AF4F1CE8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次世代數位醫療平臺計畫推</a:t>
            </a:r>
            <a:r>
              <a:rPr lang="en-US" altLang="zh-TW" dirty="0"/>
              <a:t>3</a:t>
            </a:r>
            <a:r>
              <a:rPr lang="zh-TW" altLang="en-US" dirty="0"/>
              <a:t>大</a:t>
            </a:r>
            <a:r>
              <a:rPr lang="en-US" altLang="zh-TW" dirty="0"/>
              <a:t>AI</a:t>
            </a:r>
            <a:r>
              <a:rPr lang="zh-TW" altLang="en-US" dirty="0"/>
              <a:t>中心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41FC4B-B228-9C0B-B900-29A171D6F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負責任</a:t>
            </a:r>
            <a:r>
              <a:rPr lang="en-US" altLang="zh-TW" dirty="0"/>
              <a:t>AI</a:t>
            </a:r>
            <a:r>
              <a:rPr lang="zh-TW" altLang="en-US" dirty="0"/>
              <a:t>執行中心</a:t>
            </a:r>
            <a:endParaRPr lang="en-US" altLang="zh-TW" dirty="0"/>
          </a:p>
          <a:p>
            <a:pPr lvl="1"/>
            <a:r>
              <a:rPr lang="zh-TW" altLang="en-US" dirty="0"/>
              <a:t>落實醫療負責任</a:t>
            </a:r>
            <a:r>
              <a:rPr lang="en-US" altLang="zh-TW" dirty="0"/>
              <a:t>AI</a:t>
            </a:r>
            <a:r>
              <a:rPr lang="zh-TW" altLang="en-US" dirty="0"/>
              <a:t>應用原則，包括符合資安與隱私保護、透明性和遵循</a:t>
            </a:r>
            <a:r>
              <a:rPr lang="en-US" altLang="zh-TW" dirty="0"/>
              <a:t>AI</a:t>
            </a:r>
            <a:r>
              <a:rPr lang="zh-TW" altLang="en-US" dirty="0"/>
              <a:t>生命周期有效監測等原則 </a:t>
            </a:r>
            <a:r>
              <a:rPr lang="en-US" altLang="zh-TW" dirty="0"/>
              <a:t>(</a:t>
            </a:r>
            <a:r>
              <a:rPr lang="zh-TW" altLang="en-US" dirty="0"/>
              <a:t>預計徵求</a:t>
            </a:r>
            <a:r>
              <a:rPr lang="en-US" altLang="zh-TW" dirty="0"/>
              <a:t>10</a:t>
            </a:r>
            <a:r>
              <a:rPr lang="zh-TW" altLang="en-US" dirty="0"/>
              <a:t>案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AI</a:t>
            </a:r>
            <a:r>
              <a:rPr lang="zh-TW" altLang="en-US" dirty="0"/>
              <a:t>取證驗證中心</a:t>
            </a:r>
            <a:endParaRPr lang="en-US" altLang="zh-TW" dirty="0"/>
          </a:p>
          <a:p>
            <a:pPr lvl="1"/>
            <a:r>
              <a:rPr lang="zh-TW" altLang="en-US" dirty="0"/>
              <a:t>負責跨院資料驗證，來加速醫療</a:t>
            </a:r>
            <a:r>
              <a:rPr lang="en-US" altLang="zh-TW" dirty="0"/>
              <a:t>AI</a:t>
            </a:r>
            <a:r>
              <a:rPr lang="zh-TW" altLang="en-US" dirty="0"/>
              <a:t>產品取證 </a:t>
            </a:r>
            <a:r>
              <a:rPr lang="en-US" altLang="zh-TW" dirty="0"/>
              <a:t>(</a:t>
            </a:r>
            <a:r>
              <a:rPr lang="zh-TW" altLang="en-US" dirty="0"/>
              <a:t>預計徵求</a:t>
            </a:r>
            <a:r>
              <a:rPr lang="en-US" altLang="zh-TW" dirty="0"/>
              <a:t>5</a:t>
            </a:r>
            <a:r>
              <a:rPr lang="zh-TW" altLang="en-US" dirty="0"/>
              <a:t>案、擇優</a:t>
            </a:r>
            <a:r>
              <a:rPr lang="en-US" altLang="zh-TW" dirty="0"/>
              <a:t>4</a:t>
            </a:r>
            <a:r>
              <a:rPr lang="zh-TW" altLang="en-US" dirty="0"/>
              <a:t>案</a:t>
            </a:r>
            <a:r>
              <a:rPr lang="en-US" altLang="zh-TW" dirty="0"/>
              <a:t>)</a:t>
            </a:r>
          </a:p>
          <a:p>
            <a:r>
              <a:rPr lang="en-US" altLang="zh-TW" b="1" dirty="0">
                <a:solidFill>
                  <a:srgbClr val="7030A0"/>
                </a:solidFill>
              </a:rPr>
              <a:t>AI</a:t>
            </a:r>
            <a:r>
              <a:rPr lang="zh-TW" altLang="en-US" b="1" dirty="0">
                <a:solidFill>
                  <a:srgbClr val="7030A0"/>
                </a:solidFill>
              </a:rPr>
              <a:t>影響</a:t>
            </a:r>
            <a:r>
              <a:rPr lang="zh-TW" altLang="en-US" b="1">
                <a:solidFill>
                  <a:srgbClr val="7030A0"/>
                </a:solidFill>
              </a:rPr>
              <a:t>性研究中心</a:t>
            </a:r>
            <a:endParaRPr lang="en-US" altLang="zh-TW" b="1" dirty="0">
              <a:solidFill>
                <a:srgbClr val="7030A0"/>
              </a:solidFill>
            </a:endParaRPr>
          </a:p>
          <a:p>
            <a:pPr lvl="1"/>
            <a:r>
              <a:rPr lang="zh-TW" altLang="en-US" dirty="0">
                <a:solidFill>
                  <a:srgbClr val="7030A0"/>
                </a:solidFill>
              </a:rPr>
              <a:t>要解決健保給付缺乏醫療價值評估標準的問題，研究對象為通過</a:t>
            </a:r>
            <a:r>
              <a:rPr lang="en-US" altLang="zh-TW" dirty="0">
                <a:solidFill>
                  <a:srgbClr val="7030A0"/>
                </a:solidFill>
              </a:rPr>
              <a:t>TFDA</a:t>
            </a:r>
            <a:r>
              <a:rPr lang="zh-TW" altLang="en-US" dirty="0">
                <a:solidFill>
                  <a:srgbClr val="7030A0"/>
                </a:solidFill>
              </a:rPr>
              <a:t>認證、想獲得健保給付的醫療</a:t>
            </a:r>
            <a:r>
              <a:rPr lang="en-US" altLang="zh-TW" dirty="0">
                <a:solidFill>
                  <a:srgbClr val="7030A0"/>
                </a:solidFill>
              </a:rPr>
              <a:t>AI</a:t>
            </a:r>
            <a:r>
              <a:rPr lang="zh-TW" altLang="en-US" dirty="0">
                <a:solidFill>
                  <a:srgbClr val="7030A0"/>
                </a:solidFill>
              </a:rPr>
              <a:t>產品</a:t>
            </a:r>
            <a:r>
              <a:rPr lang="en-US" altLang="zh-TW" dirty="0">
                <a:solidFill>
                  <a:srgbClr val="7030A0"/>
                </a:solidFill>
              </a:rPr>
              <a:t> </a:t>
            </a:r>
            <a:r>
              <a:rPr lang="en-US" altLang="zh-TW" dirty="0"/>
              <a:t>(</a:t>
            </a:r>
            <a:r>
              <a:rPr lang="zh-TW" altLang="en-US" dirty="0"/>
              <a:t>預計補助</a:t>
            </a:r>
            <a:r>
              <a:rPr lang="en-US" altLang="zh-TW" dirty="0"/>
              <a:t>3</a:t>
            </a:r>
            <a:r>
              <a:rPr lang="zh-TW" altLang="en-US" dirty="0"/>
              <a:t>案，即全臺可有</a:t>
            </a:r>
            <a:r>
              <a:rPr lang="en-US" altLang="zh-TW" dirty="0"/>
              <a:t>3</a:t>
            </a:r>
            <a:r>
              <a:rPr lang="zh-TW" altLang="en-US" dirty="0"/>
              <a:t>家</a:t>
            </a:r>
            <a:r>
              <a:rPr lang="en-US" altLang="zh-TW" dirty="0"/>
              <a:t>AI</a:t>
            </a:r>
            <a:r>
              <a:rPr lang="zh-TW" altLang="en-US" dirty="0"/>
              <a:t>影響性研究中心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臺大醫院、臺北榮民總醫院、成大醫院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FD8A41-0339-8D62-62D3-6EE0215D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3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C54F0-80CE-A931-6B4F-120D2279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20764"/>
            <a:ext cx="10993423" cy="617761"/>
          </a:xfrm>
        </p:spPr>
        <p:txBody>
          <a:bodyPr/>
          <a:lstStyle/>
          <a:p>
            <a:r>
              <a:rPr lang="zh-TW" altLang="en-US" dirty="0"/>
              <a:t>台大 </a:t>
            </a:r>
            <a:r>
              <a:rPr lang="en-US" altLang="zh-TW" dirty="0"/>
              <a:t>- AI </a:t>
            </a:r>
            <a:r>
              <a:rPr lang="zh-TW" altLang="en-US" dirty="0"/>
              <a:t>影響性研究中心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F0421A-EDE1-F24A-A659-B3C73ECE0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745152"/>
            <a:ext cx="10993422" cy="5052677"/>
          </a:xfrm>
        </p:spPr>
        <p:txBody>
          <a:bodyPr>
            <a:normAutofit/>
          </a:bodyPr>
          <a:lstStyle/>
          <a:p>
            <a:r>
              <a:rPr lang="zh-TW" altLang="en-US" dirty="0"/>
              <a:t>辦理依據</a:t>
            </a:r>
          </a:p>
          <a:p>
            <a:pPr lvl="1"/>
            <a:r>
              <a:rPr lang="zh-TW" altLang="en-US" dirty="0"/>
              <a:t>本院執行衛生福利部補助之「次世代數位醫療平臺計畫」成立「</a:t>
            </a:r>
            <a:r>
              <a:rPr lang="en-US" altLang="zh-TW" dirty="0"/>
              <a:t>AI </a:t>
            </a:r>
            <a:r>
              <a:rPr lang="zh-TW" altLang="en-US" dirty="0"/>
              <a:t>影響性研究中心」，協助已通過衛生福利部食品藥物管理署（</a:t>
            </a:r>
            <a:r>
              <a:rPr lang="en-US" altLang="zh-TW" dirty="0"/>
              <a:t>TFDA</a:t>
            </a:r>
            <a:r>
              <a:rPr lang="zh-TW" altLang="en-US" dirty="0"/>
              <a:t>）查驗登記之 </a:t>
            </a:r>
            <a:r>
              <a:rPr lang="en-US" altLang="zh-TW" dirty="0"/>
              <a:t>AI </a:t>
            </a:r>
            <a:r>
              <a:rPr lang="zh-TW" altLang="en-US" dirty="0"/>
              <a:t>產品，進行臨床試驗設計、臨床效益及醫療經濟評估，以達到銜接納入健保給付體系之目標。</a:t>
            </a:r>
          </a:p>
          <a:p>
            <a:r>
              <a:rPr lang="zh-TW" altLang="en-US" dirty="0"/>
              <a:t>申請資格</a:t>
            </a:r>
          </a:p>
          <a:p>
            <a:pPr lvl="1"/>
            <a:r>
              <a:rPr lang="en-US" altLang="zh-TW" dirty="0"/>
              <a:t>AI </a:t>
            </a:r>
            <a:r>
              <a:rPr lang="zh-TW" altLang="en-US" dirty="0"/>
              <a:t>產品須符合 </a:t>
            </a:r>
            <a:r>
              <a:rPr lang="en-US" altLang="zh-TW" dirty="0"/>
              <a:t>TFDA </a:t>
            </a:r>
            <a:r>
              <a:rPr lang="zh-TW" altLang="en-US" dirty="0"/>
              <a:t>所公告「人工智慧</a:t>
            </a:r>
            <a:r>
              <a:rPr lang="en-US" altLang="zh-TW" dirty="0"/>
              <a:t>/</a:t>
            </a:r>
            <a:r>
              <a:rPr lang="zh-TW" altLang="en-US" dirty="0"/>
              <a:t>機器學習技術之醫療器材軟體查驗登記技術指引」之醫療器材軟體適用範圍。</a:t>
            </a:r>
          </a:p>
          <a:p>
            <a:pPr lvl="1"/>
            <a:r>
              <a:rPr lang="en-US" altLang="zh-TW" dirty="0"/>
              <a:t>AI </a:t>
            </a:r>
            <a:r>
              <a:rPr lang="zh-TW" altLang="en-US" dirty="0"/>
              <a:t>產品須通過 </a:t>
            </a:r>
            <a:r>
              <a:rPr lang="en-US" altLang="zh-TW" dirty="0"/>
              <a:t>TFDA </a:t>
            </a:r>
            <a:r>
              <a:rPr lang="zh-TW" altLang="en-US" dirty="0"/>
              <a:t>查驗登記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610D5B-63E4-7B99-236B-0F092A31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311" y="6289679"/>
            <a:ext cx="918883" cy="222436"/>
          </a:xfrm>
        </p:spPr>
        <p:txBody>
          <a:bodyPr/>
          <a:lstStyle/>
          <a:p>
            <a:fld id="{E31375A4-56A4-47D6-9801-1991572033F7}" type="slidenum">
              <a:rPr lang="en-US" altLang="zh-TW" smtClean="0"/>
              <a:pPr/>
              <a:t>10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D81C55D-28B6-5FB0-498C-1DDDE8AAA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3" y="363417"/>
            <a:ext cx="3915321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0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E985F-186E-FDDE-CAB6-8C2F26C1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台北榮總 </a:t>
            </a:r>
            <a:r>
              <a:rPr lang="en-US" altLang="zh-TW" dirty="0"/>
              <a:t>- AI </a:t>
            </a:r>
            <a:r>
              <a:rPr lang="zh-TW" altLang="en-US" dirty="0"/>
              <a:t>影響性研究中心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2F93F-059A-77CB-6DF9-7E4330F00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TW" dirty="0"/>
          </a:p>
          <a:p>
            <a:r>
              <a:rPr lang="zh-TW" altLang="en-US" dirty="0"/>
              <a:t>臺北榮民總醫院獲選成為衛福部「次世代數位醫療平臺台成立三大</a:t>
            </a:r>
            <a:r>
              <a:rPr lang="en-US" altLang="zh-TW" dirty="0"/>
              <a:t>AI</a:t>
            </a:r>
            <a:r>
              <a:rPr lang="zh-TW" altLang="en-US" dirty="0"/>
              <a:t>中心」計畫中，推動「負責任</a:t>
            </a:r>
            <a:r>
              <a:rPr lang="en-US" altLang="zh-TW" dirty="0"/>
              <a:t>AI</a:t>
            </a:r>
            <a:r>
              <a:rPr lang="zh-TW" altLang="en-US" dirty="0"/>
              <a:t>執行中心」與建立「</a:t>
            </a:r>
            <a:r>
              <a:rPr lang="en-US" altLang="zh-TW" dirty="0"/>
              <a:t>AI</a:t>
            </a:r>
            <a:r>
              <a:rPr lang="zh-TW" altLang="en-US" dirty="0"/>
              <a:t>影響性研究中心」兩項計畫責任醫院。北榮副院長李偉強說，北榮獲得兩項完整計畫補助，將以醫院經費加碼挹注，同步進行三大</a:t>
            </a:r>
            <a:r>
              <a:rPr lang="en-US" altLang="zh-TW" dirty="0"/>
              <a:t>AI</a:t>
            </a:r>
            <a:r>
              <a:rPr lang="zh-TW" altLang="en-US" dirty="0"/>
              <a:t>中心計畫，並調整「智慧醫療委員會」及「醫療人工智慧發展中心」的任務編組。</a:t>
            </a:r>
          </a:p>
          <a:p>
            <a:r>
              <a:rPr lang="zh-TW" altLang="en-US" dirty="0"/>
              <a:t>北榮以醫療大數據和</a:t>
            </a:r>
            <a:r>
              <a:rPr lang="en-US" altLang="zh-TW" dirty="0"/>
              <a:t>AI</a:t>
            </a:r>
            <a:r>
              <a:rPr lang="zh-TW" altLang="en-US" dirty="0"/>
              <a:t>技術為基礎，推動可靠、負責任的</a:t>
            </a:r>
            <a:r>
              <a:rPr lang="en-US" altLang="zh-TW" dirty="0"/>
              <a:t>AI</a:t>
            </a:r>
            <a:r>
              <a:rPr lang="zh-TW" altLang="en-US" dirty="0"/>
              <a:t>應用，並通過跨院資料互通和多中心臨床試驗，提升醫療</a:t>
            </a:r>
            <a:r>
              <a:rPr lang="en-US" altLang="zh-TW" dirty="0"/>
              <a:t>AI</a:t>
            </a:r>
            <a:r>
              <a:rPr lang="zh-TW" altLang="en-US" dirty="0"/>
              <a:t>產品的取證速度和臨床應用價值。北榮副院長王署君表示，本次計畫將特別注重對</a:t>
            </a:r>
            <a:r>
              <a:rPr lang="en-US" altLang="zh-TW" dirty="0"/>
              <a:t>AI</a:t>
            </a:r>
            <a:r>
              <a:rPr lang="zh-TW" altLang="en-US" dirty="0"/>
              <a:t>應用的醫療經濟效益評估，力求推動</a:t>
            </a:r>
            <a:r>
              <a:rPr lang="en-US" altLang="zh-TW" dirty="0"/>
              <a:t>AI</a:t>
            </a:r>
            <a:r>
              <a:rPr lang="zh-TW" altLang="en-US" dirty="0"/>
              <a:t>產品獲取健保和商保給付的認可，從而加速其在醫療系統中的實際應用和總體效益。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17910B-7C1E-B308-53F4-5F068A19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11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B0EE0D-5CD8-6012-7F1C-9CF98999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752" y="253302"/>
            <a:ext cx="38100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9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E985F-186E-FDDE-CAB6-8C2F26C1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成大醫院 </a:t>
            </a:r>
            <a:r>
              <a:rPr lang="en-US" altLang="zh-TW" dirty="0"/>
              <a:t>- AI </a:t>
            </a:r>
            <a:r>
              <a:rPr lang="zh-TW" altLang="en-US" dirty="0"/>
              <a:t>影響性研究中心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2F93F-059A-77CB-6DF9-7E4330F00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TW" altLang="en-US" dirty="0"/>
              <a:t>成大醫院和三總聯手獲選</a:t>
            </a:r>
            <a:r>
              <a:rPr lang="en-US" altLang="zh-TW" dirty="0"/>
              <a:t>AI</a:t>
            </a:r>
            <a:r>
              <a:rPr lang="zh-TW" altLang="en-US" dirty="0"/>
              <a:t>影響性中心，以穩健、扎實與負責任的態度成為強力樞紐</a:t>
            </a:r>
            <a:endParaRPr lang="en-US" altLang="zh-TW" dirty="0"/>
          </a:p>
          <a:p>
            <a:r>
              <a:rPr lang="zh-TW" altLang="en-US" dirty="0"/>
              <a:t>成大醫院與三軍總醫院兩大醫學中心聯手優勢，透過成大醫院豐富臨床試驗經驗，並具有卓越跨院聯盟研究，結合國防醫療重鎮三軍總醫院的廣泛醫療資源整合能力，組併臨床實驗資源與技術優勢背景，以跨區合作彰顯推動智慧醫療發展決心，透過提供</a:t>
            </a:r>
            <a:r>
              <a:rPr lang="en-US" altLang="zh-TW" dirty="0"/>
              <a:t>AI</a:t>
            </a:r>
            <a:r>
              <a:rPr lang="zh-TW" altLang="en-US" dirty="0"/>
              <a:t>醫療工具臨床效益評估及經濟分析，為</a:t>
            </a:r>
            <a:r>
              <a:rPr lang="en-US" altLang="zh-TW" dirty="0"/>
              <a:t>AI</a:t>
            </a:r>
            <a:r>
              <a:rPr lang="zh-TW" altLang="en-US" dirty="0"/>
              <a:t>技術的醫療應用提供科學依據，開拓</a:t>
            </a:r>
            <a:r>
              <a:rPr lang="en-US" altLang="zh-TW" dirty="0"/>
              <a:t>AI</a:t>
            </a:r>
            <a:r>
              <a:rPr lang="zh-TW" altLang="en-US" dirty="0"/>
              <a:t>技術智慧醫療發展道路。</a:t>
            </a:r>
          </a:p>
          <a:p>
            <a:r>
              <a:rPr lang="zh-TW" altLang="en-US" dirty="0"/>
              <a:t>成大醫院專注多項核心工作，包括建立跨院聯盟與驗證平台、標準化臨床試驗流程，匯集跨領域經濟學、公共衛生、資訊技術、生物統計等專家分析醫療</a:t>
            </a:r>
            <a:r>
              <a:rPr lang="en-US" altLang="zh-TW" dirty="0"/>
              <a:t>AI</a:t>
            </a:r>
            <a:r>
              <a:rPr lang="zh-TW" altLang="en-US" dirty="0"/>
              <a:t>工具成本效益經濟、採用</a:t>
            </a:r>
            <a:r>
              <a:rPr lang="en-US" altLang="zh-TW" dirty="0"/>
              <a:t>Smart on FHIR</a:t>
            </a:r>
            <a:r>
              <a:rPr lang="zh-TW" altLang="en-US" dirty="0"/>
              <a:t>資料互通標準，確保數據互操作性，並建立安全、隱私保護的驗證環境，為</a:t>
            </a:r>
            <a:r>
              <a:rPr lang="en-US" altLang="zh-TW" dirty="0"/>
              <a:t>AI</a:t>
            </a:r>
            <a:r>
              <a:rPr lang="zh-TW" altLang="en-US" dirty="0"/>
              <a:t>技術的試驗與應用奠定基礎。此外，透過跨院合作平台實現資料共享，促進</a:t>
            </a:r>
            <a:r>
              <a:rPr lang="en-US" altLang="zh-TW" dirty="0"/>
              <a:t>AI</a:t>
            </a:r>
            <a:r>
              <a:rPr lang="zh-TW" altLang="en-US" dirty="0"/>
              <a:t>技術在臨床實踐中的驗證與優化。</a:t>
            </a:r>
          </a:p>
          <a:p>
            <a:r>
              <a:rPr lang="zh-TW" altLang="en-US" dirty="0"/>
              <a:t>「聯合</a:t>
            </a:r>
            <a:r>
              <a:rPr lang="en-US" altLang="zh-TW" dirty="0"/>
              <a:t>AI</a:t>
            </a:r>
            <a:r>
              <a:rPr lang="zh-TW" altLang="en-US" dirty="0"/>
              <a:t>影響性研究中心」秉持公正、透明及專業原則，符合中央政策及國際標準，通過跨領域專家和涵蓋南北區域的醫療機構密切合作，確保提供多元輔導服務，推動</a:t>
            </a:r>
            <a:r>
              <a:rPr lang="en-US" altLang="zh-TW" dirty="0"/>
              <a:t>AI</a:t>
            </a:r>
            <a:r>
              <a:rPr lang="zh-TW" altLang="en-US" dirty="0"/>
              <a:t>技術在多元規模中的應用。中心將有效促進</a:t>
            </a:r>
            <a:r>
              <a:rPr lang="en-US" altLang="zh-TW" dirty="0"/>
              <a:t>AI</a:t>
            </a:r>
            <a:r>
              <a:rPr lang="zh-TW" altLang="en-US" dirty="0"/>
              <a:t>技術在臨床醫療中的商業化發展，協助國內外企業加速</a:t>
            </a:r>
            <a:r>
              <a:rPr lang="en-US" altLang="zh-TW" dirty="0"/>
              <a:t>AI</a:t>
            </a:r>
            <a:r>
              <a:rPr lang="zh-TW" altLang="en-US" dirty="0"/>
              <a:t>技術商品化，實現共榮發展。成大醫院有信心提升台灣在全球醫療科技產業中的影響力，並打造亞太地區智慧醫療技術的重要樞紐。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17910B-7C1E-B308-53F4-5F068A19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12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817B6D6-E8A4-646E-51FD-4B20C5A9F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281" y="139299"/>
            <a:ext cx="3124471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8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EFC494-6551-BAC4-9328-800F30A2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375264-A662-8145-86B7-DAC1CDD6F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2023 FHIR </a:t>
            </a:r>
            <a:r>
              <a:rPr lang="zh-TW" altLang="en-US" dirty="0"/>
              <a:t>實作與應用線上論壇｜</a:t>
            </a:r>
            <a:r>
              <a:rPr lang="en-US" altLang="zh-TW" dirty="0"/>
              <a:t>FHIR </a:t>
            </a:r>
            <a:r>
              <a:rPr lang="zh-TW" altLang="en-US" dirty="0"/>
              <a:t>醫療應用案例和架構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https://www.youtube.com/watch?v=5nIb_xDUALU</a:t>
            </a:r>
            <a:endParaRPr lang="en-US" altLang="zh-TW" dirty="0"/>
          </a:p>
          <a:p>
            <a:r>
              <a:rPr lang="en-US" altLang="zh-TW" dirty="0"/>
              <a:t>【FHIR</a:t>
            </a:r>
            <a:r>
              <a:rPr lang="zh-TW" altLang="en-US" dirty="0"/>
              <a:t>應用實例：臺中榮總</a:t>
            </a:r>
            <a:r>
              <a:rPr lang="en-US" altLang="zh-TW" dirty="0"/>
              <a:t>】</a:t>
            </a:r>
            <a:r>
              <a:rPr lang="zh-TW" altLang="en-US" dirty="0"/>
              <a:t>瞄準精準醫療即時戰情室</a:t>
            </a:r>
            <a:endParaRPr lang="en-US" altLang="zh-TW" dirty="0"/>
          </a:p>
          <a:p>
            <a:pPr lvl="1"/>
            <a:r>
              <a:rPr lang="en-US" altLang="zh-TW" dirty="0">
                <a:hlinkClick r:id="rId3"/>
              </a:rPr>
              <a:t>https://www.ithome.com.tw/news/141641</a:t>
            </a:r>
            <a:endParaRPr lang="en-US" altLang="zh-TW" dirty="0"/>
          </a:p>
          <a:p>
            <a:r>
              <a:rPr lang="en-US" altLang="zh-TW" dirty="0"/>
              <a:t>FHIR</a:t>
            </a:r>
            <a:r>
              <a:rPr lang="zh-TW" altLang="en-US" dirty="0"/>
              <a:t>三大優勢可快速複製應用，完勝前一代醫療資料交換標準</a:t>
            </a:r>
            <a:endParaRPr lang="en-US" altLang="zh-TW" dirty="0"/>
          </a:p>
          <a:p>
            <a:pPr lvl="1"/>
            <a:r>
              <a:rPr lang="en-US" altLang="zh-TW" dirty="0">
                <a:hlinkClick r:id="rId4"/>
              </a:rPr>
              <a:t>https://www.tmhtc.net/tw/Home/NewsDetail/1073</a:t>
            </a:r>
            <a:endParaRPr lang="en-US" altLang="zh-TW" dirty="0"/>
          </a:p>
          <a:p>
            <a:r>
              <a:rPr lang="en-US" altLang="zh-TW" dirty="0"/>
              <a:t>【</a:t>
            </a:r>
            <a:r>
              <a:rPr lang="zh-TW" altLang="en-US" dirty="0"/>
              <a:t>跨域組金融醫療團隊，自建</a:t>
            </a:r>
            <a:r>
              <a:rPr lang="en-US" altLang="zh-TW" dirty="0"/>
              <a:t>FHIR</a:t>
            </a:r>
            <a:r>
              <a:rPr lang="zh-TW" altLang="en-US" dirty="0"/>
              <a:t>引擎轉換病歷標準</a:t>
            </a:r>
            <a:r>
              <a:rPr lang="en-US" altLang="zh-TW" dirty="0"/>
              <a:t>】</a:t>
            </a:r>
            <a:r>
              <a:rPr lang="zh-TW" altLang="en-US" dirty="0"/>
              <a:t>國泰金發展醫療大平臺的關鍵一步</a:t>
            </a:r>
            <a:endParaRPr lang="en-US" altLang="zh-TW" dirty="0"/>
          </a:p>
          <a:p>
            <a:pPr lvl="1"/>
            <a:r>
              <a:rPr lang="en-US" altLang="zh-TW" dirty="0">
                <a:hlinkClick r:id="rId5"/>
              </a:rPr>
              <a:t>https://www.ithome.com.tw/news/158999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D21F24-8A47-AE05-EA1D-CA6EB465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49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39055-827F-8E55-0199-C4A21F84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196DA4-6324-2B6C-0EC0-AD626D7A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SMART on FHIR</a:t>
            </a:r>
            <a:r>
              <a:rPr lang="zh-TW" altLang="en-US" dirty="0"/>
              <a:t> 底層技術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4DDA1C-9F59-AEDB-D299-8DF1E6C49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OAuth2</a:t>
            </a:r>
            <a:r>
              <a:rPr lang="zh-TW" altLang="en-US" dirty="0"/>
              <a:t>（有時稱為 </a:t>
            </a:r>
            <a:r>
              <a:rPr lang="en-US" altLang="zh-TW" dirty="0"/>
              <a:t>OA2</a:t>
            </a:r>
            <a:r>
              <a:rPr lang="zh-TW" altLang="en-US" dirty="0"/>
              <a:t>）：</a:t>
            </a:r>
          </a:p>
          <a:p>
            <a:r>
              <a:rPr lang="en-US" altLang="zh-TW" dirty="0"/>
              <a:t>• </a:t>
            </a:r>
            <a:r>
              <a:rPr lang="zh-TW" altLang="en-US" dirty="0"/>
              <a:t>這是一種在 </a:t>
            </a:r>
            <a:r>
              <a:rPr lang="en-US" altLang="zh-TW" dirty="0"/>
              <a:t>Internet </a:t>
            </a:r>
            <a:r>
              <a:rPr lang="zh-TW" altLang="en-US" dirty="0"/>
              <a:t>上廣泛使用的授權協定。通常熟悉該協議，即使他們不知道其名稱，因為它是為「使用 </a:t>
            </a:r>
            <a:r>
              <a:rPr lang="en-US" altLang="zh-TW" dirty="0"/>
              <a:t>Google </a:t>
            </a:r>
            <a:r>
              <a:rPr lang="zh-TW" altLang="en-US" dirty="0"/>
              <a:t>登入」和「使用 </a:t>
            </a:r>
            <a:r>
              <a:rPr lang="en-US" altLang="zh-TW" dirty="0"/>
              <a:t>Facebook </a:t>
            </a:r>
            <a:r>
              <a:rPr lang="zh-TW" altLang="en-US" dirty="0"/>
              <a:t>登入」等流程提供支援的協議。</a:t>
            </a:r>
            <a:r>
              <a:rPr lang="en-US" altLang="zh-TW" dirty="0"/>
              <a:t>OAuth2 </a:t>
            </a:r>
            <a:r>
              <a:rPr lang="zh-TW" altLang="en-US" dirty="0"/>
              <a:t>允許使用者使用應用程式 </a:t>
            </a:r>
            <a:r>
              <a:rPr lang="en-US" altLang="zh-TW" dirty="0"/>
              <a:t>B </a:t>
            </a:r>
            <a:r>
              <a:rPr lang="zh-TW" altLang="en-US" dirty="0"/>
              <a:t>中的帳戶憑證向應用程式 </a:t>
            </a:r>
            <a:r>
              <a:rPr lang="en-US" altLang="zh-TW" dirty="0"/>
              <a:t>A </a:t>
            </a:r>
            <a:r>
              <a:rPr lang="zh-TW" altLang="en-US" dirty="0"/>
              <a:t>進行身份驗證，而應用程式 </a:t>
            </a:r>
            <a:r>
              <a:rPr lang="en-US" altLang="zh-TW" dirty="0"/>
              <a:t>A </a:t>
            </a:r>
            <a:r>
              <a:rPr lang="zh-TW" altLang="en-US" dirty="0"/>
              <a:t>無需知道（或能夠查看）這些憑證。作為協議的一部分，應用程式還可以請求“範圍”，即執行特定功能的權限。例如，使用「使用 </a:t>
            </a:r>
            <a:r>
              <a:rPr lang="en-US" altLang="zh-TW" dirty="0"/>
              <a:t>Facebook </a:t>
            </a:r>
            <a:r>
              <a:rPr lang="zh-TW" altLang="en-US" dirty="0"/>
              <a:t>登入」的應用程式可能會要求「查看我的朋友清單」或「代表我發文」的權限。</a:t>
            </a:r>
          </a:p>
          <a:p>
            <a:r>
              <a:rPr lang="en-US" altLang="zh-TW" dirty="0"/>
              <a:t>• OpenID Connect</a:t>
            </a:r>
            <a:r>
              <a:rPr lang="zh-TW" altLang="en-US" dirty="0"/>
              <a:t>（有時稱為 </a:t>
            </a:r>
            <a:r>
              <a:rPr lang="en-US" altLang="zh-TW" dirty="0"/>
              <a:t>OIDC</a:t>
            </a:r>
            <a:r>
              <a:rPr lang="zh-TW" altLang="en-US" dirty="0"/>
              <a:t>）：</a:t>
            </a:r>
          </a:p>
          <a:p>
            <a:r>
              <a:rPr lang="en-US" altLang="zh-TW" dirty="0"/>
              <a:t>• </a:t>
            </a:r>
            <a:r>
              <a:rPr lang="zh-TW" altLang="en-US" dirty="0"/>
              <a:t>該協定建構在 </a:t>
            </a:r>
            <a:r>
              <a:rPr lang="en-US" altLang="zh-TW" dirty="0"/>
              <a:t>OAuth2 </a:t>
            </a:r>
            <a:r>
              <a:rPr lang="zh-TW" altLang="en-US" dirty="0"/>
              <a:t>之上，並添加了身分管理功能，例如應用程式了解使用者的人口統計詳細資訊和其他事實的能力。換句話說，將 </a:t>
            </a:r>
            <a:r>
              <a:rPr lang="en-US" altLang="zh-TW" dirty="0"/>
              <a:t>OpenID Connect </a:t>
            </a:r>
            <a:r>
              <a:rPr lang="zh-TW" altLang="en-US" dirty="0"/>
              <a:t>視為「頂部新增了身分識別管理功能的 </a:t>
            </a:r>
            <a:r>
              <a:rPr lang="en-US" altLang="zh-TW" dirty="0"/>
              <a:t>OAuth2 </a:t>
            </a:r>
            <a:r>
              <a:rPr lang="zh-TW" altLang="en-US" dirty="0"/>
              <a:t>協定」。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CE7465-CF4E-A690-8A15-6D2AE5F7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TW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56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1767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2092"/>
</p:tagLst>
</file>

<file path=ppt/theme/theme1.xml><?xml version="1.0" encoding="utf-8"?>
<a:theme xmlns:a="http://schemas.openxmlformats.org/drawingml/2006/main" name="Diamond Grid 16x9">
  <a:themeElements>
    <a:clrScheme name="自訂 1">
      <a:dk1>
        <a:srgbClr val="F2F2F2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455F51"/>
      </a:accent2>
      <a:accent3>
        <a:srgbClr val="0989B1"/>
      </a:accent3>
      <a:accent4>
        <a:srgbClr val="029676"/>
      </a:accent4>
      <a:accent5>
        <a:srgbClr val="4AB5C4"/>
      </a:accent5>
      <a:accent6>
        <a:srgbClr val="044458"/>
      </a:accent6>
      <a:hlink>
        <a:srgbClr val="00B050"/>
      </a:hlink>
      <a:folHlink>
        <a:srgbClr val="00B050"/>
      </a:folHlink>
    </a:clrScheme>
    <a:fontScheme name="SkillTree">
      <a:majorFont>
        <a:latin typeface="Consolas"/>
        <a:ea typeface="微軟正黑體"/>
        <a:cs typeface=""/>
      </a:majorFont>
      <a:minorFont>
        <a:latin typeface="Consolas"/>
        <a:ea typeface="微軟正黑體"/>
        <a:cs typeface=""/>
      </a:minorFont>
    </a:fontScheme>
    <a:fmtScheme name="霧面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7087C0F-7449-45C4-B248-63D02665B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菱格紋簡報 (寬螢幕)</Template>
  <TotalTime>0</TotalTime>
  <Words>1956</Words>
  <Application>Microsoft Office PowerPoint</Application>
  <PresentationFormat>寬螢幕</PresentationFormat>
  <Paragraphs>139</Paragraphs>
  <Slides>14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Microsoft JhengHei UI</vt:lpstr>
      <vt:lpstr>Nanum Pen</vt:lpstr>
      <vt:lpstr>Noto Sans Mono CJK TC Bold</vt:lpstr>
      <vt:lpstr>源泉圓體 B</vt:lpstr>
      <vt:lpstr>豐宋體 </vt:lpstr>
      <vt:lpstr>Aptos</vt:lpstr>
      <vt:lpstr>Arial</vt:lpstr>
      <vt:lpstr>Calibri</vt:lpstr>
      <vt:lpstr>Consolas</vt:lpstr>
      <vt:lpstr>Open Sans</vt:lpstr>
      <vt:lpstr>Diamond Grid 16x9</vt:lpstr>
      <vt:lpstr>PowerPoint 簡報</vt:lpstr>
      <vt:lpstr>摘要</vt:lpstr>
      <vt:lpstr>「腹部肌群醫療影像分割軟體」（iMbody）</vt:lpstr>
      <vt:lpstr>需求架構圖</vt:lpstr>
      <vt:lpstr>需要觀念與技術</vt:lpstr>
      <vt:lpstr>SMART on FHIR</vt:lpstr>
      <vt:lpstr>次世代數位醫療平臺的核心</vt:lpstr>
      <vt:lpstr>次世代數位醫療平臺計畫瞄準5願景</vt:lpstr>
      <vt:lpstr>次世代數位醫療平臺計畫推3大AI中心</vt:lpstr>
      <vt:lpstr>台大 - AI 影響性研究中心</vt:lpstr>
      <vt:lpstr>台北榮總 - AI 影響性研究中心</vt:lpstr>
      <vt:lpstr>成大醫院 - AI 影響性研究中心</vt:lpstr>
      <vt:lpstr>參考資料</vt:lpstr>
      <vt:lpstr>SMART on FHIR 底層技術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Vulcan(李進興)</cp:lastModifiedBy>
  <cp:revision>2</cp:revision>
  <dcterms:created xsi:type="dcterms:W3CDTF">2014-03-05T18:01:45Z</dcterms:created>
  <dcterms:modified xsi:type="dcterms:W3CDTF">2025-04-11T01:37:35Z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TC030310159991</vt:lpwstr>
  </property>
</Properties>
</file>